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8"/>
  </p:notesMasterIdLst>
  <p:sldIdLst>
    <p:sldId id="304" r:id="rId5"/>
    <p:sldId id="434" r:id="rId6"/>
    <p:sldId id="305" r:id="rId7"/>
    <p:sldId id="329" r:id="rId8"/>
    <p:sldId id="331" r:id="rId9"/>
    <p:sldId id="330" r:id="rId10"/>
    <p:sldId id="332" r:id="rId11"/>
    <p:sldId id="336" r:id="rId12"/>
    <p:sldId id="334" r:id="rId13"/>
    <p:sldId id="385" r:id="rId14"/>
    <p:sldId id="335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86" r:id="rId28"/>
    <p:sldId id="349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8" r:id="rId45"/>
    <p:sldId id="369" r:id="rId46"/>
    <p:sldId id="366" r:id="rId47"/>
    <p:sldId id="367" r:id="rId48"/>
    <p:sldId id="387" r:id="rId49"/>
    <p:sldId id="371" r:id="rId50"/>
    <p:sldId id="257" r:id="rId51"/>
    <p:sldId id="372" r:id="rId52"/>
    <p:sldId id="374" r:id="rId53"/>
    <p:sldId id="375" r:id="rId54"/>
    <p:sldId id="376" r:id="rId55"/>
    <p:sldId id="377" r:id="rId56"/>
    <p:sldId id="378" r:id="rId57"/>
    <p:sldId id="380" r:id="rId58"/>
    <p:sldId id="379" r:id="rId59"/>
    <p:sldId id="381" r:id="rId60"/>
    <p:sldId id="382" r:id="rId61"/>
    <p:sldId id="373" r:id="rId62"/>
    <p:sldId id="384" r:id="rId63"/>
    <p:sldId id="383" r:id="rId64"/>
    <p:sldId id="388" r:id="rId65"/>
    <p:sldId id="389" r:id="rId66"/>
    <p:sldId id="390" r:id="rId67"/>
    <p:sldId id="391" r:id="rId68"/>
    <p:sldId id="392" r:id="rId69"/>
    <p:sldId id="306" r:id="rId70"/>
    <p:sldId id="394" r:id="rId71"/>
    <p:sldId id="396" r:id="rId72"/>
    <p:sldId id="401" r:id="rId73"/>
    <p:sldId id="400" r:id="rId74"/>
    <p:sldId id="398" r:id="rId75"/>
    <p:sldId id="333" r:id="rId76"/>
    <p:sldId id="395" r:id="rId77"/>
    <p:sldId id="402" r:id="rId78"/>
    <p:sldId id="403" r:id="rId79"/>
    <p:sldId id="404" r:id="rId80"/>
    <p:sldId id="405" r:id="rId81"/>
    <p:sldId id="406" r:id="rId82"/>
    <p:sldId id="407" r:id="rId83"/>
    <p:sldId id="422" r:id="rId84"/>
    <p:sldId id="409" r:id="rId85"/>
    <p:sldId id="411" r:id="rId86"/>
    <p:sldId id="413" r:id="rId87"/>
    <p:sldId id="412" r:id="rId88"/>
    <p:sldId id="410" r:id="rId89"/>
    <p:sldId id="414" r:id="rId90"/>
    <p:sldId id="415" r:id="rId91"/>
    <p:sldId id="416" r:id="rId92"/>
    <p:sldId id="417" r:id="rId93"/>
    <p:sldId id="418" r:id="rId94"/>
    <p:sldId id="419" r:id="rId95"/>
    <p:sldId id="420" r:id="rId96"/>
    <p:sldId id="421" r:id="rId97"/>
    <p:sldId id="397" r:id="rId98"/>
    <p:sldId id="423" r:id="rId99"/>
    <p:sldId id="424" r:id="rId100"/>
    <p:sldId id="426" r:id="rId101"/>
    <p:sldId id="428" r:id="rId102"/>
    <p:sldId id="431" r:id="rId103"/>
    <p:sldId id="432" r:id="rId104"/>
    <p:sldId id="430" r:id="rId105"/>
    <p:sldId id="425" r:id="rId106"/>
    <p:sldId id="433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7C80"/>
    <a:srgbClr val="FF5050"/>
    <a:srgbClr val="E59EDD"/>
    <a:srgbClr val="FF99FF"/>
    <a:srgbClr val="C0C0C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217936-D10B-495D-A3C0-310279A38E76}" v="7182" dt="2025-01-04T14:13:54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ableStyles" Target="tableStyles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microsoft.com/office/2016/11/relationships/changesInfo" Target="changesInfos/changesInfo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presProps" Target="pres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 Erné" userId="ad84ee6f-0a28-4445-b06f-f3738604603d" providerId="ADAL" clId="{D7217936-D10B-495D-A3C0-310279A38E76}"/>
    <pc:docChg chg="undo redo custSel addSld delSld modSld sldOrd">
      <pc:chgData name="Mattia Erné" userId="ad84ee6f-0a28-4445-b06f-f3738604603d" providerId="ADAL" clId="{D7217936-D10B-495D-A3C0-310279A38E76}" dt="2025-02-25T21:06:36.214" v="22280" actId="12788"/>
      <pc:docMkLst>
        <pc:docMk/>
      </pc:docMkLst>
      <pc:sldChg chg="del">
        <pc:chgData name="Mattia Erné" userId="ad84ee6f-0a28-4445-b06f-f3738604603d" providerId="ADAL" clId="{D7217936-D10B-495D-A3C0-310279A38E76}" dt="2024-12-08T20:49:28.366" v="45" actId="2696"/>
        <pc:sldMkLst>
          <pc:docMk/>
          <pc:sldMk cId="1902465911" sldId="256"/>
        </pc:sldMkLst>
      </pc:sldChg>
      <pc:sldChg chg="addSp delSp modSp new mod modTransition">
        <pc:chgData name="Mattia Erné" userId="ad84ee6f-0a28-4445-b06f-f3738604603d" providerId="ADAL" clId="{D7217936-D10B-495D-A3C0-310279A38E76}" dt="2025-01-04T14:11:33.661" v="22214" actId="404"/>
        <pc:sldMkLst>
          <pc:docMk/>
          <pc:sldMk cId="414357826" sldId="257"/>
        </pc:sldMkLst>
        <pc:spChg chg="add mod">
          <ac:chgData name="Mattia Erné" userId="ad84ee6f-0a28-4445-b06f-f3738604603d" providerId="ADAL" clId="{D7217936-D10B-495D-A3C0-310279A38E76}" dt="2024-12-24T13:08:29.711" v="6809"/>
          <ac:spMkLst>
            <pc:docMk/>
            <pc:sldMk cId="414357826" sldId="257"/>
            <ac:spMk id="19" creationId="{F5F494F6-82ED-9FBA-C8E6-C09CFC6DC1A8}"/>
          </ac:spMkLst>
        </pc:spChg>
        <pc:spChg chg="add mod">
          <ac:chgData name="Mattia Erné" userId="ad84ee6f-0a28-4445-b06f-f3738604603d" providerId="ADAL" clId="{D7217936-D10B-495D-A3C0-310279A38E76}" dt="2024-12-24T13:22:34.272" v="6849" actId="20577"/>
          <ac:spMkLst>
            <pc:docMk/>
            <pc:sldMk cId="414357826" sldId="257"/>
            <ac:spMk id="20" creationId="{02BD9DD3-C007-B452-53AC-4A5FC35DFD71}"/>
          </ac:spMkLst>
        </pc:spChg>
        <pc:spChg chg="add mod">
          <ac:chgData name="Mattia Erné" userId="ad84ee6f-0a28-4445-b06f-f3738604603d" providerId="ADAL" clId="{D7217936-D10B-495D-A3C0-310279A38E76}" dt="2025-01-04T14:11:33.661" v="22214" actId="404"/>
          <ac:spMkLst>
            <pc:docMk/>
            <pc:sldMk cId="414357826" sldId="257"/>
            <ac:spMk id="21" creationId="{D90FE946-836B-D437-2B48-DBDDB05F8F37}"/>
          </ac:spMkLst>
        </pc:spChg>
        <pc:picChg chg="add mod modCrop">
          <ac:chgData name="Mattia Erné" userId="ad84ee6f-0a28-4445-b06f-f3738604603d" providerId="ADAL" clId="{D7217936-D10B-495D-A3C0-310279A38E76}" dt="2024-12-24T13:09:49.182" v="6815" actId="1076"/>
          <ac:picMkLst>
            <pc:docMk/>
            <pc:sldMk cId="414357826" sldId="257"/>
            <ac:picMk id="18" creationId="{AD5BFD80-64ED-C727-EE77-4B047BF97530}"/>
          </ac:picMkLst>
        </pc:picChg>
      </pc:sldChg>
      <pc:sldChg chg="modSp new del mod">
        <pc:chgData name="Mattia Erné" userId="ad84ee6f-0a28-4445-b06f-f3738604603d" providerId="ADAL" clId="{D7217936-D10B-495D-A3C0-310279A38E76}" dt="2024-12-08T20:49:31.232" v="46" actId="2696"/>
        <pc:sldMkLst>
          <pc:docMk/>
          <pc:sldMk cId="1207924806" sldId="258"/>
        </pc:sldMkLst>
      </pc:sldChg>
      <pc:sldChg chg="addSp delSp modSp new del mod">
        <pc:chgData name="Mattia Erné" userId="ad84ee6f-0a28-4445-b06f-f3738604603d" providerId="ADAL" clId="{D7217936-D10B-495D-A3C0-310279A38E76}" dt="2024-12-25T15:09:46.850" v="8693" actId="2696"/>
        <pc:sldMkLst>
          <pc:docMk/>
          <pc:sldMk cId="855713461" sldId="259"/>
        </pc:sldMkLst>
      </pc:sldChg>
      <pc:sldChg chg="add del modTransition">
        <pc:chgData name="Mattia Erné" userId="ad84ee6f-0a28-4445-b06f-f3738604603d" providerId="ADAL" clId="{D7217936-D10B-495D-A3C0-310279A38E76}" dt="2025-01-02T18:36:17.184" v="22118" actId="47"/>
        <pc:sldMkLst>
          <pc:docMk/>
          <pc:sldMk cId="1251687650" sldId="278"/>
        </pc:sldMkLst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2912407259" sldId="304"/>
        </pc:sldMkLst>
        <pc:spChg chg="mod">
          <ac:chgData name="Mattia Erné" userId="ad84ee6f-0a28-4445-b06f-f3738604603d" providerId="ADAL" clId="{D7217936-D10B-495D-A3C0-310279A38E76}" dt="2024-12-08T20:49:23.101" v="42" actId="20577"/>
          <ac:spMkLst>
            <pc:docMk/>
            <pc:sldMk cId="2912407259" sldId="304"/>
            <ac:spMk id="2" creationId="{FADDBC8E-FFF0-3E6E-8094-B0159CC733FA}"/>
          </ac:spMkLst>
        </pc:spChg>
        <pc:spChg chg="mod">
          <ac:chgData name="Mattia Erné" userId="ad84ee6f-0a28-4445-b06f-f3738604603d" providerId="ADAL" clId="{D7217936-D10B-495D-A3C0-310279A38E76}" dt="2024-12-08T20:49:25.509" v="44" actId="20577"/>
          <ac:spMkLst>
            <pc:docMk/>
            <pc:sldMk cId="2912407259" sldId="304"/>
            <ac:spMk id="3" creationId="{25D821A8-A10A-973E-E939-50D32C44F048}"/>
          </ac:spMkLst>
        </pc:spChg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2819125401" sldId="305"/>
        </pc:sldMkLst>
        <pc:spChg chg="mod">
          <ac:chgData name="Mattia Erné" userId="ad84ee6f-0a28-4445-b06f-f3738604603d" providerId="ADAL" clId="{D7217936-D10B-495D-A3C0-310279A38E76}" dt="2024-12-18T15:42:44.286" v="1115" actId="20577"/>
          <ac:spMkLst>
            <pc:docMk/>
            <pc:sldMk cId="2819125401" sldId="305"/>
            <ac:spMk id="2" creationId="{3293D8AF-D01C-0F58-D73C-485795296A01}"/>
          </ac:spMkLst>
        </pc:spChg>
        <pc:spChg chg="mod">
          <ac:chgData name="Mattia Erné" userId="ad84ee6f-0a28-4445-b06f-f3738604603d" providerId="ADAL" clId="{D7217936-D10B-495D-A3C0-310279A38E76}" dt="2024-12-08T20:49:42.285" v="49" actId="20577"/>
          <ac:spMkLst>
            <pc:docMk/>
            <pc:sldMk cId="2819125401" sldId="305"/>
            <ac:spMk id="3" creationId="{961221D1-B58B-64D2-52A9-1488902D1457}"/>
          </ac:spMkLst>
        </pc:spChg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92889108" sldId="306"/>
        </pc:sldMkLst>
        <pc:spChg chg="mod">
          <ac:chgData name="Mattia Erné" userId="ad84ee6f-0a28-4445-b06f-f3738604603d" providerId="ADAL" clId="{D7217936-D10B-495D-A3C0-310279A38E76}" dt="2024-12-10T16:52:17.343" v="140" actId="20577"/>
          <ac:spMkLst>
            <pc:docMk/>
            <pc:sldMk cId="2792889108" sldId="306"/>
            <ac:spMk id="2" creationId="{6C33094A-3CF8-7689-DEB7-7EAD917E0E39}"/>
          </ac:spMkLst>
        </pc:spChg>
        <pc:spChg chg="mod">
          <ac:chgData name="Mattia Erné" userId="ad84ee6f-0a28-4445-b06f-f3738604603d" providerId="ADAL" clId="{D7217936-D10B-495D-A3C0-310279A38E76}" dt="2024-12-08T20:53:28.565" v="76" actId="20577"/>
          <ac:spMkLst>
            <pc:docMk/>
            <pc:sldMk cId="2792889108" sldId="306"/>
            <ac:spMk id="3" creationId="{EB8F03E2-28DF-A752-F44F-525980BF78B9}"/>
          </ac:spMkLst>
        </pc:sp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93810389" sldId="329"/>
        </pc:sldMkLst>
        <pc:spChg chg="mod">
          <ac:chgData name="Mattia Erné" userId="ad84ee6f-0a28-4445-b06f-f3738604603d" providerId="ADAL" clId="{D7217936-D10B-495D-A3C0-310279A38E76}" dt="2024-12-23T16:48:49.703" v="1531" actId="207"/>
          <ac:spMkLst>
            <pc:docMk/>
            <pc:sldMk cId="2793810389" sldId="329"/>
            <ac:spMk id="2" creationId="{2CC0AB0A-7B85-BFD8-54A1-A3E3693CC8D9}"/>
          </ac:spMkLst>
        </pc:spChg>
      </pc:sldChg>
      <pc:sldChg chg="addSp delSp modSp new mod ord modTransition modAnim">
        <pc:chgData name="Mattia Erné" userId="ad84ee6f-0a28-4445-b06f-f3738604603d" providerId="ADAL" clId="{D7217936-D10B-495D-A3C0-310279A38E76}" dt="2024-12-29T14:07:00.921" v="22055"/>
        <pc:sldMkLst>
          <pc:docMk/>
          <pc:sldMk cId="514749736" sldId="330"/>
        </pc:sldMkLst>
        <pc:spChg chg="add mod">
          <ac:chgData name="Mattia Erné" userId="ad84ee6f-0a28-4445-b06f-f3738604603d" providerId="ADAL" clId="{D7217936-D10B-495D-A3C0-310279A38E76}" dt="2024-12-29T14:00:26.732" v="22032" actId="20577"/>
          <ac:spMkLst>
            <pc:docMk/>
            <pc:sldMk cId="514749736" sldId="330"/>
            <ac:spMk id="17" creationId="{43E60E33-80BB-450E-252F-2D125D90FAB2}"/>
          </ac:spMkLst>
        </pc:spChg>
        <pc:spChg chg="add mod">
          <ac:chgData name="Mattia Erné" userId="ad84ee6f-0a28-4445-b06f-f3738604603d" providerId="ADAL" clId="{D7217936-D10B-495D-A3C0-310279A38E76}" dt="2024-12-10T21:55:42.515" v="1104" actId="1076"/>
          <ac:spMkLst>
            <pc:docMk/>
            <pc:sldMk cId="514749736" sldId="330"/>
            <ac:spMk id="18" creationId="{93AA7867-2AAE-29B4-1614-582A90ECD02E}"/>
          </ac:spMkLst>
        </pc:spChg>
        <pc:grpChg chg="add mod">
          <ac:chgData name="Mattia Erné" userId="ad84ee6f-0a28-4445-b06f-f3738604603d" providerId="ADAL" clId="{D7217936-D10B-495D-A3C0-310279A38E76}" dt="2024-12-10T21:48:16.151" v="666" actId="12789"/>
          <ac:grpSpMkLst>
            <pc:docMk/>
            <pc:sldMk cId="514749736" sldId="330"/>
            <ac:grpSpMk id="19" creationId="{8746293D-7591-8749-2FFA-9B8A2C39DC12}"/>
          </ac:grpSpMkLst>
        </pc:grp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4" creationId="{94F6CA3A-787A-6B3A-CAC1-69D4D09BB523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5" creationId="{99B1CA8A-500B-1FA5-C571-5898F336E0DF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6" creationId="{119A12B0-9C88-B288-BD35-B58F922012B1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7" creationId="{CEB389F0-2C36-F27D-9A8D-7217D2EAF989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8" creationId="{1A65FC78-288B-E78C-8A57-932FC8602247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9" creationId="{77798206-ADD3-B2F2-AF1D-04E98008EC26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10" creationId="{40A2F061-12C8-EE4D-9A45-D4144BF612AD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11" creationId="{849C5BF0-1037-B442-6DE5-175314B985D6}"/>
          </ac:picMkLst>
        </pc:picChg>
        <pc:picChg chg="add mod">
          <ac:chgData name="Mattia Erné" userId="ad84ee6f-0a28-4445-b06f-f3738604603d" providerId="ADAL" clId="{D7217936-D10B-495D-A3C0-310279A38E76}" dt="2024-12-23T16:58:35.545" v="1672" actId="207"/>
          <ac:picMkLst>
            <pc:docMk/>
            <pc:sldMk cId="514749736" sldId="330"/>
            <ac:picMk id="12" creationId="{6FC5D181-8C5A-9892-5CA1-3A45E73DF984}"/>
          </ac:picMkLst>
        </pc:picChg>
        <pc:cxnChg chg="add mod">
          <ac:chgData name="Mattia Erné" userId="ad84ee6f-0a28-4445-b06f-f3738604603d" providerId="ADAL" clId="{D7217936-D10B-495D-A3C0-310279A38E76}" dt="2024-12-10T21:48:05.624" v="665" actId="164"/>
          <ac:cxnSpMkLst>
            <pc:docMk/>
            <pc:sldMk cId="514749736" sldId="330"/>
            <ac:cxnSpMk id="3" creationId="{7AB0F050-8C7F-140E-E349-DF393F20A520}"/>
          </ac:cxnSpMkLst>
        </pc:cxnChg>
      </pc:sldChg>
      <pc:sldChg chg="add del">
        <pc:chgData name="Mattia Erné" userId="ad84ee6f-0a28-4445-b06f-f3738604603d" providerId="ADAL" clId="{D7217936-D10B-495D-A3C0-310279A38E76}" dt="2024-12-10T18:41:12.326" v="144"/>
        <pc:sldMkLst>
          <pc:docMk/>
          <pc:sldMk cId="2985875431" sldId="330"/>
        </pc:sldMkLst>
      </pc:sldChg>
      <pc:sldChg chg="addSp delSp modSp add mod ord modTransition delAnim">
        <pc:chgData name="Mattia Erné" userId="ad84ee6f-0a28-4445-b06f-f3738604603d" providerId="ADAL" clId="{D7217936-D10B-495D-A3C0-310279A38E76}" dt="2024-12-29T14:00:23.781" v="22031" actId="20577"/>
        <pc:sldMkLst>
          <pc:docMk/>
          <pc:sldMk cId="1016130419" sldId="331"/>
        </pc:sldMkLst>
        <pc:spChg chg="add mod">
          <ac:chgData name="Mattia Erné" userId="ad84ee6f-0a28-4445-b06f-f3738604603d" providerId="ADAL" clId="{D7217936-D10B-495D-A3C0-310279A38E76}" dt="2024-12-29T14:00:23.781" v="22031" actId="20577"/>
          <ac:spMkLst>
            <pc:docMk/>
            <pc:sldMk cId="1016130419" sldId="331"/>
            <ac:spMk id="2" creationId="{BC091878-C6FC-B7FB-04AF-39454349AD81}"/>
          </ac:spMkLst>
        </pc:spChg>
        <pc:grpChg chg="add mod">
          <ac:chgData name="Mattia Erné" userId="ad84ee6f-0a28-4445-b06f-f3738604603d" providerId="ADAL" clId="{D7217936-D10B-495D-A3C0-310279A38E76}" dt="2024-12-10T21:47:57.182" v="664" actId="12789"/>
          <ac:grpSpMkLst>
            <pc:docMk/>
            <pc:sldMk cId="1016130419" sldId="331"/>
            <ac:grpSpMk id="13" creationId="{0B5472B4-B107-9EE9-071C-A6423A0063F3}"/>
          </ac:grpSpMkLst>
        </pc:grp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4" creationId="{6447BD5E-967B-EFB8-EE3F-147B8CE7E3FD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5" creationId="{4E12B944-617C-9F73-92AA-DEE7060B9EE6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6" creationId="{56904951-813F-235E-BD25-9BB0ACEFF3AB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7" creationId="{C2312F86-3987-AE92-EF92-A0584ECCA1F9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8" creationId="{0E0B8473-82BC-4DA3-C756-B8184E9658D3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9" creationId="{2208464E-DA0C-1099-F934-DB5677135968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10" creationId="{D6F5D06E-A718-68C2-3353-5686EF03D0A9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11" creationId="{01288B54-0F12-C705-F807-9E28F513F522}"/>
          </ac:picMkLst>
        </pc:picChg>
        <pc:picChg chg="mod">
          <ac:chgData name="Mattia Erné" userId="ad84ee6f-0a28-4445-b06f-f3738604603d" providerId="ADAL" clId="{D7217936-D10B-495D-A3C0-310279A38E76}" dt="2024-12-10T21:47:51.201" v="663" actId="164"/>
          <ac:picMkLst>
            <pc:docMk/>
            <pc:sldMk cId="1016130419" sldId="331"/>
            <ac:picMk id="12" creationId="{2E066686-E6BB-7882-C025-811A623B9695}"/>
          </ac:picMkLst>
        </pc:picChg>
        <pc:cxnChg chg="mod">
          <ac:chgData name="Mattia Erné" userId="ad84ee6f-0a28-4445-b06f-f3738604603d" providerId="ADAL" clId="{D7217936-D10B-495D-A3C0-310279A38E76}" dt="2024-12-10T21:47:51.201" v="663" actId="164"/>
          <ac:cxnSpMkLst>
            <pc:docMk/>
            <pc:sldMk cId="1016130419" sldId="331"/>
            <ac:cxnSpMk id="3" creationId="{FC7B130B-5A37-BBDC-76E9-C574344964E3}"/>
          </ac:cxnSpMkLst>
        </pc:cxnChg>
      </pc:sldChg>
      <pc:sldChg chg="addSp delSp modSp add mod modTransition delAnim modAnim">
        <pc:chgData name="Mattia Erné" userId="ad84ee6f-0a28-4445-b06f-f3738604603d" providerId="ADAL" clId="{D7217936-D10B-495D-A3C0-310279A38E76}" dt="2025-01-04T13:59:44.120" v="22165" actId="20577"/>
        <pc:sldMkLst>
          <pc:docMk/>
          <pc:sldMk cId="3365087147" sldId="332"/>
        </pc:sldMkLst>
        <pc:spChg chg="add mod">
          <ac:chgData name="Mattia Erné" userId="ad84ee6f-0a28-4445-b06f-f3738604603d" providerId="ADAL" clId="{D7217936-D10B-495D-A3C0-310279A38E76}" dt="2024-12-29T14:03:38.902" v="22052" actId="1076"/>
          <ac:spMkLst>
            <pc:docMk/>
            <pc:sldMk cId="3365087147" sldId="332"/>
            <ac:spMk id="2" creationId="{DF172F58-A0AC-A434-53AB-C4EEB877F11E}"/>
          </ac:spMkLst>
        </pc:spChg>
        <pc:spChg chg="add mod">
          <ac:chgData name="Mattia Erné" userId="ad84ee6f-0a28-4445-b06f-f3738604603d" providerId="ADAL" clId="{D7217936-D10B-495D-A3C0-310279A38E76}" dt="2024-12-10T21:46:43.903" v="653" actId="14100"/>
          <ac:spMkLst>
            <pc:docMk/>
            <pc:sldMk cId="3365087147" sldId="332"/>
            <ac:spMk id="13" creationId="{6E9F8534-7637-6CD2-E176-A6F86493E607}"/>
          </ac:spMkLst>
        </pc:spChg>
        <pc:spChg chg="add mod">
          <ac:chgData name="Mattia Erné" userId="ad84ee6f-0a28-4445-b06f-f3738604603d" providerId="ADAL" clId="{D7217936-D10B-495D-A3C0-310279A38E76}" dt="2024-12-10T21:46:55.974" v="657" actId="14100"/>
          <ac:spMkLst>
            <pc:docMk/>
            <pc:sldMk cId="3365087147" sldId="332"/>
            <ac:spMk id="14" creationId="{D8AF183D-E813-FDA5-CD1E-F1F32B25601F}"/>
          </ac:spMkLst>
        </pc:spChg>
        <pc:spChg chg="add mod">
          <ac:chgData name="Mattia Erné" userId="ad84ee6f-0a28-4445-b06f-f3738604603d" providerId="ADAL" clId="{D7217936-D10B-495D-A3C0-310279A38E76}" dt="2024-12-10T21:47:12.485" v="661" actId="14100"/>
          <ac:spMkLst>
            <pc:docMk/>
            <pc:sldMk cId="3365087147" sldId="332"/>
            <ac:spMk id="15" creationId="{5D856C87-F6A4-717F-7992-574264D0DF17}"/>
          </ac:spMkLst>
        </pc:spChg>
        <pc:spChg chg="mod">
          <ac:chgData name="Mattia Erné" userId="ad84ee6f-0a28-4445-b06f-f3738604603d" providerId="ADAL" clId="{D7217936-D10B-495D-A3C0-310279A38E76}" dt="2024-12-29T14:00:29.581" v="22033" actId="20577"/>
          <ac:spMkLst>
            <pc:docMk/>
            <pc:sldMk cId="3365087147" sldId="332"/>
            <ac:spMk id="17" creationId="{7AEF6DD8-8477-E98A-FBF1-5157F415CCCD}"/>
          </ac:spMkLst>
        </pc:spChg>
        <pc:spChg chg="add mod">
          <ac:chgData name="Mattia Erné" userId="ad84ee6f-0a28-4445-b06f-f3738604603d" providerId="ADAL" clId="{D7217936-D10B-495D-A3C0-310279A38E76}" dt="2024-12-18T15:44:16.150" v="1134" actId="20577"/>
          <ac:spMkLst>
            <pc:docMk/>
            <pc:sldMk cId="3365087147" sldId="332"/>
            <ac:spMk id="20" creationId="{0DA0F3D5-BD2C-678B-A9D3-80392C94C00E}"/>
          </ac:spMkLst>
        </pc:spChg>
        <pc:spChg chg="add mod">
          <ac:chgData name="Mattia Erné" userId="ad84ee6f-0a28-4445-b06f-f3738604603d" providerId="ADAL" clId="{D7217936-D10B-495D-A3C0-310279A38E76}" dt="2024-12-18T15:44:18.479" v="1136" actId="20577"/>
          <ac:spMkLst>
            <pc:docMk/>
            <pc:sldMk cId="3365087147" sldId="332"/>
            <ac:spMk id="21" creationId="{63A197AD-CC20-0813-7EF2-37CAFBFE0039}"/>
          </ac:spMkLst>
        </pc:spChg>
        <pc:spChg chg="add mod">
          <ac:chgData name="Mattia Erné" userId="ad84ee6f-0a28-4445-b06f-f3738604603d" providerId="ADAL" clId="{D7217936-D10B-495D-A3C0-310279A38E76}" dt="2024-12-18T15:44:21.541" v="1138" actId="20577"/>
          <ac:spMkLst>
            <pc:docMk/>
            <pc:sldMk cId="3365087147" sldId="332"/>
            <ac:spMk id="22" creationId="{91134479-BC49-98DB-CE09-D595581DD701}"/>
          </ac:spMkLst>
        </pc:spChg>
        <pc:spChg chg="add mod">
          <ac:chgData name="Mattia Erné" userId="ad84ee6f-0a28-4445-b06f-f3738604603d" providerId="ADAL" clId="{D7217936-D10B-495D-A3C0-310279A38E76}" dt="2025-01-04T13:59:44.120" v="22165" actId="20577"/>
          <ac:spMkLst>
            <pc:docMk/>
            <pc:sldMk cId="3365087147" sldId="332"/>
            <ac:spMk id="24" creationId="{BE9031B3-7BBC-9F63-2856-F999A017C5A8}"/>
          </ac:spMkLst>
        </pc:spChg>
        <pc:grpChg chg="add mod">
          <ac:chgData name="Mattia Erné" userId="ad84ee6f-0a28-4445-b06f-f3738604603d" providerId="ADAL" clId="{D7217936-D10B-495D-A3C0-310279A38E76}" dt="2024-12-10T21:48:34.665" v="668" actId="12789"/>
          <ac:grpSpMkLst>
            <pc:docMk/>
            <pc:sldMk cId="3365087147" sldId="332"/>
            <ac:grpSpMk id="16" creationId="{61ADAE17-D757-DD81-22B6-1D6DA0F382DA}"/>
          </ac:grpSpMkLst>
        </pc:grp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4" creationId="{8E52F162-0612-DA65-99B9-820E3E57277B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5" creationId="{52FF116B-B9EF-446C-1F32-437858E31845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6" creationId="{AA63CF97-19DF-B02D-35B3-348891453945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7" creationId="{45657466-3E14-3534-DF05-BEFE650FC89F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8" creationId="{527CD8D0-BC2D-954E-AAB1-4D69717BEE8D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9" creationId="{2DDD4CC6-3418-04AD-574B-479492EEC5C3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10" creationId="{EF27C1D2-BB66-8A0A-BBE7-BA4FBFE10490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11" creationId="{ECCC3257-4E9A-55AB-C091-F56D0030F083}"/>
          </ac:picMkLst>
        </pc:picChg>
        <pc:picChg chg="mod">
          <ac:chgData name="Mattia Erné" userId="ad84ee6f-0a28-4445-b06f-f3738604603d" providerId="ADAL" clId="{D7217936-D10B-495D-A3C0-310279A38E76}" dt="2024-12-10T21:48:31.522" v="667" actId="164"/>
          <ac:picMkLst>
            <pc:docMk/>
            <pc:sldMk cId="3365087147" sldId="332"/>
            <ac:picMk id="12" creationId="{E27A884B-6BC7-78A4-5BE0-678CB0029F31}"/>
          </ac:picMkLst>
        </pc:picChg>
        <pc:cxnChg chg="mod">
          <ac:chgData name="Mattia Erné" userId="ad84ee6f-0a28-4445-b06f-f3738604603d" providerId="ADAL" clId="{D7217936-D10B-495D-A3C0-310279A38E76}" dt="2024-12-10T21:48:31.522" v="667" actId="164"/>
          <ac:cxnSpMkLst>
            <pc:docMk/>
            <pc:sldMk cId="3365087147" sldId="332"/>
            <ac:cxnSpMk id="3" creationId="{76859AC0-5F76-4156-279A-4ABCCFEE05FD}"/>
          </ac:cxnSpMkLst>
        </pc:cxnChg>
      </pc:sldChg>
      <pc:sldChg chg="new del">
        <pc:chgData name="Mattia Erné" userId="ad84ee6f-0a28-4445-b06f-f3738604603d" providerId="ADAL" clId="{D7217936-D10B-495D-A3C0-310279A38E76}" dt="2024-12-23T15:59:38.107" v="1140" actId="47"/>
        <pc:sldMkLst>
          <pc:docMk/>
          <pc:sldMk cId="3145813712" sldId="333"/>
        </pc:sldMkLst>
      </pc:sldChg>
      <pc:sldChg chg="addSp delSp modSp new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3956317655" sldId="333"/>
        </pc:sldMkLst>
        <pc:spChg chg="add mod">
          <ac:chgData name="Mattia Erné" userId="ad84ee6f-0a28-4445-b06f-f3738604603d" providerId="ADAL" clId="{D7217936-D10B-495D-A3C0-310279A38E76}" dt="2024-12-26T20:04:36.098" v="12070" actId="20577"/>
          <ac:spMkLst>
            <pc:docMk/>
            <pc:sldMk cId="3956317655" sldId="333"/>
            <ac:spMk id="2" creationId="{DCA1F861-F704-46E6-ACEC-FAF7E334C4CB}"/>
          </ac:spMkLst>
        </pc:spChg>
        <pc:spChg chg="add mod">
          <ac:chgData name="Mattia Erné" userId="ad84ee6f-0a28-4445-b06f-f3738604603d" providerId="ADAL" clId="{D7217936-D10B-495D-A3C0-310279A38E76}" dt="2024-12-27T16:18:57.263" v="18278" actId="20577"/>
          <ac:spMkLst>
            <pc:docMk/>
            <pc:sldMk cId="3956317655" sldId="333"/>
            <ac:spMk id="6" creationId="{7451DF08-1B6A-0E34-7658-46DC00511FED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3" creationId="{6ABFD775-3A38-D1EA-74BD-CC7355488B6C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4" creationId="{7B91B374-87C5-9848-9381-886D1918CCCA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5" creationId="{AC02F556-EC4B-BCE6-3BED-AC0EBDB13430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6" creationId="{B37E5D27-00F0-AB1E-4101-0D62CACF3BDA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7" creationId="{6DA059E0-9A52-7C5D-162E-991B088E78E5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18" creationId="{A32BB3DB-630A-B694-2A31-CB038D23CB41}"/>
          </ac:spMkLst>
        </pc:spChg>
        <pc:spChg chg="add mod">
          <ac:chgData name="Mattia Erné" userId="ad84ee6f-0a28-4445-b06f-f3738604603d" providerId="ADAL" clId="{D7217936-D10B-495D-A3C0-310279A38E76}" dt="2024-12-26T20:04:54.798" v="12072" actId="20577"/>
          <ac:spMkLst>
            <pc:docMk/>
            <pc:sldMk cId="3956317655" sldId="333"/>
            <ac:spMk id="19" creationId="{0A053CF9-7081-AA97-6DAA-FA414080C31D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20" creationId="{7F3C67C3-93CC-7D5B-F52E-84194DF227A2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21" creationId="{DBB935A3-E516-93F3-79F8-D0F537E116CF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22" creationId="{F344A643-DDE4-DCB4-1B31-33E05C8F26D1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23" creationId="{3A91464C-FBBD-208D-4833-8353618427A9}"/>
          </ac:spMkLst>
        </pc:spChg>
        <pc:spChg chg="add mod">
          <ac:chgData name="Mattia Erné" userId="ad84ee6f-0a28-4445-b06f-f3738604603d" providerId="ADAL" clId="{D7217936-D10B-495D-A3C0-310279A38E76}" dt="2024-12-26T19:48:42.523" v="12038" actId="164"/>
          <ac:spMkLst>
            <pc:docMk/>
            <pc:sldMk cId="3956317655" sldId="333"/>
            <ac:spMk id="24" creationId="{9BE54D1C-A7D1-B1F2-26B4-2F263AC454FD}"/>
          </ac:spMkLst>
        </pc:spChg>
        <pc:spChg chg="add mod">
          <ac:chgData name="Mattia Erné" userId="ad84ee6f-0a28-4445-b06f-f3738604603d" providerId="ADAL" clId="{D7217936-D10B-495D-A3C0-310279A38E76}" dt="2024-12-27T15:09:26.380" v="17652" actId="20577"/>
          <ac:spMkLst>
            <pc:docMk/>
            <pc:sldMk cId="3956317655" sldId="333"/>
            <ac:spMk id="25" creationId="{5AA4284D-FA7C-9352-C772-B116A52FC0B8}"/>
          </ac:spMkLst>
        </pc:spChg>
        <pc:grpChg chg="add mod">
          <ac:chgData name="Mattia Erné" userId="ad84ee6f-0a28-4445-b06f-f3738604603d" providerId="ADAL" clId="{D7217936-D10B-495D-A3C0-310279A38E76}" dt="2024-12-26T19:49:00.883" v="12041" actId="1037"/>
          <ac:grpSpMkLst>
            <pc:docMk/>
            <pc:sldMk cId="3956317655" sldId="333"/>
            <ac:grpSpMk id="26" creationId="{89AB8482-5408-4495-42D7-CE0D14175A56}"/>
          </ac:grpSpMkLst>
        </pc:grpChg>
      </pc:sldChg>
      <pc:sldChg chg="addSp delSp modSp add mod ord modTransition">
        <pc:chgData name="Mattia Erné" userId="ad84ee6f-0a28-4445-b06f-f3738604603d" providerId="ADAL" clId="{D7217936-D10B-495D-A3C0-310279A38E76}" dt="2024-12-29T14:00:33.308" v="22034" actId="20577"/>
        <pc:sldMkLst>
          <pc:docMk/>
          <pc:sldMk cId="1440571668" sldId="334"/>
        </pc:sldMkLst>
        <pc:spChg chg="mod">
          <ac:chgData name="Mattia Erné" userId="ad84ee6f-0a28-4445-b06f-f3738604603d" providerId="ADAL" clId="{D7217936-D10B-495D-A3C0-310279A38E76}" dt="2024-12-29T14:00:33.308" v="22034" actId="20577"/>
          <ac:spMkLst>
            <pc:docMk/>
            <pc:sldMk cId="1440571668" sldId="334"/>
            <ac:spMk id="2" creationId="{58827208-0E7A-1535-B52A-3DD93788CE8D}"/>
          </ac:spMkLst>
        </pc:spChg>
        <pc:spChg chg="add mod">
          <ac:chgData name="Mattia Erné" userId="ad84ee6f-0a28-4445-b06f-f3738604603d" providerId="ADAL" clId="{D7217936-D10B-495D-A3C0-310279A38E76}" dt="2024-12-23T16:52:59.123" v="1590" actId="20577"/>
          <ac:spMkLst>
            <pc:docMk/>
            <pc:sldMk cId="1440571668" sldId="334"/>
            <ac:spMk id="20" creationId="{40144CF2-0EBB-0B7A-69D7-E144B8C9B6A6}"/>
          </ac:spMkLst>
        </pc:spChg>
        <pc:picChg chg="mod">
          <ac:chgData name="Mattia Erné" userId="ad84ee6f-0a28-4445-b06f-f3738604603d" providerId="ADAL" clId="{D7217936-D10B-495D-A3C0-310279A38E76}" dt="2024-12-23T16:46:55.585" v="1522" actId="207"/>
          <ac:picMkLst>
            <pc:docMk/>
            <pc:sldMk cId="1440571668" sldId="334"/>
            <ac:picMk id="4" creationId="{DBA2EEE1-CEA3-D3FC-B371-FF487201B780}"/>
          </ac:picMkLst>
        </pc:picChg>
        <pc:picChg chg="mod">
          <ac:chgData name="Mattia Erné" userId="ad84ee6f-0a28-4445-b06f-f3738604603d" providerId="ADAL" clId="{D7217936-D10B-495D-A3C0-310279A38E76}" dt="2024-12-23T16:46:59.278" v="1523" actId="207"/>
          <ac:picMkLst>
            <pc:docMk/>
            <pc:sldMk cId="1440571668" sldId="334"/>
            <ac:picMk id="6" creationId="{9E3D393B-980F-D22D-122A-CEA12767C29B}"/>
          </ac:picMkLst>
        </pc:picChg>
        <pc:picChg chg="mod">
          <ac:chgData name="Mattia Erné" userId="ad84ee6f-0a28-4445-b06f-f3738604603d" providerId="ADAL" clId="{D7217936-D10B-495D-A3C0-310279A38E76}" dt="2024-12-23T16:47:27.351" v="1527" actId="207"/>
          <ac:picMkLst>
            <pc:docMk/>
            <pc:sldMk cId="1440571668" sldId="334"/>
            <ac:picMk id="10" creationId="{685D5ED7-C013-D7E5-E1BE-B845EB0C59B0}"/>
          </ac:picMkLst>
        </pc:picChg>
        <pc:cxnChg chg="add mod">
          <ac:chgData name="Mattia Erné" userId="ad84ee6f-0a28-4445-b06f-f3738604603d" providerId="ADAL" clId="{D7217936-D10B-495D-A3C0-310279A38E76}" dt="2024-12-23T16:42:07.380" v="1471" actId="14100"/>
          <ac:cxnSpMkLst>
            <pc:docMk/>
            <pc:sldMk cId="1440571668" sldId="334"/>
            <ac:cxnSpMk id="22" creationId="{92B3742F-B118-341B-57CF-2510F686B8A7}"/>
          </ac:cxnSpMkLst>
        </pc:cxnChg>
        <pc:cxnChg chg="add mod">
          <ac:chgData name="Mattia Erné" userId="ad84ee6f-0a28-4445-b06f-f3738604603d" providerId="ADAL" clId="{D7217936-D10B-495D-A3C0-310279A38E76}" dt="2024-12-23T16:42:09.962" v="1472" actId="14100"/>
          <ac:cxnSpMkLst>
            <pc:docMk/>
            <pc:sldMk cId="1440571668" sldId="334"/>
            <ac:cxnSpMk id="25" creationId="{EC692A7C-DE83-A672-8AEC-65B2961A8C3D}"/>
          </ac:cxnSpMkLst>
        </pc:cxnChg>
        <pc:cxnChg chg="add mod">
          <ac:chgData name="Mattia Erné" userId="ad84ee6f-0a28-4445-b06f-f3738604603d" providerId="ADAL" clId="{D7217936-D10B-495D-A3C0-310279A38E76}" dt="2024-12-23T16:42:12.889" v="1473" actId="14100"/>
          <ac:cxnSpMkLst>
            <pc:docMk/>
            <pc:sldMk cId="1440571668" sldId="334"/>
            <ac:cxnSpMk id="30" creationId="{8FC85FD2-07A9-C934-5BB3-F0EDFA61BD25}"/>
          </ac:cxnSpMkLst>
        </pc:cxn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235725" sldId="335"/>
        </pc:sldMkLst>
        <pc:spChg chg="mod">
          <ac:chgData name="Mattia Erné" userId="ad84ee6f-0a28-4445-b06f-f3738604603d" providerId="ADAL" clId="{D7217936-D10B-495D-A3C0-310279A38E76}" dt="2024-12-23T18:13:05.063" v="2287" actId="20577"/>
          <ac:spMkLst>
            <pc:docMk/>
            <pc:sldMk cId="27235725" sldId="335"/>
            <ac:spMk id="2" creationId="{1DE57064-88D3-8FBB-0E67-8D7FCDA6DA3D}"/>
          </ac:spMkLst>
        </pc:spChg>
        <pc:spChg chg="add mod">
          <ac:chgData name="Mattia Erné" userId="ad84ee6f-0a28-4445-b06f-f3738604603d" providerId="ADAL" clId="{D7217936-D10B-495D-A3C0-310279A38E76}" dt="2024-12-23T17:01:44.191" v="1828" actId="1076"/>
          <ac:spMkLst>
            <pc:docMk/>
            <pc:sldMk cId="27235725" sldId="335"/>
            <ac:spMk id="32" creationId="{AE3191B7-555C-B59A-7208-FDDD59935981}"/>
          </ac:spMkLst>
        </pc:spChg>
        <pc:spChg chg="add mod">
          <ac:chgData name="Mattia Erné" userId="ad84ee6f-0a28-4445-b06f-f3738604603d" providerId="ADAL" clId="{D7217936-D10B-495D-A3C0-310279A38E76}" dt="2024-12-23T16:55:03.555" v="1644" actId="208"/>
          <ac:spMkLst>
            <pc:docMk/>
            <pc:sldMk cId="27235725" sldId="335"/>
            <ac:spMk id="33" creationId="{77BD483A-0B69-AB12-5818-C96C5B984D2D}"/>
          </ac:spMkLst>
        </pc:spChg>
        <pc:spChg chg="add mod">
          <ac:chgData name="Mattia Erné" userId="ad84ee6f-0a28-4445-b06f-f3738604603d" providerId="ADAL" clId="{D7217936-D10B-495D-A3C0-310279A38E76}" dt="2024-12-23T16:56:01.530" v="1661" actId="14100"/>
          <ac:spMkLst>
            <pc:docMk/>
            <pc:sldMk cId="27235725" sldId="335"/>
            <ac:spMk id="34" creationId="{8A117C56-8392-2D1E-17BD-A8FE6AFEEE53}"/>
          </ac:spMkLst>
        </pc:spChg>
        <pc:spChg chg="add mod">
          <ac:chgData name="Mattia Erné" userId="ad84ee6f-0a28-4445-b06f-f3738604603d" providerId="ADAL" clId="{D7217936-D10B-495D-A3C0-310279A38E76}" dt="2024-12-23T16:56:33.847" v="1666" actId="1076"/>
          <ac:spMkLst>
            <pc:docMk/>
            <pc:sldMk cId="27235725" sldId="335"/>
            <ac:spMk id="35" creationId="{729E4C6E-9BAE-3EE3-F8B9-C02D849B049F}"/>
          </ac:spMkLst>
        </pc:spChg>
        <pc:spChg chg="add mod">
          <ac:chgData name="Mattia Erné" userId="ad84ee6f-0a28-4445-b06f-f3738604603d" providerId="ADAL" clId="{D7217936-D10B-495D-A3C0-310279A38E76}" dt="2024-12-23T17:27:39.347" v="2014" actId="1076"/>
          <ac:spMkLst>
            <pc:docMk/>
            <pc:sldMk cId="27235725" sldId="335"/>
            <ac:spMk id="36" creationId="{BE60B6F5-7427-C2D4-9353-BE526DF738E8}"/>
          </ac:spMkLst>
        </pc:spChg>
        <pc:spChg chg="add mod">
          <ac:chgData name="Mattia Erné" userId="ad84ee6f-0a28-4445-b06f-f3738604603d" providerId="ADAL" clId="{D7217936-D10B-495D-A3C0-310279A38E76}" dt="2024-12-23T16:57:07.518" v="1668" actId="207"/>
          <ac:spMkLst>
            <pc:docMk/>
            <pc:sldMk cId="27235725" sldId="335"/>
            <ac:spMk id="51" creationId="{637B562C-C2D5-730C-5F6E-6BDF66B32A65}"/>
          </ac:spMkLst>
        </pc:spChg>
        <pc:spChg chg="add mod">
          <ac:chgData name="Mattia Erné" userId="ad84ee6f-0a28-4445-b06f-f3738604603d" providerId="ADAL" clId="{D7217936-D10B-495D-A3C0-310279A38E76}" dt="2024-12-23T16:46:03.350" v="1521"/>
          <ac:spMkLst>
            <pc:docMk/>
            <pc:sldMk cId="27235725" sldId="335"/>
            <ac:spMk id="52" creationId="{28FBB218-078F-C64B-EB64-BE43EB03825C}"/>
          </ac:spMkLst>
        </pc:spChg>
        <pc:spChg chg="add mod">
          <ac:chgData name="Mattia Erné" userId="ad84ee6f-0a28-4445-b06f-f3738604603d" providerId="ADAL" clId="{D7217936-D10B-495D-A3C0-310279A38E76}" dt="2024-12-23T16:46:03.350" v="1521"/>
          <ac:spMkLst>
            <pc:docMk/>
            <pc:sldMk cId="27235725" sldId="335"/>
            <ac:spMk id="53" creationId="{BB556760-66D0-96B2-2A5A-597AD3B42022}"/>
          </ac:spMkLst>
        </pc:spChg>
        <pc:spChg chg="add mod">
          <ac:chgData name="Mattia Erné" userId="ad84ee6f-0a28-4445-b06f-f3738604603d" providerId="ADAL" clId="{D7217936-D10B-495D-A3C0-310279A38E76}" dt="2024-12-23T16:49:55.189" v="1539" actId="1076"/>
          <ac:spMkLst>
            <pc:docMk/>
            <pc:sldMk cId="27235725" sldId="335"/>
            <ac:spMk id="54" creationId="{06822F48-88B8-47EB-6697-5A9C393C6D28}"/>
          </ac:spMkLst>
        </pc:spChg>
        <pc:spChg chg="add mod">
          <ac:chgData name="Mattia Erné" userId="ad84ee6f-0a28-4445-b06f-f3738604603d" providerId="ADAL" clId="{D7217936-D10B-495D-A3C0-310279A38E76}" dt="2024-12-23T16:46:03.350" v="1521"/>
          <ac:spMkLst>
            <pc:docMk/>
            <pc:sldMk cId="27235725" sldId="335"/>
            <ac:spMk id="55" creationId="{EEFD329B-1DA8-EDF0-15B4-B608002B421E}"/>
          </ac:spMkLst>
        </pc:spChg>
        <pc:spChg chg="add mod">
          <ac:chgData name="Mattia Erné" userId="ad84ee6f-0a28-4445-b06f-f3738604603d" providerId="ADAL" clId="{D7217936-D10B-495D-A3C0-310279A38E76}" dt="2024-12-23T16:46:03.350" v="1521"/>
          <ac:spMkLst>
            <pc:docMk/>
            <pc:sldMk cId="27235725" sldId="335"/>
            <ac:spMk id="56" creationId="{D2EF80B8-0ED5-4327-EC9A-D10108969CE6}"/>
          </ac:spMkLst>
        </pc:spChg>
        <pc:grpChg chg="add mod">
          <ac:chgData name="Mattia Erné" userId="ad84ee6f-0a28-4445-b06f-f3738604603d" providerId="ADAL" clId="{D7217936-D10B-495D-A3C0-310279A38E76}" dt="2024-12-23T16:51:30.886" v="1548"/>
          <ac:grpSpMkLst>
            <pc:docMk/>
            <pc:sldMk cId="27235725" sldId="335"/>
            <ac:grpSpMk id="17" creationId="{9ED23AD0-164E-7979-4816-6F5DF1935366}"/>
          </ac:grpSpMkLst>
        </pc:grp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19" creationId="{582873EA-F097-13FE-BB6D-A03350A77CB0}"/>
          </ac:picMkLst>
        </pc:picChg>
        <pc:picChg chg="mod">
          <ac:chgData name="Mattia Erné" userId="ad84ee6f-0a28-4445-b06f-f3738604603d" providerId="ADAL" clId="{D7217936-D10B-495D-A3C0-310279A38E76}" dt="2024-12-23T16:57:18.480" v="1670" actId="207"/>
          <ac:picMkLst>
            <pc:docMk/>
            <pc:sldMk cId="27235725" sldId="335"/>
            <ac:picMk id="21" creationId="{CBF81D6F-4373-2E22-B37A-0C8FDF99BD33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3" creationId="{8D91A600-EA02-23E7-F9DF-5D8FA3CF4B10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4" creationId="{47C41030-555B-F7A6-FD9B-BF130CCF5FDD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6" creationId="{2CE3ABE0-42E5-4F13-E030-6888F83477EF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7" creationId="{750FC57D-7FB6-7EF4-4E41-562191850627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8" creationId="{25AD8D53-5DB3-EC3E-0E26-557568AFE0A1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29" creationId="{487CA440-9DA9-2573-AE0B-4AA3C825C680}"/>
          </ac:picMkLst>
        </pc:picChg>
        <pc:picChg chg="mod">
          <ac:chgData name="Mattia Erné" userId="ad84ee6f-0a28-4445-b06f-f3738604603d" providerId="ADAL" clId="{D7217936-D10B-495D-A3C0-310279A38E76}" dt="2024-12-23T16:51:30.886" v="1548"/>
          <ac:picMkLst>
            <pc:docMk/>
            <pc:sldMk cId="27235725" sldId="335"/>
            <ac:picMk id="31" creationId="{FDDECA8D-7990-039B-445B-9F14E3456260}"/>
          </ac:picMkLst>
        </pc:picChg>
        <pc:cxnChg chg="mod">
          <ac:chgData name="Mattia Erné" userId="ad84ee6f-0a28-4445-b06f-f3738604603d" providerId="ADAL" clId="{D7217936-D10B-495D-A3C0-310279A38E76}" dt="2024-12-23T16:51:30.886" v="1548"/>
          <ac:cxnSpMkLst>
            <pc:docMk/>
            <pc:sldMk cId="27235725" sldId="335"/>
            <ac:cxnSpMk id="18" creationId="{6D091E44-7F49-532F-BBC8-69AE7333F77A}"/>
          </ac:cxnSpMkLst>
        </pc:cxnChg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2875468982" sldId="336"/>
        </pc:sldMkLst>
        <pc:spChg chg="mod">
          <ac:chgData name="Mattia Erné" userId="ad84ee6f-0a28-4445-b06f-f3738604603d" providerId="ADAL" clId="{D7217936-D10B-495D-A3C0-310279A38E76}" dt="2024-12-23T16:49:35.104" v="1538" actId="113"/>
          <ac:spMkLst>
            <pc:docMk/>
            <pc:sldMk cId="2875468982" sldId="336"/>
            <ac:spMk id="2" creationId="{2A39C63F-055D-7A8D-7C8B-78E7E081EF21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911458217" sldId="337"/>
        </pc:sldMkLst>
        <pc:spChg chg="add mod">
          <ac:chgData name="Mattia Erné" userId="ad84ee6f-0a28-4445-b06f-f3738604603d" providerId="ADAL" clId="{D7217936-D10B-495D-A3C0-310279A38E76}" dt="2024-12-24T13:29:40.693" v="6886"/>
          <ac:spMkLst>
            <pc:docMk/>
            <pc:sldMk cId="911458217" sldId="337"/>
            <ac:spMk id="2" creationId="{34EA0251-A6C9-1985-79F8-281E6EBDCD82}"/>
          </ac:spMkLst>
        </pc:spChg>
        <pc:spChg chg="add mod">
          <ac:chgData name="Mattia Erné" userId="ad84ee6f-0a28-4445-b06f-f3738604603d" providerId="ADAL" clId="{D7217936-D10B-495D-A3C0-310279A38E76}" dt="2024-12-23T18:13:15.517" v="2289"/>
          <ac:spMkLst>
            <pc:docMk/>
            <pc:sldMk cId="911458217" sldId="337"/>
            <ac:spMk id="3" creationId="{0BFF0635-7645-12BE-18E7-E29DAC8F785B}"/>
          </ac:spMkLst>
        </pc:spChg>
        <pc:spChg chg="mod">
          <ac:chgData name="Mattia Erné" userId="ad84ee6f-0a28-4445-b06f-f3738604603d" providerId="ADAL" clId="{D7217936-D10B-495D-A3C0-310279A38E76}" dt="2024-12-23T17:01:55.003" v="1829" actId="1076"/>
          <ac:spMkLst>
            <pc:docMk/>
            <pc:sldMk cId="911458217" sldId="337"/>
            <ac:spMk id="32" creationId="{78461CC6-9002-2402-AAE9-1D09F2F0C5E8}"/>
          </ac:spMkLst>
        </pc:spChg>
        <pc:spChg chg="add del">
          <ac:chgData name="Mattia Erné" userId="ad84ee6f-0a28-4445-b06f-f3738604603d" providerId="ADAL" clId="{D7217936-D10B-495D-A3C0-310279A38E76}" dt="2024-12-23T17:00:29.475" v="1824" actId="478"/>
          <ac:spMkLst>
            <pc:docMk/>
            <pc:sldMk cId="911458217" sldId="337"/>
            <ac:spMk id="33" creationId="{1818B0B0-36BC-046F-0A27-671EAB996590}"/>
          </ac:spMkLst>
        </pc:spChg>
        <pc:spChg chg="mod">
          <ac:chgData name="Mattia Erné" userId="ad84ee6f-0a28-4445-b06f-f3738604603d" providerId="ADAL" clId="{D7217936-D10B-495D-A3C0-310279A38E76}" dt="2024-12-23T17:00:43.914" v="1825" actId="208"/>
          <ac:spMkLst>
            <pc:docMk/>
            <pc:sldMk cId="911458217" sldId="337"/>
            <ac:spMk id="34" creationId="{021AECBC-DCE8-B161-542A-308590CC6C92}"/>
          </ac:spMkLst>
        </pc:spChg>
        <pc:spChg chg="add del">
          <ac:chgData name="Mattia Erné" userId="ad84ee6f-0a28-4445-b06f-f3738604603d" providerId="ADAL" clId="{D7217936-D10B-495D-A3C0-310279A38E76}" dt="2024-12-23T17:00:28.673" v="1823" actId="478"/>
          <ac:spMkLst>
            <pc:docMk/>
            <pc:sldMk cId="911458217" sldId="337"/>
            <ac:spMk id="35" creationId="{FBEC726E-EB81-1BAC-9A1C-941B29BD8A5F}"/>
          </ac:spMkLst>
        </pc:spChg>
        <pc:spChg chg="mod">
          <ac:chgData name="Mattia Erné" userId="ad84ee6f-0a28-4445-b06f-f3738604603d" providerId="ADAL" clId="{D7217936-D10B-495D-A3C0-310279A38E76}" dt="2024-12-23T17:01:00.570" v="1827" actId="207"/>
          <ac:spMkLst>
            <pc:docMk/>
            <pc:sldMk cId="911458217" sldId="337"/>
            <ac:spMk id="51" creationId="{C44FA3D5-93D6-C1A9-EC5F-739808E22D4E}"/>
          </ac:spMkLst>
        </pc:spChg>
        <pc:picChg chg="mod">
          <ac:chgData name="Mattia Erné" userId="ad84ee6f-0a28-4445-b06f-f3738604603d" providerId="ADAL" clId="{D7217936-D10B-495D-A3C0-310279A38E76}" dt="2024-12-23T17:00:52.920" v="1826" actId="207"/>
          <ac:picMkLst>
            <pc:docMk/>
            <pc:sldMk cId="911458217" sldId="337"/>
            <ac:picMk id="21" creationId="{8AA6E997-49D2-8428-45C2-8408759C7F22}"/>
          </ac:picMkLst>
        </pc:picChg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1845712574" sldId="338"/>
        </pc:sldMkLst>
        <pc:spChg chg="add mod">
          <ac:chgData name="Mattia Erné" userId="ad84ee6f-0a28-4445-b06f-f3738604603d" providerId="ADAL" clId="{D7217936-D10B-495D-A3C0-310279A38E76}" dt="2024-12-23T17:28:32.747" v="2015"/>
          <ac:spMkLst>
            <pc:docMk/>
            <pc:sldMk cId="1845712574" sldId="338"/>
            <ac:spMk id="3" creationId="{EDF6A80E-87A9-49C7-8AAA-C5B561201EB3}"/>
          </ac:spMkLst>
        </pc:spChg>
        <pc:spChg chg="add mod">
          <ac:chgData name="Mattia Erné" userId="ad84ee6f-0a28-4445-b06f-f3738604603d" providerId="ADAL" clId="{D7217936-D10B-495D-A3C0-310279A38E76}" dt="2024-12-23T18:13:18.695" v="2291"/>
          <ac:spMkLst>
            <pc:docMk/>
            <pc:sldMk cId="1845712574" sldId="338"/>
            <ac:spMk id="4" creationId="{0955406F-68DD-33D1-F710-607E0D01208C}"/>
          </ac:spMkLst>
        </pc:spChg>
        <pc:spChg chg="mod">
          <ac:chgData name="Mattia Erné" userId="ad84ee6f-0a28-4445-b06f-f3738604603d" providerId="ADAL" clId="{D7217936-D10B-495D-A3C0-310279A38E76}" dt="2024-12-23T17:04:34.961" v="1847" actId="20577"/>
          <ac:spMkLst>
            <pc:docMk/>
            <pc:sldMk cId="1845712574" sldId="338"/>
            <ac:spMk id="32" creationId="{21F5700C-98E6-68C9-6333-EE7046D8F7D6}"/>
          </ac:spMkLst>
        </pc:spChg>
        <pc:spChg chg="mod">
          <ac:chgData name="Mattia Erné" userId="ad84ee6f-0a28-4445-b06f-f3738604603d" providerId="ADAL" clId="{D7217936-D10B-495D-A3C0-310279A38E76}" dt="2024-12-23T17:05:51.672" v="1857" actId="14100"/>
          <ac:spMkLst>
            <pc:docMk/>
            <pc:sldMk cId="1845712574" sldId="338"/>
            <ac:spMk id="33" creationId="{012DD9F8-D1CF-D288-6B01-6C9966640C2B}"/>
          </ac:spMkLst>
        </pc:spChg>
        <pc:spChg chg="mod">
          <ac:chgData name="Mattia Erné" userId="ad84ee6f-0a28-4445-b06f-f3738604603d" providerId="ADAL" clId="{D7217936-D10B-495D-A3C0-310279A38E76}" dt="2024-12-23T17:05:45.735" v="1856" actId="14100"/>
          <ac:spMkLst>
            <pc:docMk/>
            <pc:sldMk cId="1845712574" sldId="338"/>
            <ac:spMk id="34" creationId="{8FE7875B-4190-0374-B5D7-F0252BED3AA8}"/>
          </ac:spMkLst>
        </pc:spChg>
        <pc:spChg chg="mod">
          <ac:chgData name="Mattia Erné" userId="ad84ee6f-0a28-4445-b06f-f3738604603d" providerId="ADAL" clId="{D7217936-D10B-495D-A3C0-310279A38E76}" dt="2024-12-23T17:05:29.584" v="1854" actId="14100"/>
          <ac:spMkLst>
            <pc:docMk/>
            <pc:sldMk cId="1845712574" sldId="338"/>
            <ac:spMk id="35" creationId="{2F1C917B-D68B-5FCE-FC6B-061CAD53D180}"/>
          </ac:spMkLst>
        </pc:spChg>
        <pc:spChg chg="mod">
          <ac:chgData name="Mattia Erné" userId="ad84ee6f-0a28-4445-b06f-f3738604603d" providerId="ADAL" clId="{D7217936-D10B-495D-A3C0-310279A38E76}" dt="2024-12-23T17:04:58.315" v="1850" actId="207"/>
          <ac:spMkLst>
            <pc:docMk/>
            <pc:sldMk cId="1845712574" sldId="338"/>
            <ac:spMk id="51" creationId="{8AAB4A71-4D9B-2006-2D27-5784E8619DF7}"/>
          </ac:spMkLst>
        </pc:spChg>
        <pc:spChg chg="mod">
          <ac:chgData name="Mattia Erné" userId="ad84ee6f-0a28-4445-b06f-f3738604603d" providerId="ADAL" clId="{D7217936-D10B-495D-A3C0-310279A38E76}" dt="2024-12-23T17:04:53.491" v="1849" actId="207"/>
          <ac:spMkLst>
            <pc:docMk/>
            <pc:sldMk cId="1845712574" sldId="338"/>
            <ac:spMk id="52" creationId="{E2FC423C-1D43-3082-C853-688362BDEB65}"/>
          </ac:spMkLst>
        </pc:spChg>
        <pc:picChg chg="mod">
          <ac:chgData name="Mattia Erné" userId="ad84ee6f-0a28-4445-b06f-f3738604603d" providerId="ADAL" clId="{D7217936-D10B-495D-A3C0-310279A38E76}" dt="2024-12-23T17:05:09.180" v="1853" actId="207"/>
          <ac:picMkLst>
            <pc:docMk/>
            <pc:sldMk cId="1845712574" sldId="338"/>
            <ac:picMk id="21" creationId="{42CDA3E0-823F-93E8-CCF0-1E3E4F948A42}"/>
          </ac:picMkLst>
        </pc:picChg>
        <pc:picChg chg="mod">
          <ac:chgData name="Mattia Erné" userId="ad84ee6f-0a28-4445-b06f-f3738604603d" providerId="ADAL" clId="{D7217936-D10B-495D-A3C0-310279A38E76}" dt="2024-12-23T17:04:46.480" v="1848" actId="207"/>
          <ac:picMkLst>
            <pc:docMk/>
            <pc:sldMk cId="1845712574" sldId="338"/>
            <ac:picMk id="24" creationId="{2FF81061-5D62-8DCD-9CCE-A7F23C07CAFD}"/>
          </ac:picMkLst>
        </pc:picChg>
      </pc:sldChg>
      <pc:sldChg chg="add del">
        <pc:chgData name="Mattia Erné" userId="ad84ee6f-0a28-4445-b06f-f3738604603d" providerId="ADAL" clId="{D7217936-D10B-495D-A3C0-310279A38E76}" dt="2024-12-23T17:04:10.402" v="1831" actId="2696"/>
        <pc:sldMkLst>
          <pc:docMk/>
          <pc:sldMk cId="4001002055" sldId="338"/>
        </pc:sldMkLst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859228449" sldId="339"/>
        </pc:sldMkLst>
        <pc:spChg chg="add mod">
          <ac:chgData name="Mattia Erné" userId="ad84ee6f-0a28-4445-b06f-f3738604603d" providerId="ADAL" clId="{D7217936-D10B-495D-A3C0-310279A38E76}" dt="2024-12-24T13:29:43.792" v="6887"/>
          <ac:spMkLst>
            <pc:docMk/>
            <pc:sldMk cId="3859228449" sldId="339"/>
            <ac:spMk id="2" creationId="{387D91DC-D18F-45B2-967D-39514B4301DC}"/>
          </ac:spMkLst>
        </pc:spChg>
        <pc:spChg chg="add mod">
          <ac:chgData name="Mattia Erné" userId="ad84ee6f-0a28-4445-b06f-f3738604603d" providerId="ADAL" clId="{D7217936-D10B-495D-A3C0-310279A38E76}" dt="2024-12-23T17:07:42.473" v="1864" actId="12788"/>
          <ac:spMkLst>
            <pc:docMk/>
            <pc:sldMk cId="3859228449" sldId="339"/>
            <ac:spMk id="3" creationId="{F891FA04-7DC0-1F94-CD58-249E9D7B74A5}"/>
          </ac:spMkLst>
        </pc:spChg>
        <pc:spChg chg="add mod">
          <ac:chgData name="Mattia Erné" userId="ad84ee6f-0a28-4445-b06f-f3738604603d" providerId="ADAL" clId="{D7217936-D10B-495D-A3C0-310279A38E76}" dt="2024-12-23T18:13:22.309" v="2293"/>
          <ac:spMkLst>
            <pc:docMk/>
            <pc:sldMk cId="3859228449" sldId="339"/>
            <ac:spMk id="4" creationId="{3A7982BE-57B9-66A1-ACFD-53651F66DDC9}"/>
          </ac:spMkLst>
        </pc:spChg>
        <pc:spChg chg="mod">
          <ac:chgData name="Mattia Erné" userId="ad84ee6f-0a28-4445-b06f-f3738604603d" providerId="ADAL" clId="{D7217936-D10B-495D-A3C0-310279A38E76}" dt="2024-12-23T17:06:48.179" v="1861" actId="208"/>
          <ac:spMkLst>
            <pc:docMk/>
            <pc:sldMk cId="3859228449" sldId="339"/>
            <ac:spMk id="34" creationId="{7F581214-76D0-BB6C-4C4E-EC258561EC30}"/>
          </ac:spMkLst>
        </pc:spChg>
        <pc:spChg chg="mod">
          <ac:chgData name="Mattia Erné" userId="ad84ee6f-0a28-4445-b06f-f3738604603d" providerId="ADAL" clId="{D7217936-D10B-495D-A3C0-310279A38E76}" dt="2024-12-23T17:06:57.185" v="1863" actId="207"/>
          <ac:spMkLst>
            <pc:docMk/>
            <pc:sldMk cId="3859228449" sldId="339"/>
            <ac:spMk id="52" creationId="{01CC01BC-B44E-4811-58BA-8DB5014AFFFF}"/>
          </ac:spMkLst>
        </pc:spChg>
        <pc:picChg chg="mod">
          <ac:chgData name="Mattia Erné" userId="ad84ee6f-0a28-4445-b06f-f3738604603d" providerId="ADAL" clId="{D7217936-D10B-495D-A3C0-310279A38E76}" dt="2024-12-23T17:06:53.010" v="1862" actId="207"/>
          <ac:picMkLst>
            <pc:docMk/>
            <pc:sldMk cId="3859228449" sldId="339"/>
            <ac:picMk id="24" creationId="{27D99666-64E4-8F7D-DB7B-CEAB33BF2187}"/>
          </ac:picMkLst>
        </pc:picChg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3663837875" sldId="340"/>
        </pc:sldMkLst>
        <pc:spChg chg="add mod">
          <ac:chgData name="Mattia Erné" userId="ad84ee6f-0a28-4445-b06f-f3738604603d" providerId="ADAL" clId="{D7217936-D10B-495D-A3C0-310279A38E76}" dt="2024-12-24T13:29:47.191" v="6888"/>
          <ac:spMkLst>
            <pc:docMk/>
            <pc:sldMk cId="3663837875" sldId="340"/>
            <ac:spMk id="2" creationId="{F539D83A-70C2-C49B-C834-9B6C06C9B8B0}"/>
          </ac:spMkLst>
        </pc:spChg>
        <pc:spChg chg="add mod">
          <ac:chgData name="Mattia Erné" userId="ad84ee6f-0a28-4445-b06f-f3738604603d" providerId="ADAL" clId="{D7217936-D10B-495D-A3C0-310279A38E76}" dt="2024-12-23T18:13:26.587" v="2295"/>
          <ac:spMkLst>
            <pc:docMk/>
            <pc:sldMk cId="3663837875" sldId="340"/>
            <ac:spMk id="4" creationId="{BAFAB0FC-B657-46E5-7BD0-EC818174EB2C}"/>
          </ac:spMkLst>
        </pc:spChg>
        <pc:spChg chg="mod">
          <ac:chgData name="Mattia Erné" userId="ad84ee6f-0a28-4445-b06f-f3738604603d" providerId="ADAL" clId="{D7217936-D10B-495D-A3C0-310279A38E76}" dt="2024-12-23T17:31:55.740" v="2031" actId="1076"/>
          <ac:spMkLst>
            <pc:docMk/>
            <pc:sldMk cId="3663837875" sldId="340"/>
            <ac:spMk id="32" creationId="{CD5664BA-C32E-EEFF-3931-3A0D0DE7BBCF}"/>
          </ac:spMkLst>
        </pc:spChg>
        <pc:spChg chg="mod">
          <ac:chgData name="Mattia Erné" userId="ad84ee6f-0a28-4445-b06f-f3738604603d" providerId="ADAL" clId="{D7217936-D10B-495D-A3C0-310279A38E76}" dt="2024-12-23T17:10:13.830" v="1957" actId="207"/>
          <ac:spMkLst>
            <pc:docMk/>
            <pc:sldMk cId="3663837875" sldId="340"/>
            <ac:spMk id="52" creationId="{7B91A232-3FD9-F02E-3DE7-3143A9570D31}"/>
          </ac:spMkLst>
        </pc:spChg>
        <pc:spChg chg="mod">
          <ac:chgData name="Mattia Erné" userId="ad84ee6f-0a28-4445-b06f-f3738604603d" providerId="ADAL" clId="{D7217936-D10B-495D-A3C0-310279A38E76}" dt="2024-12-23T17:10:13.830" v="1957" actId="207"/>
          <ac:spMkLst>
            <pc:docMk/>
            <pc:sldMk cId="3663837875" sldId="340"/>
            <ac:spMk id="53" creationId="{1905A6CC-3CD0-CA2B-0974-1332418852B6}"/>
          </ac:spMkLst>
        </pc:spChg>
        <pc:spChg chg="mod">
          <ac:chgData name="Mattia Erné" userId="ad84ee6f-0a28-4445-b06f-f3738604603d" providerId="ADAL" clId="{D7217936-D10B-495D-A3C0-310279A38E76}" dt="2024-12-23T17:10:34.385" v="1959" actId="207"/>
          <ac:spMkLst>
            <pc:docMk/>
            <pc:sldMk cId="3663837875" sldId="340"/>
            <ac:spMk id="54" creationId="{D000B908-0742-A4AC-DAD2-68881552884F}"/>
          </ac:spMkLst>
        </pc:spChg>
        <pc:spChg chg="mod">
          <ac:chgData name="Mattia Erné" userId="ad84ee6f-0a28-4445-b06f-f3738604603d" providerId="ADAL" clId="{D7217936-D10B-495D-A3C0-310279A38E76}" dt="2024-12-23T17:10:34.385" v="1959" actId="207"/>
          <ac:spMkLst>
            <pc:docMk/>
            <pc:sldMk cId="3663837875" sldId="340"/>
            <ac:spMk id="55" creationId="{049460C2-4349-FE6D-4698-2D0EE5A8881C}"/>
          </ac:spMkLst>
        </pc:spChg>
        <pc:spChg chg="mod">
          <ac:chgData name="Mattia Erné" userId="ad84ee6f-0a28-4445-b06f-f3738604603d" providerId="ADAL" clId="{D7217936-D10B-495D-A3C0-310279A38E76}" dt="2024-12-23T17:10:34.385" v="1959" actId="207"/>
          <ac:spMkLst>
            <pc:docMk/>
            <pc:sldMk cId="3663837875" sldId="340"/>
            <ac:spMk id="56" creationId="{730FCB23-6627-7721-E26F-90D0DBE6509D}"/>
          </ac:spMkLst>
        </pc:spChg>
        <pc:picChg chg="mod">
          <ac:chgData name="Mattia Erné" userId="ad84ee6f-0a28-4445-b06f-f3738604603d" providerId="ADAL" clId="{D7217936-D10B-495D-A3C0-310279A38E76}" dt="2024-12-23T17:10:09.766" v="1956" actId="207"/>
          <ac:picMkLst>
            <pc:docMk/>
            <pc:sldMk cId="3663837875" sldId="340"/>
            <ac:picMk id="24" creationId="{9D1FD45B-B07E-D641-92B5-9AE374555CA3}"/>
          </ac:picMkLst>
        </pc:picChg>
        <pc:picChg chg="mod">
          <ac:chgData name="Mattia Erné" userId="ad84ee6f-0a28-4445-b06f-f3738604603d" providerId="ADAL" clId="{D7217936-D10B-495D-A3C0-310279A38E76}" dt="2024-12-23T17:10:09.766" v="1956" actId="207"/>
          <ac:picMkLst>
            <pc:docMk/>
            <pc:sldMk cId="3663837875" sldId="340"/>
            <ac:picMk id="26" creationId="{CB356CC1-4501-6709-218C-46A5A8117276}"/>
          </ac:picMkLst>
        </pc:picChg>
        <pc:picChg chg="mod">
          <ac:chgData name="Mattia Erné" userId="ad84ee6f-0a28-4445-b06f-f3738604603d" providerId="ADAL" clId="{D7217936-D10B-495D-A3C0-310279A38E76}" dt="2024-12-23T17:10:24.541" v="1958" actId="207"/>
          <ac:picMkLst>
            <pc:docMk/>
            <pc:sldMk cId="3663837875" sldId="340"/>
            <ac:picMk id="27" creationId="{612FE7F7-F57D-7D93-10D9-BBD5CE7C2F76}"/>
          </ac:picMkLst>
        </pc:picChg>
        <pc:picChg chg="mod">
          <ac:chgData name="Mattia Erné" userId="ad84ee6f-0a28-4445-b06f-f3738604603d" providerId="ADAL" clId="{D7217936-D10B-495D-A3C0-310279A38E76}" dt="2024-12-23T17:10:24.541" v="1958" actId="207"/>
          <ac:picMkLst>
            <pc:docMk/>
            <pc:sldMk cId="3663837875" sldId="340"/>
            <ac:picMk id="29" creationId="{8E74BDFF-1B3A-6A2C-A4FE-A5448889E371}"/>
          </ac:picMkLst>
        </pc:picChg>
        <pc:picChg chg="mod">
          <ac:chgData name="Mattia Erné" userId="ad84ee6f-0a28-4445-b06f-f3738604603d" providerId="ADAL" clId="{D7217936-D10B-495D-A3C0-310279A38E76}" dt="2024-12-23T17:10:24.541" v="1958" actId="207"/>
          <ac:picMkLst>
            <pc:docMk/>
            <pc:sldMk cId="3663837875" sldId="340"/>
            <ac:picMk id="31" creationId="{6805F597-876A-7346-BE71-52C032A7C29D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497543814" sldId="341"/>
        </pc:sldMkLst>
        <pc:spChg chg="add mod">
          <ac:chgData name="Mattia Erné" userId="ad84ee6f-0a28-4445-b06f-f3738604603d" providerId="ADAL" clId="{D7217936-D10B-495D-A3C0-310279A38E76}" dt="2024-12-23T17:30:40.487" v="2021" actId="14100"/>
          <ac:spMkLst>
            <pc:docMk/>
            <pc:sldMk cId="2497543814" sldId="341"/>
            <ac:spMk id="3" creationId="{02C757E4-EF6A-EA61-935C-F6556779BB3A}"/>
          </ac:spMkLst>
        </pc:spChg>
        <pc:spChg chg="add mod">
          <ac:chgData name="Mattia Erné" userId="ad84ee6f-0a28-4445-b06f-f3738604603d" providerId="ADAL" clId="{D7217936-D10B-495D-A3C0-310279A38E76}" dt="2024-12-23T17:30:57.697" v="2024" actId="14100"/>
          <ac:spMkLst>
            <pc:docMk/>
            <pc:sldMk cId="2497543814" sldId="341"/>
            <ac:spMk id="4" creationId="{9B4E1427-322C-F165-5F18-1D6464819442}"/>
          </ac:spMkLst>
        </pc:spChg>
        <pc:spChg chg="add mod">
          <ac:chgData name="Mattia Erné" userId="ad84ee6f-0a28-4445-b06f-f3738604603d" providerId="ADAL" clId="{D7217936-D10B-495D-A3C0-310279A38E76}" dt="2024-12-23T17:31:12.561" v="2026" actId="14100"/>
          <ac:spMkLst>
            <pc:docMk/>
            <pc:sldMk cId="2497543814" sldId="341"/>
            <ac:spMk id="5" creationId="{445C5E87-D9F6-66AE-0B61-1253F335C82B}"/>
          </ac:spMkLst>
        </pc:spChg>
        <pc:spChg chg="add mod">
          <ac:chgData name="Mattia Erné" userId="ad84ee6f-0a28-4445-b06f-f3738604603d" providerId="ADAL" clId="{D7217936-D10B-495D-A3C0-310279A38E76}" dt="2024-12-23T17:30:48.572" v="2022" actId="1076"/>
          <ac:spMkLst>
            <pc:docMk/>
            <pc:sldMk cId="2497543814" sldId="341"/>
            <ac:spMk id="6" creationId="{89356354-BAFB-73E0-55D4-51E928D45543}"/>
          </ac:spMkLst>
        </pc:spChg>
        <pc:spChg chg="add mod">
          <ac:chgData name="Mattia Erné" userId="ad84ee6f-0a28-4445-b06f-f3738604603d" providerId="ADAL" clId="{D7217936-D10B-495D-A3C0-310279A38E76}" dt="2024-12-23T17:31:07.002" v="2025" actId="1076"/>
          <ac:spMkLst>
            <pc:docMk/>
            <pc:sldMk cId="2497543814" sldId="341"/>
            <ac:spMk id="7" creationId="{DE916F31-4CEA-CB29-F3E3-3058BA74352D}"/>
          </ac:spMkLst>
        </pc:spChg>
        <pc:spChg chg="add mod">
          <ac:chgData name="Mattia Erné" userId="ad84ee6f-0a28-4445-b06f-f3738604603d" providerId="ADAL" clId="{D7217936-D10B-495D-A3C0-310279A38E76}" dt="2024-12-23T17:31:20.705" v="2027" actId="1076"/>
          <ac:spMkLst>
            <pc:docMk/>
            <pc:sldMk cId="2497543814" sldId="341"/>
            <ac:spMk id="8" creationId="{48DBA2DA-F560-02D8-E148-47FF5AFF402E}"/>
          </ac:spMkLst>
        </pc:spChg>
        <pc:spChg chg="add mod">
          <ac:chgData name="Mattia Erné" userId="ad84ee6f-0a28-4445-b06f-f3738604603d" providerId="ADAL" clId="{D7217936-D10B-495D-A3C0-310279A38E76}" dt="2024-12-23T18:13:30.433" v="2297"/>
          <ac:spMkLst>
            <pc:docMk/>
            <pc:sldMk cId="2497543814" sldId="341"/>
            <ac:spMk id="9" creationId="{59AFEAF0-BFC9-5C07-6D84-0D53D9243B94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5-01-04T13:59:27.407" v="22164" actId="20577"/>
        <pc:sldMkLst>
          <pc:docMk/>
          <pc:sldMk cId="2282637671" sldId="342"/>
        </pc:sldMkLst>
        <pc:spChg chg="add mod">
          <ac:chgData name="Mattia Erné" userId="ad84ee6f-0a28-4445-b06f-f3738604603d" providerId="ADAL" clId="{D7217936-D10B-495D-A3C0-310279A38E76}" dt="2025-01-04T13:59:27.407" v="22164" actId="20577"/>
          <ac:spMkLst>
            <pc:docMk/>
            <pc:sldMk cId="2282637671" sldId="342"/>
            <ac:spMk id="9" creationId="{70CF2ACE-BE9D-267A-6172-DDA170819774}"/>
          </ac:spMkLst>
        </pc:spChg>
        <pc:spChg chg="add mod">
          <ac:chgData name="Mattia Erné" userId="ad84ee6f-0a28-4445-b06f-f3738604603d" providerId="ADAL" clId="{D7217936-D10B-495D-A3C0-310279A38E76}" dt="2024-12-23T18:13:39.715" v="2299"/>
          <ac:spMkLst>
            <pc:docMk/>
            <pc:sldMk cId="2282637671" sldId="342"/>
            <ac:spMk id="10" creationId="{BD476855-4591-FDC1-6ACA-E4BFE4A9645D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115100626" sldId="343"/>
        </pc:sldMkLst>
        <pc:spChg chg="mod">
          <ac:chgData name="Mattia Erné" userId="ad84ee6f-0a28-4445-b06f-f3738604603d" providerId="ADAL" clId="{D7217936-D10B-495D-A3C0-310279A38E76}" dt="2024-12-23T18:27:58.113" v="2623" actId="20577"/>
          <ac:spMkLst>
            <pc:docMk/>
            <pc:sldMk cId="3115100626" sldId="343"/>
            <ac:spMk id="2" creationId="{11452FC9-1AE3-6F5D-AD16-06BE5E195656}"/>
          </ac:spMkLst>
        </pc:spChg>
        <pc:spChg chg="mod">
          <ac:chgData name="Mattia Erné" userId="ad84ee6f-0a28-4445-b06f-f3738604603d" providerId="ADAL" clId="{D7217936-D10B-495D-A3C0-310279A38E76}" dt="2024-12-23T18:07:52.187" v="2159" actId="14100"/>
          <ac:spMkLst>
            <pc:docMk/>
            <pc:sldMk cId="3115100626" sldId="343"/>
            <ac:spMk id="4" creationId="{98B2C7C3-D416-9156-AB07-0A6C78AB6A37}"/>
          </ac:spMkLst>
        </pc:spChg>
        <pc:spChg chg="mod">
          <ac:chgData name="Mattia Erné" userId="ad84ee6f-0a28-4445-b06f-f3738604603d" providerId="ADAL" clId="{D7217936-D10B-495D-A3C0-310279A38E76}" dt="2024-12-23T18:07:57.697" v="2160" actId="1076"/>
          <ac:spMkLst>
            <pc:docMk/>
            <pc:sldMk cId="3115100626" sldId="343"/>
            <ac:spMk id="7" creationId="{CD7AB544-FC5C-90FD-59DF-186968FB27E4}"/>
          </ac:spMkLst>
        </pc:spChg>
        <pc:spChg chg="add mod">
          <ac:chgData name="Mattia Erné" userId="ad84ee6f-0a28-4445-b06f-f3738604603d" providerId="ADAL" clId="{D7217936-D10B-495D-A3C0-310279A38E76}" dt="2024-12-23T18:28:53.188" v="2628" actId="1076"/>
          <ac:spMkLst>
            <pc:docMk/>
            <pc:sldMk cId="3115100626" sldId="343"/>
            <ac:spMk id="12" creationId="{51617DF2-A171-02E4-C024-C077C939E451}"/>
          </ac:spMkLst>
        </pc:spChg>
        <pc:spChg chg="add mod">
          <ac:chgData name="Mattia Erné" userId="ad84ee6f-0a28-4445-b06f-f3738604603d" providerId="ADAL" clId="{D7217936-D10B-495D-A3C0-310279A38E76}" dt="2024-12-23T18:18:34.806" v="2532" actId="207"/>
          <ac:spMkLst>
            <pc:docMk/>
            <pc:sldMk cId="3115100626" sldId="343"/>
            <ac:spMk id="13" creationId="{DAFFF8F5-DC71-9C72-CC9F-7B51E6F4A40D}"/>
          </ac:spMkLst>
        </pc:spChg>
        <pc:spChg chg="add mod">
          <ac:chgData name="Mattia Erné" userId="ad84ee6f-0a28-4445-b06f-f3738604603d" providerId="ADAL" clId="{D7217936-D10B-495D-A3C0-310279A38E76}" dt="2024-12-23T18:18:51.455" v="2536" actId="20577"/>
          <ac:spMkLst>
            <pc:docMk/>
            <pc:sldMk cId="3115100626" sldId="343"/>
            <ac:spMk id="14" creationId="{EA146551-CFAF-5BF4-0DAC-E1D544FD4ADA}"/>
          </ac:spMkLst>
        </pc:spChg>
        <pc:spChg chg="add mod">
          <ac:chgData name="Mattia Erné" userId="ad84ee6f-0a28-4445-b06f-f3738604603d" providerId="ADAL" clId="{D7217936-D10B-495D-A3C0-310279A38E76}" dt="2024-12-23T18:19:04.072" v="2540" actId="20577"/>
          <ac:spMkLst>
            <pc:docMk/>
            <pc:sldMk cId="3115100626" sldId="343"/>
            <ac:spMk id="15" creationId="{406DF72F-6193-C67A-A84D-48656C7C7B53}"/>
          </ac:spMkLst>
        </pc:spChg>
        <pc:spChg chg="add mod">
          <ac:chgData name="Mattia Erné" userId="ad84ee6f-0a28-4445-b06f-f3738604603d" providerId="ADAL" clId="{D7217936-D10B-495D-A3C0-310279A38E76}" dt="2024-12-23T18:19:11.777" v="2544" actId="20577"/>
          <ac:spMkLst>
            <pc:docMk/>
            <pc:sldMk cId="3115100626" sldId="343"/>
            <ac:spMk id="16" creationId="{6B54CBF2-5A52-2D64-FCEF-3AFC93CED53B}"/>
          </ac:spMkLst>
        </pc:spChg>
        <pc:spChg chg="add mod">
          <ac:chgData name="Mattia Erné" userId="ad84ee6f-0a28-4445-b06f-f3738604603d" providerId="ADAL" clId="{D7217936-D10B-495D-A3C0-310279A38E76}" dt="2024-12-23T18:27:41.517" v="2614"/>
          <ac:spMkLst>
            <pc:docMk/>
            <pc:sldMk cId="3115100626" sldId="343"/>
            <ac:spMk id="25" creationId="{49377992-772E-8BCD-CC52-1534E1C0389B}"/>
          </ac:spMkLst>
        </pc:spChg>
        <pc:spChg chg="add mod">
          <ac:chgData name="Mattia Erné" userId="ad84ee6f-0a28-4445-b06f-f3738604603d" providerId="ADAL" clId="{D7217936-D10B-495D-A3C0-310279A38E76}" dt="2024-12-23T18:27:41.517" v="2614"/>
          <ac:spMkLst>
            <pc:docMk/>
            <pc:sldMk cId="3115100626" sldId="343"/>
            <ac:spMk id="30" creationId="{E9BC960A-2947-33CC-16D7-93F6D8CDA2AF}"/>
          </ac:spMkLst>
        </pc:spChg>
        <pc:grpChg chg="add mod">
          <ac:chgData name="Mattia Erné" userId="ad84ee6f-0a28-4445-b06f-f3738604603d" providerId="ADAL" clId="{D7217936-D10B-495D-A3C0-310279A38E76}" dt="2024-12-23T18:07:18.332" v="2154" actId="14100"/>
          <ac:grpSpMkLst>
            <pc:docMk/>
            <pc:sldMk cId="3115100626" sldId="343"/>
            <ac:grpSpMk id="11" creationId="{9900FAA4-89D0-C6DD-59F5-D253E905A0A1}"/>
          </ac:grpSpMkLst>
        </pc:grpChg>
        <pc:picChg chg="mod topLvl">
          <ac:chgData name="Mattia Erné" userId="ad84ee6f-0a28-4445-b06f-f3738604603d" providerId="ADAL" clId="{D7217936-D10B-495D-A3C0-310279A38E76}" dt="2024-12-23T18:07:06.487" v="2151" actId="164"/>
          <ac:picMkLst>
            <pc:docMk/>
            <pc:sldMk cId="3115100626" sldId="343"/>
            <ac:picMk id="21" creationId="{65D13D08-35D5-F0CB-8B1D-D9537E83B817}"/>
          </ac:picMkLst>
        </pc:picChg>
        <pc:picChg chg="mod topLvl">
          <ac:chgData name="Mattia Erné" userId="ad84ee6f-0a28-4445-b06f-f3738604603d" providerId="ADAL" clId="{D7217936-D10B-495D-A3C0-310279A38E76}" dt="2024-12-23T18:07:06.487" v="2151" actId="164"/>
          <ac:picMkLst>
            <pc:docMk/>
            <pc:sldMk cId="3115100626" sldId="343"/>
            <ac:picMk id="23" creationId="{3BE82C05-3297-EFD4-2D3D-48B628F6A910}"/>
          </ac:picMkLst>
        </pc:picChg>
        <pc:picChg chg="mod topLvl">
          <ac:chgData name="Mattia Erné" userId="ad84ee6f-0a28-4445-b06f-f3738604603d" providerId="ADAL" clId="{D7217936-D10B-495D-A3C0-310279A38E76}" dt="2024-12-23T18:07:06.487" v="2151" actId="164"/>
          <ac:picMkLst>
            <pc:docMk/>
            <pc:sldMk cId="3115100626" sldId="343"/>
            <ac:picMk id="24" creationId="{A7C787E3-E66C-5CEA-B313-F17B2BE7787C}"/>
          </ac:picMkLst>
        </pc:picChg>
        <pc:picChg chg="mod topLvl">
          <ac:chgData name="Mattia Erné" userId="ad84ee6f-0a28-4445-b06f-f3738604603d" providerId="ADAL" clId="{D7217936-D10B-495D-A3C0-310279A38E76}" dt="2024-12-23T18:07:06.487" v="2151" actId="164"/>
          <ac:picMkLst>
            <pc:docMk/>
            <pc:sldMk cId="3115100626" sldId="343"/>
            <ac:picMk id="26" creationId="{ABA0194D-A501-024B-1A4A-BBF773C52E9E}"/>
          </ac:picMkLst>
        </pc:picChg>
        <pc:cxnChg chg="mod topLvl">
          <ac:chgData name="Mattia Erné" userId="ad84ee6f-0a28-4445-b06f-f3738604603d" providerId="ADAL" clId="{D7217936-D10B-495D-A3C0-310279A38E76}" dt="2024-12-23T18:07:36.615" v="2158" actId="692"/>
          <ac:cxnSpMkLst>
            <pc:docMk/>
            <pc:sldMk cId="3115100626" sldId="343"/>
            <ac:cxnSpMk id="18" creationId="{198B5694-AF9A-161E-29C6-A54368E9DED1}"/>
          </ac:cxnSpMkLst>
        </pc:cxnChg>
      </pc:sldChg>
      <pc:sldChg chg="addSp delSp modSp add mod modTransition">
        <pc:chgData name="Mattia Erné" userId="ad84ee6f-0a28-4445-b06f-f3738604603d" providerId="ADAL" clId="{D7217936-D10B-495D-A3C0-310279A38E76}" dt="2025-01-04T14:04:45.591" v="22169" actId="20577"/>
        <pc:sldMkLst>
          <pc:docMk/>
          <pc:sldMk cId="3785394000" sldId="344"/>
        </pc:sldMkLst>
        <pc:spChg chg="add mod">
          <ac:chgData name="Mattia Erné" userId="ad84ee6f-0a28-4445-b06f-f3738604603d" providerId="ADAL" clId="{D7217936-D10B-495D-A3C0-310279A38E76}" dt="2024-12-23T18:19:19.482" v="2545"/>
          <ac:spMkLst>
            <pc:docMk/>
            <pc:sldMk cId="3785394000" sldId="344"/>
            <ac:spMk id="3" creationId="{D5E2D56C-00DC-4B66-6E9E-E9AD5DAAED34}"/>
          </ac:spMkLst>
        </pc:spChg>
        <pc:spChg chg="add mod">
          <ac:chgData name="Mattia Erné" userId="ad84ee6f-0a28-4445-b06f-f3738604603d" providerId="ADAL" clId="{D7217936-D10B-495D-A3C0-310279A38E76}" dt="2024-12-23T18:19:19.482" v="2545"/>
          <ac:spMkLst>
            <pc:docMk/>
            <pc:sldMk cId="3785394000" sldId="344"/>
            <ac:spMk id="5" creationId="{0BE2BCB6-E91C-5CD6-103F-F2F03209A96E}"/>
          </ac:spMkLst>
        </pc:spChg>
        <pc:spChg chg="add mod">
          <ac:chgData name="Mattia Erné" userId="ad84ee6f-0a28-4445-b06f-f3738604603d" providerId="ADAL" clId="{D7217936-D10B-495D-A3C0-310279A38E76}" dt="2024-12-23T18:19:19.482" v="2545"/>
          <ac:spMkLst>
            <pc:docMk/>
            <pc:sldMk cId="3785394000" sldId="344"/>
            <ac:spMk id="6" creationId="{5D82E989-9F7B-F0EA-E89E-297D55090B73}"/>
          </ac:spMkLst>
        </pc:spChg>
        <pc:spChg chg="add mod">
          <ac:chgData name="Mattia Erné" userId="ad84ee6f-0a28-4445-b06f-f3738604603d" providerId="ADAL" clId="{D7217936-D10B-495D-A3C0-310279A38E76}" dt="2024-12-23T18:19:19.482" v="2545"/>
          <ac:spMkLst>
            <pc:docMk/>
            <pc:sldMk cId="3785394000" sldId="344"/>
            <ac:spMk id="8" creationId="{C4BF6D3E-4659-C59A-33F9-81963A4E6870}"/>
          </ac:spMkLst>
        </pc:spChg>
        <pc:spChg chg="mod">
          <ac:chgData name="Mattia Erné" userId="ad84ee6f-0a28-4445-b06f-f3738604603d" providerId="ADAL" clId="{D7217936-D10B-495D-A3C0-310279A38E76}" dt="2025-01-04T14:04:45.591" v="22169" actId="20577"/>
          <ac:spMkLst>
            <pc:docMk/>
            <pc:sldMk cId="3785394000" sldId="344"/>
            <ac:spMk id="12" creationId="{B8835C0A-9BE9-9963-7293-EC4704049ADB}"/>
          </ac:spMkLst>
        </pc:spChg>
        <pc:spChg chg="add mod">
          <ac:chgData name="Mattia Erné" userId="ad84ee6f-0a28-4445-b06f-f3738604603d" providerId="ADAL" clId="{D7217936-D10B-495D-A3C0-310279A38E76}" dt="2024-12-23T18:27:40.313" v="2613"/>
          <ac:spMkLst>
            <pc:docMk/>
            <pc:sldMk cId="3785394000" sldId="344"/>
            <ac:spMk id="13" creationId="{0BD0ED85-3653-4B93-6ABC-88C498AE2A08}"/>
          </ac:spMkLst>
        </pc:spChg>
        <pc:spChg chg="add mod">
          <ac:chgData name="Mattia Erné" userId="ad84ee6f-0a28-4445-b06f-f3738604603d" providerId="ADAL" clId="{D7217936-D10B-495D-A3C0-310279A38E76}" dt="2024-12-23T18:27:40.313" v="2613"/>
          <ac:spMkLst>
            <pc:docMk/>
            <pc:sldMk cId="3785394000" sldId="344"/>
            <ac:spMk id="14" creationId="{6F7FC2BA-C401-E9E3-2FE2-3E75386BD3EA}"/>
          </ac:spMkLst>
        </pc:spChg>
        <pc:spChg chg="add mod">
          <ac:chgData name="Mattia Erné" userId="ad84ee6f-0a28-4445-b06f-f3738604603d" providerId="ADAL" clId="{D7217936-D10B-495D-A3C0-310279A38E76}" dt="2024-12-23T18:33:59.232" v="2672"/>
          <ac:spMkLst>
            <pc:docMk/>
            <pc:sldMk cId="3785394000" sldId="344"/>
            <ac:spMk id="15" creationId="{B43A53B1-B602-D0B4-A6D9-D7C0173B2815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079569733" sldId="345"/>
        </pc:sldMkLst>
        <pc:spChg chg="add mod">
          <ac:chgData name="Mattia Erné" userId="ad84ee6f-0a28-4445-b06f-f3738604603d" providerId="ADAL" clId="{D7217936-D10B-495D-A3C0-310279A38E76}" dt="2024-12-23T18:27:18.022" v="2609" actId="207"/>
          <ac:spMkLst>
            <pc:docMk/>
            <pc:sldMk cId="1079569733" sldId="345"/>
            <ac:spMk id="9" creationId="{372571E6-CC40-45A4-94FC-27BF8D37ED93}"/>
          </ac:spMkLst>
        </pc:spChg>
        <pc:spChg chg="add mod">
          <ac:chgData name="Mattia Erné" userId="ad84ee6f-0a28-4445-b06f-f3738604603d" providerId="ADAL" clId="{D7217936-D10B-495D-A3C0-310279A38E76}" dt="2024-12-23T18:27:08.345" v="2608" actId="207"/>
          <ac:spMkLst>
            <pc:docMk/>
            <pc:sldMk cId="1079569733" sldId="345"/>
            <ac:spMk id="10" creationId="{B08518CC-BD24-853E-625C-85C6E5C29A8B}"/>
          </ac:spMkLst>
        </pc:spChg>
        <pc:spChg chg="mod">
          <ac:chgData name="Mattia Erné" userId="ad84ee6f-0a28-4445-b06f-f3738604603d" providerId="ADAL" clId="{D7217936-D10B-495D-A3C0-310279A38E76}" dt="2024-12-23T18:27:24.761" v="2610" actId="207"/>
          <ac:spMkLst>
            <pc:docMk/>
            <pc:sldMk cId="1079569733" sldId="345"/>
            <ac:spMk id="12" creationId="{F1D25BAA-0565-33EA-827B-48667F30606F}"/>
          </ac:spMkLst>
        </pc:spChg>
        <pc:spChg chg="add mod">
          <ac:chgData name="Mattia Erné" userId="ad84ee6f-0a28-4445-b06f-f3738604603d" providerId="ADAL" clId="{D7217936-D10B-495D-A3C0-310279A38E76}" dt="2024-12-23T18:34:02.500" v="2674"/>
          <ac:spMkLst>
            <pc:docMk/>
            <pc:sldMk cId="1079569733" sldId="345"/>
            <ac:spMk id="13" creationId="{9AC7AD7B-85BB-43AB-D72D-5BD0CBE89244}"/>
          </ac:spMkLst>
        </pc:spChg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96487628" sldId="346"/>
        </pc:sldMkLst>
        <pc:spChg chg="mod">
          <ac:chgData name="Mattia Erné" userId="ad84ee6f-0a28-4445-b06f-f3738604603d" providerId="ADAL" clId="{D7217936-D10B-495D-A3C0-310279A38E76}" dt="2024-12-23T18:39:47.552" v="2747" actId="207"/>
          <ac:spMkLst>
            <pc:docMk/>
            <pc:sldMk cId="96487628" sldId="346"/>
            <ac:spMk id="3" creationId="{D2983B35-1343-1C8C-1DC3-0C2274B850E7}"/>
          </ac:spMkLst>
        </pc:spChg>
        <pc:spChg chg="mod">
          <ac:chgData name="Mattia Erné" userId="ad84ee6f-0a28-4445-b06f-f3738604603d" providerId="ADAL" clId="{D7217936-D10B-495D-A3C0-310279A38E76}" dt="2024-12-23T18:55:44.034" v="2872" actId="14100"/>
          <ac:spMkLst>
            <pc:docMk/>
            <pc:sldMk cId="96487628" sldId="346"/>
            <ac:spMk id="4" creationId="{C485D11F-5A52-E6F0-79AA-6489D268A0EB}"/>
          </ac:spMkLst>
        </pc:spChg>
        <pc:spChg chg="mod">
          <ac:chgData name="Mattia Erné" userId="ad84ee6f-0a28-4445-b06f-f3738604603d" providerId="ADAL" clId="{D7217936-D10B-495D-A3C0-310279A38E76}" dt="2024-12-23T18:39:47.552" v="2747" actId="207"/>
          <ac:spMkLst>
            <pc:docMk/>
            <pc:sldMk cId="96487628" sldId="346"/>
            <ac:spMk id="5" creationId="{0DDDFC49-C538-0BB0-745B-EE15D91B86DE}"/>
          </ac:spMkLst>
        </pc:spChg>
        <pc:spChg chg="mod">
          <ac:chgData name="Mattia Erné" userId="ad84ee6f-0a28-4445-b06f-f3738604603d" providerId="ADAL" clId="{D7217936-D10B-495D-A3C0-310279A38E76}" dt="2024-12-23T18:39:47.552" v="2747" actId="207"/>
          <ac:spMkLst>
            <pc:docMk/>
            <pc:sldMk cId="96487628" sldId="346"/>
            <ac:spMk id="6" creationId="{A2EA44B6-898B-9CD4-7106-DD923DFD2C52}"/>
          </ac:spMkLst>
        </pc:spChg>
        <pc:spChg chg="mod">
          <ac:chgData name="Mattia Erné" userId="ad84ee6f-0a28-4445-b06f-f3738604603d" providerId="ADAL" clId="{D7217936-D10B-495D-A3C0-310279A38E76}" dt="2024-12-23T18:39:53.773" v="2749" actId="20577"/>
          <ac:spMkLst>
            <pc:docMk/>
            <pc:sldMk cId="96487628" sldId="346"/>
            <ac:spMk id="7" creationId="{8A53303D-124D-CF52-6358-5C00C121FE38}"/>
          </ac:spMkLst>
        </pc:spChg>
        <pc:spChg chg="mod">
          <ac:chgData name="Mattia Erné" userId="ad84ee6f-0a28-4445-b06f-f3738604603d" providerId="ADAL" clId="{D7217936-D10B-495D-A3C0-310279A38E76}" dt="2024-12-23T18:39:47.552" v="2747" actId="207"/>
          <ac:spMkLst>
            <pc:docMk/>
            <pc:sldMk cId="96487628" sldId="346"/>
            <ac:spMk id="8" creationId="{33369B6F-D656-6DB9-F2BA-3BC96F713A1A}"/>
          </ac:spMkLst>
        </pc:spChg>
        <pc:spChg chg="mod">
          <ac:chgData name="Mattia Erné" userId="ad84ee6f-0a28-4445-b06f-f3738604603d" providerId="ADAL" clId="{D7217936-D10B-495D-A3C0-310279A38E76}" dt="2024-12-23T18:38:20.931" v="2738" actId="1038"/>
          <ac:spMkLst>
            <pc:docMk/>
            <pc:sldMk cId="96487628" sldId="346"/>
            <ac:spMk id="9" creationId="{EFDE459B-D182-22D4-8BE7-16C14FA42A56}"/>
          </ac:spMkLst>
        </pc:spChg>
        <pc:spChg chg="mod">
          <ac:chgData name="Mattia Erné" userId="ad84ee6f-0a28-4445-b06f-f3738604603d" providerId="ADAL" clId="{D7217936-D10B-495D-A3C0-310279A38E76}" dt="2024-12-23T18:39:56.554" v="2751" actId="20577"/>
          <ac:spMkLst>
            <pc:docMk/>
            <pc:sldMk cId="96487628" sldId="346"/>
            <ac:spMk id="10" creationId="{260BC105-B71D-B0AB-FFF4-36D5380FA7E2}"/>
          </ac:spMkLst>
        </pc:spChg>
        <pc:spChg chg="mod">
          <ac:chgData name="Mattia Erné" userId="ad84ee6f-0a28-4445-b06f-f3738604603d" providerId="ADAL" clId="{D7217936-D10B-495D-A3C0-310279A38E76}" dt="2024-12-23T18:40:15.581" v="2757" actId="207"/>
          <ac:spMkLst>
            <pc:docMk/>
            <pc:sldMk cId="96487628" sldId="346"/>
            <ac:spMk id="12" creationId="{6950AE9D-D044-C1A0-062D-E97F2D923997}"/>
          </ac:spMkLst>
        </pc:spChg>
        <pc:picChg chg="mod">
          <ac:chgData name="Mattia Erné" userId="ad84ee6f-0a28-4445-b06f-f3738604603d" providerId="ADAL" clId="{D7217936-D10B-495D-A3C0-310279A38E76}" dt="2024-12-23T18:36:59.132" v="2681" actId="1076"/>
          <ac:picMkLst>
            <pc:docMk/>
            <pc:sldMk cId="96487628" sldId="346"/>
            <ac:picMk id="21" creationId="{11B0FF05-1F68-1B70-F8CC-24834AC2FB2E}"/>
          </ac:picMkLst>
        </pc:picChg>
        <pc:picChg chg="mod">
          <ac:chgData name="Mattia Erné" userId="ad84ee6f-0a28-4445-b06f-f3738604603d" providerId="ADAL" clId="{D7217936-D10B-495D-A3C0-310279A38E76}" dt="2024-12-23T18:38:50.786" v="2741" actId="1076"/>
          <ac:picMkLst>
            <pc:docMk/>
            <pc:sldMk cId="96487628" sldId="346"/>
            <ac:picMk id="23" creationId="{21DD6C5D-3E4C-D2AA-ADAC-C027B88EC5E6}"/>
          </ac:picMkLst>
        </pc:picChg>
        <pc:picChg chg="mod">
          <ac:chgData name="Mattia Erné" userId="ad84ee6f-0a28-4445-b06f-f3738604603d" providerId="ADAL" clId="{D7217936-D10B-495D-A3C0-310279A38E76}" dt="2024-12-23T18:38:53.480" v="2742" actId="1076"/>
          <ac:picMkLst>
            <pc:docMk/>
            <pc:sldMk cId="96487628" sldId="346"/>
            <ac:picMk id="24" creationId="{9E257373-24EC-51FE-DE2A-41D6C942CE68}"/>
          </ac:picMkLst>
        </pc:picChg>
        <pc:picChg chg="mod">
          <ac:chgData name="Mattia Erné" userId="ad84ee6f-0a28-4445-b06f-f3738604603d" providerId="ADAL" clId="{D7217936-D10B-495D-A3C0-310279A38E76}" dt="2024-12-23T18:38:44.984" v="2739" actId="1076"/>
          <ac:picMkLst>
            <pc:docMk/>
            <pc:sldMk cId="96487628" sldId="346"/>
            <ac:picMk id="26" creationId="{CAD8D98C-1BA8-245C-832D-C5A2CEF8C9B3}"/>
          </ac:picMkLst>
        </pc:picChg>
      </pc:sldChg>
      <pc:sldChg chg="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494997134" sldId="347"/>
        </pc:sldMkLst>
        <pc:spChg chg="mod">
          <ac:chgData name="Mattia Erné" userId="ad84ee6f-0a28-4445-b06f-f3738604603d" providerId="ADAL" clId="{D7217936-D10B-495D-A3C0-310279A38E76}" dt="2024-12-23T18:55:33.829" v="2870" actId="14100"/>
          <ac:spMkLst>
            <pc:docMk/>
            <pc:sldMk cId="494997134" sldId="347"/>
            <ac:spMk id="4" creationId="{F48C42F8-1C76-92D7-FFEC-C599D59FC424}"/>
          </ac:spMkLst>
        </pc:spChg>
        <pc:spChg chg="mod">
          <ac:chgData name="Mattia Erné" userId="ad84ee6f-0a28-4445-b06f-f3738604603d" providerId="ADAL" clId="{D7217936-D10B-495D-A3C0-310279A38E76}" dt="2024-12-23T18:46:28.995" v="2829" actId="20577"/>
          <ac:spMkLst>
            <pc:docMk/>
            <pc:sldMk cId="494997134" sldId="347"/>
            <ac:spMk id="7" creationId="{6DD40C09-921A-4437-E0C0-5EC0FD7BAE11}"/>
          </ac:spMkLst>
        </pc:spChg>
        <pc:spChg chg="mod">
          <ac:chgData name="Mattia Erné" userId="ad84ee6f-0a28-4445-b06f-f3738604603d" providerId="ADAL" clId="{D7217936-D10B-495D-A3C0-310279A38E76}" dt="2024-12-23T18:42:29.748" v="2786" actId="1076"/>
          <ac:spMkLst>
            <pc:docMk/>
            <pc:sldMk cId="494997134" sldId="347"/>
            <ac:spMk id="9" creationId="{F3D1B227-3CD3-E243-AAE3-EFBDEF0E2D02}"/>
          </ac:spMkLst>
        </pc:spChg>
        <pc:spChg chg="mod">
          <ac:chgData name="Mattia Erné" userId="ad84ee6f-0a28-4445-b06f-f3738604603d" providerId="ADAL" clId="{D7217936-D10B-495D-A3C0-310279A38E76}" dt="2024-12-23T18:44:53.950" v="2814" actId="20577"/>
          <ac:spMkLst>
            <pc:docMk/>
            <pc:sldMk cId="494997134" sldId="347"/>
            <ac:spMk id="10" creationId="{1018DC57-FF79-788F-1AED-A5450EC7ABC8}"/>
          </ac:spMkLst>
        </pc:spChg>
        <pc:spChg chg="mod">
          <ac:chgData name="Mattia Erné" userId="ad84ee6f-0a28-4445-b06f-f3738604603d" providerId="ADAL" clId="{D7217936-D10B-495D-A3C0-310279A38E76}" dt="2024-12-23T18:45:44.975" v="2827" actId="1076"/>
          <ac:spMkLst>
            <pc:docMk/>
            <pc:sldMk cId="494997134" sldId="347"/>
            <ac:spMk id="12" creationId="{3769E5CA-808C-6308-5A45-97E45923D6BA}"/>
          </ac:spMkLst>
        </pc:spChg>
        <pc:picChg chg="mod topLvl">
          <ac:chgData name="Mattia Erné" userId="ad84ee6f-0a28-4445-b06f-f3738604603d" providerId="ADAL" clId="{D7217936-D10B-495D-A3C0-310279A38E76}" dt="2024-12-23T18:42:52.155" v="2787" actId="207"/>
          <ac:picMkLst>
            <pc:docMk/>
            <pc:sldMk cId="494997134" sldId="347"/>
            <ac:picMk id="21" creationId="{BD40056E-EB9D-3BA0-0C66-A1E9724E588A}"/>
          </ac:picMkLst>
        </pc:picChg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4084316856" sldId="348"/>
        </pc:sldMkLst>
        <pc:spChg chg="add mod">
          <ac:chgData name="Mattia Erné" userId="ad84ee6f-0a28-4445-b06f-f3738604603d" providerId="ADAL" clId="{D7217936-D10B-495D-A3C0-310279A38E76}" dt="2024-12-23T18:48:23.088" v="2844" actId="1037"/>
          <ac:spMkLst>
            <pc:docMk/>
            <pc:sldMk cId="4084316856" sldId="348"/>
            <ac:spMk id="2" creationId="{0EF39847-5C6F-7061-4EA0-D0D874C34CFB}"/>
          </ac:spMkLst>
        </pc:spChg>
        <pc:spChg chg="add mod">
          <ac:chgData name="Mattia Erné" userId="ad84ee6f-0a28-4445-b06f-f3738604603d" providerId="ADAL" clId="{D7217936-D10B-495D-A3C0-310279A38E76}" dt="2024-12-23T20:07:07.774" v="3041" actId="1036"/>
          <ac:spMkLst>
            <pc:docMk/>
            <pc:sldMk cId="4084316856" sldId="348"/>
            <ac:spMk id="11" creationId="{5A77C2A9-5B22-101C-830B-26657E0E109C}"/>
          </ac:spMkLst>
        </pc:spChg>
        <pc:spChg chg="add mod">
          <ac:chgData name="Mattia Erné" userId="ad84ee6f-0a28-4445-b06f-f3738604603d" providerId="ADAL" clId="{D7217936-D10B-495D-A3C0-310279A38E76}" dt="2024-12-23T18:48:41.356" v="2847" actId="1076"/>
          <ac:spMkLst>
            <pc:docMk/>
            <pc:sldMk cId="4084316856" sldId="348"/>
            <ac:spMk id="12" creationId="{742FAE18-4294-2BC4-E695-B907D65D8EBA}"/>
          </ac:spMkLst>
        </pc:spChg>
        <pc:spChg chg="add mod">
          <ac:chgData name="Mattia Erné" userId="ad84ee6f-0a28-4445-b06f-f3738604603d" providerId="ADAL" clId="{D7217936-D10B-495D-A3C0-310279A38E76}" dt="2024-12-23T18:48:48.121" v="2849" actId="1076"/>
          <ac:spMkLst>
            <pc:docMk/>
            <pc:sldMk cId="4084316856" sldId="348"/>
            <ac:spMk id="13" creationId="{E001841E-AAC2-ACC4-E771-06EABDC80956}"/>
          </ac:spMkLst>
        </pc:spChg>
        <pc:spChg chg="add mod">
          <ac:chgData name="Mattia Erné" userId="ad84ee6f-0a28-4445-b06f-f3738604603d" providerId="ADAL" clId="{D7217936-D10B-495D-A3C0-310279A38E76}" dt="2024-12-23T20:07:07.774" v="3041" actId="1036"/>
          <ac:spMkLst>
            <pc:docMk/>
            <pc:sldMk cId="4084316856" sldId="348"/>
            <ac:spMk id="14" creationId="{A28B1026-0C07-E91A-647D-D127E5CB7868}"/>
          </ac:spMkLst>
        </pc:spChg>
        <pc:spChg chg="add mod">
          <ac:chgData name="Mattia Erné" userId="ad84ee6f-0a28-4445-b06f-f3738604603d" providerId="ADAL" clId="{D7217936-D10B-495D-A3C0-310279A38E76}" dt="2024-12-23T20:07:07.774" v="3041" actId="1036"/>
          <ac:spMkLst>
            <pc:docMk/>
            <pc:sldMk cId="4084316856" sldId="348"/>
            <ac:spMk id="15" creationId="{3DC439F8-8670-F735-CBFF-3AECD3FCC181}"/>
          </ac:spMkLst>
        </pc:spChg>
        <pc:spChg chg="add mod">
          <ac:chgData name="Mattia Erné" userId="ad84ee6f-0a28-4445-b06f-f3738604603d" providerId="ADAL" clId="{D7217936-D10B-495D-A3C0-310279A38E76}" dt="2024-12-23T19:34:32.368" v="2874"/>
          <ac:spMkLst>
            <pc:docMk/>
            <pc:sldMk cId="4084316856" sldId="348"/>
            <ac:spMk id="16" creationId="{1D3090C4-4F52-FE14-EB33-7A19B9E207DA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5-01-04T14:05:40.767" v="22171" actId="20577"/>
        <pc:sldMkLst>
          <pc:docMk/>
          <pc:sldMk cId="955794417" sldId="349"/>
        </pc:sldMkLst>
        <pc:spChg chg="mod">
          <ac:chgData name="Mattia Erné" userId="ad84ee6f-0a28-4445-b06f-f3738604603d" providerId="ADAL" clId="{D7217936-D10B-495D-A3C0-310279A38E76}" dt="2024-12-23T20:00:04.608" v="2924" actId="207"/>
          <ac:spMkLst>
            <pc:docMk/>
            <pc:sldMk cId="955794417" sldId="349"/>
            <ac:spMk id="2" creationId="{8B0F2C87-24E4-AD55-877D-C53B4163DACB}"/>
          </ac:spMkLst>
        </pc:spChg>
        <pc:spChg chg="add mod">
          <ac:chgData name="Mattia Erné" userId="ad84ee6f-0a28-4445-b06f-f3738604603d" providerId="ADAL" clId="{D7217936-D10B-495D-A3C0-310279A38E76}" dt="2025-01-04T14:05:40.767" v="22171" actId="20577"/>
          <ac:spMkLst>
            <pc:docMk/>
            <pc:sldMk cId="955794417" sldId="349"/>
            <ac:spMk id="10" creationId="{15BF70C1-0A9C-1FE3-FB4F-BC854E8FBE60}"/>
          </ac:spMkLst>
        </pc:spChg>
        <pc:spChg chg="mod">
          <ac:chgData name="Mattia Erné" userId="ad84ee6f-0a28-4445-b06f-f3738604603d" providerId="ADAL" clId="{D7217936-D10B-495D-A3C0-310279A38E76}" dt="2024-12-23T20:00:00.869" v="2923" actId="207"/>
          <ac:spMkLst>
            <pc:docMk/>
            <pc:sldMk cId="955794417" sldId="349"/>
            <ac:spMk id="12" creationId="{D2B1926B-29E7-3381-8F2C-E433A2E530A7}"/>
          </ac:spMkLst>
        </pc:spChg>
        <pc:spChg chg="mod">
          <ac:chgData name="Mattia Erné" userId="ad84ee6f-0a28-4445-b06f-f3738604603d" providerId="ADAL" clId="{D7217936-D10B-495D-A3C0-310279A38E76}" dt="2024-12-23T20:06:55.904" v="3037" actId="14100"/>
          <ac:spMkLst>
            <pc:docMk/>
            <pc:sldMk cId="955794417" sldId="349"/>
            <ac:spMk id="13" creationId="{6B71D153-7EFF-7429-E350-72111BE569D7}"/>
          </ac:spMkLst>
        </pc:spChg>
        <pc:spChg chg="add mod">
          <ac:chgData name="Mattia Erné" userId="ad84ee6f-0a28-4445-b06f-f3738604603d" providerId="ADAL" clId="{D7217936-D10B-495D-A3C0-310279A38E76}" dt="2024-12-23T19:56:20.701" v="2911"/>
          <ac:spMkLst>
            <pc:docMk/>
            <pc:sldMk cId="955794417" sldId="349"/>
            <ac:spMk id="20" creationId="{2E6AD0C1-2BC0-204D-B145-40509C57B9AE}"/>
          </ac:spMkLst>
        </pc:spChg>
        <pc:spChg chg="add mod">
          <ac:chgData name="Mattia Erné" userId="ad84ee6f-0a28-4445-b06f-f3738604603d" providerId="ADAL" clId="{D7217936-D10B-495D-A3C0-310279A38E76}" dt="2024-12-23T20:01:28.999" v="2948" actId="14100"/>
          <ac:spMkLst>
            <pc:docMk/>
            <pc:sldMk cId="955794417" sldId="349"/>
            <ac:spMk id="25" creationId="{87BEF88A-9B8E-92A5-4404-A8A2DAD12A88}"/>
          </ac:spMkLst>
        </pc:spChg>
        <pc:spChg chg="add mod">
          <ac:chgData name="Mattia Erné" userId="ad84ee6f-0a28-4445-b06f-f3738604603d" providerId="ADAL" clId="{D7217936-D10B-495D-A3C0-310279A38E76}" dt="2024-12-23T20:03:30.654" v="3007" actId="207"/>
          <ac:spMkLst>
            <pc:docMk/>
            <pc:sldMk cId="955794417" sldId="349"/>
            <ac:spMk id="32" creationId="{CA6E90FC-C05A-0EB9-63C7-89697AF49798}"/>
          </ac:spMkLst>
        </pc:spChg>
        <pc:spChg chg="add mod">
          <ac:chgData name="Mattia Erné" userId="ad84ee6f-0a28-4445-b06f-f3738604603d" providerId="ADAL" clId="{D7217936-D10B-495D-A3C0-310279A38E76}" dt="2024-12-23T20:05:22.690" v="3013" actId="20577"/>
          <ac:spMkLst>
            <pc:docMk/>
            <pc:sldMk cId="955794417" sldId="349"/>
            <ac:spMk id="33" creationId="{5B91B64B-1FA1-0044-E4CF-39FCF130FB18}"/>
          </ac:spMkLst>
        </pc:spChg>
        <pc:spChg chg="add mod">
          <ac:chgData name="Mattia Erné" userId="ad84ee6f-0a28-4445-b06f-f3738604603d" providerId="ADAL" clId="{D7217936-D10B-495D-A3C0-310279A38E76}" dt="2024-12-23T20:09:25.220" v="3072" actId="20577"/>
          <ac:spMkLst>
            <pc:docMk/>
            <pc:sldMk cId="955794417" sldId="349"/>
            <ac:spMk id="34" creationId="{AAD1A62F-CF4E-83BE-85ED-543D80059976}"/>
          </ac:spMkLst>
        </pc:spChg>
        <pc:spChg chg="add mod">
          <ac:chgData name="Mattia Erné" userId="ad84ee6f-0a28-4445-b06f-f3738604603d" providerId="ADAL" clId="{D7217936-D10B-495D-A3C0-310279A38E76}" dt="2024-12-23T20:09:27.819" v="3074" actId="20577"/>
          <ac:spMkLst>
            <pc:docMk/>
            <pc:sldMk cId="955794417" sldId="349"/>
            <ac:spMk id="35" creationId="{157E1C64-525C-458C-E6F3-E3A935A5721E}"/>
          </ac:spMkLst>
        </pc:spChg>
        <pc:spChg chg="add mod">
          <ac:chgData name="Mattia Erné" userId="ad84ee6f-0a28-4445-b06f-f3738604603d" providerId="ADAL" clId="{D7217936-D10B-495D-A3C0-310279A38E76}" dt="2024-12-23T20:09:30.086" v="3076" actId="20577"/>
          <ac:spMkLst>
            <pc:docMk/>
            <pc:sldMk cId="955794417" sldId="349"/>
            <ac:spMk id="36" creationId="{BBBB7F85-3874-63EF-E6C8-550005D5EFA9}"/>
          </ac:spMkLst>
        </pc:spChg>
        <pc:spChg chg="add mod">
          <ac:chgData name="Mattia Erné" userId="ad84ee6f-0a28-4445-b06f-f3738604603d" providerId="ADAL" clId="{D7217936-D10B-495D-A3C0-310279A38E76}" dt="2024-12-23T20:09:51.723" v="3080" actId="20577"/>
          <ac:spMkLst>
            <pc:docMk/>
            <pc:sldMk cId="955794417" sldId="349"/>
            <ac:spMk id="37" creationId="{9D4C57D1-0C49-0C46-6EDE-81F7C5B1262D}"/>
          </ac:spMkLst>
        </pc:spChg>
        <pc:spChg chg="add mod">
          <ac:chgData name="Mattia Erné" userId="ad84ee6f-0a28-4445-b06f-f3738604603d" providerId="ADAL" clId="{D7217936-D10B-495D-A3C0-310279A38E76}" dt="2024-12-23T20:09:53.114" v="3081" actId="20577"/>
          <ac:spMkLst>
            <pc:docMk/>
            <pc:sldMk cId="955794417" sldId="349"/>
            <ac:spMk id="38" creationId="{097DC3D4-6FB7-93AE-6E9C-C2FEE0C593D8}"/>
          </ac:spMkLst>
        </pc:spChg>
        <pc:spChg chg="add mod">
          <ac:chgData name="Mattia Erné" userId="ad84ee6f-0a28-4445-b06f-f3738604603d" providerId="ADAL" clId="{D7217936-D10B-495D-A3C0-310279A38E76}" dt="2024-12-23T20:11:49.984" v="3090" actId="207"/>
          <ac:spMkLst>
            <pc:docMk/>
            <pc:sldMk cId="955794417" sldId="349"/>
            <ac:spMk id="39" creationId="{C2084F2A-8FFC-5545-FBC7-6A01F4A840C8}"/>
          </ac:spMkLst>
        </pc:spChg>
        <pc:spChg chg="add mod">
          <ac:chgData name="Mattia Erné" userId="ad84ee6f-0a28-4445-b06f-f3738604603d" providerId="ADAL" clId="{D7217936-D10B-495D-A3C0-310279A38E76}" dt="2024-12-23T20:07:40.924" v="3059" actId="207"/>
          <ac:spMkLst>
            <pc:docMk/>
            <pc:sldMk cId="955794417" sldId="349"/>
            <ac:spMk id="40" creationId="{CA21AFC4-D434-0E40-E916-B44834F200A0}"/>
          </ac:spMkLst>
        </pc:spChg>
        <pc:spChg chg="add mod">
          <ac:chgData name="Mattia Erné" userId="ad84ee6f-0a28-4445-b06f-f3738604603d" providerId="ADAL" clId="{D7217936-D10B-495D-A3C0-310279A38E76}" dt="2024-12-23T20:07:37.042" v="3058" actId="207"/>
          <ac:spMkLst>
            <pc:docMk/>
            <pc:sldMk cId="955794417" sldId="349"/>
            <ac:spMk id="41" creationId="{168F0D31-39E6-645C-8AE7-E1D9CF135689}"/>
          </ac:spMkLst>
        </pc:spChg>
        <pc:spChg chg="add mod">
          <ac:chgData name="Mattia Erné" userId="ad84ee6f-0a28-4445-b06f-f3738604603d" providerId="ADAL" clId="{D7217936-D10B-495D-A3C0-310279A38E76}" dt="2024-12-23T20:07:30.662" v="3057" actId="207"/>
          <ac:spMkLst>
            <pc:docMk/>
            <pc:sldMk cId="955794417" sldId="349"/>
            <ac:spMk id="42" creationId="{336F715D-CA32-F5CD-1DF8-12331078BF27}"/>
          </ac:spMkLst>
        </pc:spChg>
        <pc:spChg chg="add mod">
          <ac:chgData name="Mattia Erné" userId="ad84ee6f-0a28-4445-b06f-f3738604603d" providerId="ADAL" clId="{D7217936-D10B-495D-A3C0-310279A38E76}" dt="2024-12-23T20:09:21.543" v="3070" actId="20577"/>
          <ac:spMkLst>
            <pc:docMk/>
            <pc:sldMk cId="955794417" sldId="349"/>
            <ac:spMk id="43" creationId="{D68EEF64-AB8A-429A-47DA-4EDDD9BA9BE9}"/>
          </ac:spMkLst>
        </pc:spChg>
        <pc:spChg chg="add mod">
          <ac:chgData name="Mattia Erné" userId="ad84ee6f-0a28-4445-b06f-f3738604603d" providerId="ADAL" clId="{D7217936-D10B-495D-A3C0-310279A38E76}" dt="2024-12-23T20:09:49.133" v="3079" actId="20577"/>
          <ac:spMkLst>
            <pc:docMk/>
            <pc:sldMk cId="955794417" sldId="349"/>
            <ac:spMk id="44" creationId="{35142048-4D00-D589-855A-42B4154F5D2B}"/>
          </ac:spMkLst>
        </pc:spChg>
        <pc:spChg chg="add mod">
          <ac:chgData name="Mattia Erné" userId="ad84ee6f-0a28-4445-b06f-f3738604603d" providerId="ADAL" clId="{D7217936-D10B-495D-A3C0-310279A38E76}" dt="2024-12-23T20:13:51.150" v="3105"/>
          <ac:spMkLst>
            <pc:docMk/>
            <pc:sldMk cId="955794417" sldId="349"/>
            <ac:spMk id="45" creationId="{A29C3C60-58FF-0491-5469-2CD1EEB4D41A}"/>
          </ac:spMkLst>
        </pc:spChg>
        <pc:grpChg chg="mod">
          <ac:chgData name="Mattia Erné" userId="ad84ee6f-0a28-4445-b06f-f3738604603d" providerId="ADAL" clId="{D7217936-D10B-495D-A3C0-310279A38E76}" dt="2024-12-23T19:59:07.447" v="2918" actId="207"/>
          <ac:grpSpMkLst>
            <pc:docMk/>
            <pc:sldMk cId="955794417" sldId="349"/>
            <ac:grpSpMk id="17" creationId="{1A90C75D-5EDA-045E-3DD2-F56FF04F66B9}"/>
          </ac:grpSpMkLst>
        </pc:grpChg>
        <pc:picChg chg="mod">
          <ac:chgData name="Mattia Erné" userId="ad84ee6f-0a28-4445-b06f-f3738604603d" providerId="ADAL" clId="{D7217936-D10B-495D-A3C0-310279A38E76}" dt="2024-12-23T20:02:23.383" v="2951" actId="207"/>
          <ac:picMkLst>
            <pc:docMk/>
            <pc:sldMk cId="955794417" sldId="349"/>
            <ac:picMk id="19" creationId="{14FCA05B-351F-9FEF-4A34-D6B7FCC45993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1" creationId="{EE94E9C9-F23B-E4B3-D5DA-6D2AE6316462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3" creationId="{8262813A-CAFB-4690-1CE1-0CC138E88D99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4" creationId="{E7992395-3152-39D7-2098-D83F444765E0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6" creationId="{D2AC4A8F-8AC0-05AF-A852-004F29BDA43E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7" creationId="{D4164FF0-85CB-3DD3-30BA-55F0F3FEF479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8" creationId="{21679B4D-4D56-286C-A04D-D642B7509EBB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29" creationId="{697CAF59-5D7C-81DC-83A4-5C9C4490C5B0}"/>
          </ac:picMkLst>
        </pc:picChg>
        <pc:picChg chg="mod">
          <ac:chgData name="Mattia Erné" userId="ad84ee6f-0a28-4445-b06f-f3738604603d" providerId="ADAL" clId="{D7217936-D10B-495D-A3C0-310279A38E76}" dt="2024-12-23T19:59:07.447" v="2918" actId="207"/>
          <ac:picMkLst>
            <pc:docMk/>
            <pc:sldMk cId="955794417" sldId="349"/>
            <ac:picMk id="31" creationId="{18F135BF-CC49-58ED-8493-685783FE8151}"/>
          </ac:picMkLst>
        </pc:picChg>
        <pc:cxnChg chg="mod">
          <ac:chgData name="Mattia Erné" userId="ad84ee6f-0a28-4445-b06f-f3738604603d" providerId="ADAL" clId="{D7217936-D10B-495D-A3C0-310279A38E76}" dt="2024-12-23T19:59:07.447" v="2918" actId="207"/>
          <ac:cxnSpMkLst>
            <pc:docMk/>
            <pc:sldMk cId="955794417" sldId="349"/>
            <ac:cxnSpMk id="18" creationId="{34EAD56E-2038-6E46-113C-1B77ECD0F7B3}"/>
          </ac:cxnSpMkLst>
        </pc:cxnChg>
      </pc:sldChg>
      <pc:sldChg chg="delSp modSp add del mod">
        <pc:chgData name="Mattia Erné" userId="ad84ee6f-0a28-4445-b06f-f3738604603d" providerId="ADAL" clId="{D7217936-D10B-495D-A3C0-310279A38E76}" dt="2024-12-23T20:10:24.313" v="3083" actId="47"/>
        <pc:sldMkLst>
          <pc:docMk/>
          <pc:sldMk cId="846334114" sldId="350"/>
        </pc:sldMkLst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367565347" sldId="351"/>
        </pc:sldMkLst>
        <pc:spChg chg="add mod">
          <ac:chgData name="Mattia Erné" userId="ad84ee6f-0a28-4445-b06f-f3738604603d" providerId="ADAL" clId="{D7217936-D10B-495D-A3C0-310279A38E76}" dt="2024-12-23T20:10:49.604" v="3087"/>
          <ac:spMkLst>
            <pc:docMk/>
            <pc:sldMk cId="2367565347" sldId="351"/>
            <ac:spMk id="3" creationId="{C8D218EE-0A58-CCD3-7B56-1C08E2145D40}"/>
          </ac:spMkLst>
        </pc:spChg>
        <pc:spChg chg="add mod">
          <ac:chgData name="Mattia Erné" userId="ad84ee6f-0a28-4445-b06f-f3738604603d" providerId="ADAL" clId="{D7217936-D10B-495D-A3C0-310279A38E76}" dt="2024-12-24T13:30:00.806" v="6889"/>
          <ac:spMkLst>
            <pc:docMk/>
            <pc:sldMk cId="2367565347" sldId="351"/>
            <ac:spMk id="4" creationId="{76AD7E46-6686-56C9-648A-92574C39C298}"/>
          </ac:spMkLst>
        </pc:spChg>
        <pc:spChg chg="mod">
          <ac:chgData name="Mattia Erné" userId="ad84ee6f-0a28-4445-b06f-f3738604603d" providerId="ADAL" clId="{D7217936-D10B-495D-A3C0-310279A38E76}" dt="2024-12-23T20:13:42.897" v="3103" actId="14100"/>
          <ac:spMkLst>
            <pc:docMk/>
            <pc:sldMk cId="2367565347" sldId="351"/>
            <ac:spMk id="30" creationId="{C935E6D5-046C-FB1B-AAF1-164EAFFB0572}"/>
          </ac:spMkLst>
        </pc:spChg>
        <pc:spChg chg="mod">
          <ac:chgData name="Mattia Erné" userId="ad84ee6f-0a28-4445-b06f-f3738604603d" providerId="ADAL" clId="{D7217936-D10B-495D-A3C0-310279A38E76}" dt="2024-12-23T20:10:30.814" v="3084" actId="207"/>
          <ac:spMkLst>
            <pc:docMk/>
            <pc:sldMk cId="2367565347" sldId="351"/>
            <ac:spMk id="39" creationId="{B07105CA-9F09-E562-DD7F-CE45B10CA0C5}"/>
          </ac:spMkLst>
        </pc:spChg>
        <pc:picChg chg="mod">
          <ac:chgData name="Mattia Erné" userId="ad84ee6f-0a28-4445-b06f-f3738604603d" providerId="ADAL" clId="{D7217936-D10B-495D-A3C0-310279A38E76}" dt="2024-12-23T20:10:34.335" v="3085" actId="207"/>
          <ac:picMkLst>
            <pc:docMk/>
            <pc:sldMk cId="2367565347" sldId="351"/>
            <ac:picMk id="19" creationId="{5F1CF4E6-5703-0AD1-BD8E-1D3510D44C45}"/>
          </ac:picMkLst>
        </pc:picChg>
      </pc:sldChg>
      <pc:sldChg chg="add del">
        <pc:chgData name="Mattia Erné" userId="ad84ee6f-0a28-4445-b06f-f3738604603d" providerId="ADAL" clId="{D7217936-D10B-495D-A3C0-310279A38E76}" dt="2024-12-23T20:12:10.215" v="3092" actId="2696"/>
        <pc:sldMkLst>
          <pc:docMk/>
          <pc:sldMk cId="833420484" sldId="352"/>
        </pc:sldMkLst>
      </pc:sldChg>
      <pc:sldChg chg="addSp modSp add mod ord modTransition">
        <pc:chgData name="Mattia Erné" userId="ad84ee6f-0a28-4445-b06f-f3738604603d" providerId="ADAL" clId="{D7217936-D10B-495D-A3C0-310279A38E76}" dt="2025-01-04T14:05:57.257" v="22173" actId="20577"/>
        <pc:sldMkLst>
          <pc:docMk/>
          <pc:sldMk cId="1803322632" sldId="352"/>
        </pc:sldMkLst>
        <pc:spChg chg="add mod">
          <ac:chgData name="Mattia Erné" userId="ad84ee6f-0a28-4445-b06f-f3738604603d" providerId="ADAL" clId="{D7217936-D10B-495D-A3C0-310279A38E76}" dt="2024-12-23T20:13:19.945" v="3101" actId="14100"/>
          <ac:spMkLst>
            <pc:docMk/>
            <pc:sldMk cId="1803322632" sldId="352"/>
            <ac:spMk id="3" creationId="{3B08CD0A-738A-66D6-90BD-BFDA93A07523}"/>
          </ac:spMkLst>
        </pc:spChg>
        <pc:spChg chg="mod">
          <ac:chgData name="Mattia Erné" userId="ad84ee6f-0a28-4445-b06f-f3738604603d" providerId="ADAL" clId="{D7217936-D10B-495D-A3C0-310279A38E76}" dt="2025-01-04T14:05:57.257" v="22173" actId="20577"/>
          <ac:spMkLst>
            <pc:docMk/>
            <pc:sldMk cId="1803322632" sldId="352"/>
            <ac:spMk id="10" creationId="{D638F999-B223-4667-65FD-564543A66316}"/>
          </ac:spMkLst>
        </pc:spChg>
        <pc:spChg chg="mod">
          <ac:chgData name="Mattia Erné" userId="ad84ee6f-0a28-4445-b06f-f3738604603d" providerId="ADAL" clId="{D7217936-D10B-495D-A3C0-310279A38E76}" dt="2024-12-23T20:13:28.265" v="3102" actId="14100"/>
          <ac:spMkLst>
            <pc:docMk/>
            <pc:sldMk cId="1803322632" sldId="352"/>
            <ac:spMk id="25" creationId="{AFB73D10-F4D8-1B5A-395C-FE7282B72126}"/>
          </ac:spMkLst>
        </pc:spChg>
        <pc:spChg chg="mod">
          <ac:chgData name="Mattia Erné" userId="ad84ee6f-0a28-4445-b06f-f3738604603d" providerId="ADAL" clId="{D7217936-D10B-495D-A3C0-310279A38E76}" dt="2024-12-23T20:14:06.014" v="3106" actId="14100"/>
          <ac:spMkLst>
            <pc:docMk/>
            <pc:sldMk cId="1803322632" sldId="352"/>
            <ac:spMk id="30" creationId="{9371937D-E58B-E5C3-D716-C4A0E7DFDDA4}"/>
          </ac:spMkLst>
        </pc:spChg>
        <pc:spChg chg="mod">
          <ac:chgData name="Mattia Erné" userId="ad84ee6f-0a28-4445-b06f-f3738604603d" providerId="ADAL" clId="{D7217936-D10B-495D-A3C0-310279A38E76}" dt="2024-12-23T20:12:39.639" v="3098" actId="207"/>
          <ac:spMkLst>
            <pc:docMk/>
            <pc:sldMk cId="1803322632" sldId="352"/>
            <ac:spMk id="33" creationId="{08C108CC-73F1-C718-71F5-161203109A3E}"/>
          </ac:spMkLst>
        </pc:spChg>
        <pc:spChg chg="mod">
          <ac:chgData name="Mattia Erné" userId="ad84ee6f-0a28-4445-b06f-f3738604603d" providerId="ADAL" clId="{D7217936-D10B-495D-A3C0-310279A38E76}" dt="2024-12-23T20:12:29.883" v="3097" actId="207"/>
          <ac:spMkLst>
            <pc:docMk/>
            <pc:sldMk cId="1803322632" sldId="352"/>
            <ac:spMk id="39" creationId="{38E128AD-9EEE-F517-CE55-F5DF69596FCF}"/>
          </ac:spMkLst>
        </pc:spChg>
        <pc:picChg chg="mod">
          <ac:chgData name="Mattia Erné" userId="ad84ee6f-0a28-4445-b06f-f3738604603d" providerId="ADAL" clId="{D7217936-D10B-495D-A3C0-310279A38E76}" dt="2024-12-23T20:12:21.257" v="3096" actId="207"/>
          <ac:picMkLst>
            <pc:docMk/>
            <pc:sldMk cId="1803322632" sldId="352"/>
            <ac:picMk id="19" creationId="{443647AD-97D0-2BD2-CB19-D0AD04905354}"/>
          </ac:picMkLst>
        </pc:picChg>
        <pc:picChg chg="mod">
          <ac:chgData name="Mattia Erné" userId="ad84ee6f-0a28-4445-b06f-f3738604603d" providerId="ADAL" clId="{D7217936-D10B-495D-A3C0-310279A38E76}" dt="2024-12-23T20:12:47.729" v="3099" actId="207"/>
          <ac:picMkLst>
            <pc:docMk/>
            <pc:sldMk cId="1803322632" sldId="352"/>
            <ac:picMk id="21" creationId="{9EBBD695-1763-5D99-6600-84BFB8441555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31886763" sldId="353"/>
        </pc:sldMkLst>
        <pc:spChg chg="add mod">
          <ac:chgData name="Mattia Erné" userId="ad84ee6f-0a28-4445-b06f-f3738604603d" providerId="ADAL" clId="{D7217936-D10B-495D-A3C0-310279A38E76}" dt="2024-12-23T20:14:55.712" v="3109"/>
          <ac:spMkLst>
            <pc:docMk/>
            <pc:sldMk cId="2731886763" sldId="353"/>
            <ac:spMk id="4" creationId="{3B4A386F-C063-CC9E-D4F1-D9F21F5A8FCB}"/>
          </ac:spMkLst>
        </pc:spChg>
        <pc:spChg chg="add mod">
          <ac:chgData name="Mattia Erné" userId="ad84ee6f-0a28-4445-b06f-f3738604603d" providerId="ADAL" clId="{D7217936-D10B-495D-A3C0-310279A38E76}" dt="2024-12-24T13:30:03.174" v="6890"/>
          <ac:spMkLst>
            <pc:docMk/>
            <pc:sldMk cId="2731886763" sldId="353"/>
            <ac:spMk id="5" creationId="{0466B465-9769-7DBD-D0FA-106C72BAB284}"/>
          </ac:spMkLst>
        </pc:spChg>
        <pc:spChg chg="mod">
          <ac:chgData name="Mattia Erné" userId="ad84ee6f-0a28-4445-b06f-f3738604603d" providerId="ADAL" clId="{D7217936-D10B-495D-A3C0-310279A38E76}" dt="2024-12-23T20:15:08.235" v="3110" actId="207"/>
          <ac:spMkLst>
            <pc:docMk/>
            <pc:sldMk cId="2731886763" sldId="353"/>
            <ac:spMk id="33" creationId="{37F6777B-8F33-2A5B-6F8C-59434933F3AE}"/>
          </ac:spMkLst>
        </pc:spChg>
        <pc:picChg chg="mod">
          <ac:chgData name="Mattia Erné" userId="ad84ee6f-0a28-4445-b06f-f3738604603d" providerId="ADAL" clId="{D7217936-D10B-495D-A3C0-310279A38E76}" dt="2024-12-23T20:15:17.056" v="3111" actId="207"/>
          <ac:picMkLst>
            <pc:docMk/>
            <pc:sldMk cId="2731886763" sldId="353"/>
            <ac:picMk id="21" creationId="{40A831F2-7F90-2446-AD56-26D06D3CBE88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79429312" sldId="354"/>
        </pc:sldMkLst>
        <pc:spChg chg="add mod">
          <ac:chgData name="Mattia Erné" userId="ad84ee6f-0a28-4445-b06f-f3738604603d" providerId="ADAL" clId="{D7217936-D10B-495D-A3C0-310279A38E76}" dt="2024-12-24T13:30:06.308" v="6891"/>
          <ac:spMkLst>
            <pc:docMk/>
            <pc:sldMk cId="179429312" sldId="354"/>
            <ac:spMk id="3" creationId="{B7CABD32-C566-B752-5670-B59918105029}"/>
          </ac:spMkLst>
        </pc:spChg>
        <pc:spChg chg="add mod">
          <ac:chgData name="Mattia Erné" userId="ad84ee6f-0a28-4445-b06f-f3738604603d" providerId="ADAL" clId="{D7217936-D10B-495D-A3C0-310279A38E76}" dt="2024-12-23T20:17:46.292" v="3145" actId="20577"/>
          <ac:spMkLst>
            <pc:docMk/>
            <pc:sldMk cId="179429312" sldId="354"/>
            <ac:spMk id="5" creationId="{67C0E473-FED4-B953-7208-D3E6306A0F09}"/>
          </ac:spMkLst>
        </pc:spChg>
        <pc:spChg chg="mod">
          <ac:chgData name="Mattia Erné" userId="ad84ee6f-0a28-4445-b06f-f3738604603d" providerId="ADAL" clId="{D7217936-D10B-495D-A3C0-310279A38E76}" dt="2024-12-23T20:17:35.689" v="3126" actId="207"/>
          <ac:spMkLst>
            <pc:docMk/>
            <pc:sldMk cId="179429312" sldId="354"/>
            <ac:spMk id="34" creationId="{DE9D1BE0-5DAD-190B-DFCA-A6B4069274FA}"/>
          </ac:spMkLst>
        </pc:spChg>
        <pc:spChg chg="mod">
          <ac:chgData name="Mattia Erné" userId="ad84ee6f-0a28-4445-b06f-f3738604603d" providerId="ADAL" clId="{D7217936-D10B-495D-A3C0-310279A38E76}" dt="2024-12-23T20:17:35.689" v="3126" actId="207"/>
          <ac:spMkLst>
            <pc:docMk/>
            <pc:sldMk cId="179429312" sldId="354"/>
            <ac:spMk id="35" creationId="{1467836E-649E-7AC7-6307-FC20426C24B0}"/>
          </ac:spMkLst>
        </pc:spChg>
        <pc:spChg chg="mod">
          <ac:chgData name="Mattia Erné" userId="ad84ee6f-0a28-4445-b06f-f3738604603d" providerId="ADAL" clId="{D7217936-D10B-495D-A3C0-310279A38E76}" dt="2024-12-23T20:17:31.847" v="3125" actId="207"/>
          <ac:spMkLst>
            <pc:docMk/>
            <pc:sldMk cId="179429312" sldId="354"/>
            <ac:spMk id="36" creationId="{53FCFCD9-410B-11C2-81A0-5BB997232777}"/>
          </ac:spMkLst>
        </pc:spChg>
        <pc:spChg chg="mod">
          <ac:chgData name="Mattia Erné" userId="ad84ee6f-0a28-4445-b06f-f3738604603d" providerId="ADAL" clId="{D7217936-D10B-495D-A3C0-310279A38E76}" dt="2024-12-23T20:17:31.847" v="3125" actId="207"/>
          <ac:spMkLst>
            <pc:docMk/>
            <pc:sldMk cId="179429312" sldId="354"/>
            <ac:spMk id="37" creationId="{88B8C989-C1D6-9100-E73F-BF3DE3F5D0D7}"/>
          </ac:spMkLst>
        </pc:spChg>
        <pc:spChg chg="mod">
          <ac:chgData name="Mattia Erné" userId="ad84ee6f-0a28-4445-b06f-f3738604603d" providerId="ADAL" clId="{D7217936-D10B-495D-A3C0-310279A38E76}" dt="2024-12-23T20:17:31.847" v="3125" actId="207"/>
          <ac:spMkLst>
            <pc:docMk/>
            <pc:sldMk cId="179429312" sldId="354"/>
            <ac:spMk id="38" creationId="{503CCCAD-9316-2A94-4CE0-49610B48ED2D}"/>
          </ac:spMkLst>
        </pc:spChg>
        <pc:spChg chg="mod">
          <ac:chgData name="Mattia Erné" userId="ad84ee6f-0a28-4445-b06f-f3738604603d" providerId="ADAL" clId="{D7217936-D10B-495D-A3C0-310279A38E76}" dt="2024-12-23T20:17:02.490" v="3121" actId="207"/>
          <ac:spMkLst>
            <pc:docMk/>
            <pc:sldMk cId="179429312" sldId="354"/>
            <ac:spMk id="43" creationId="{97748784-73A3-EDFF-1070-1F5CF7F88B75}"/>
          </ac:spMkLst>
        </pc:spChg>
        <pc:spChg chg="mod">
          <ac:chgData name="Mattia Erné" userId="ad84ee6f-0a28-4445-b06f-f3738604603d" providerId="ADAL" clId="{D7217936-D10B-495D-A3C0-310279A38E76}" dt="2024-12-23T20:17:31.847" v="3125" actId="207"/>
          <ac:spMkLst>
            <pc:docMk/>
            <pc:sldMk cId="179429312" sldId="354"/>
            <ac:spMk id="44" creationId="{8D4773B3-3E8F-6815-9693-8EAD23923B93}"/>
          </ac:spMkLst>
        </pc:spChg>
        <pc:picChg chg="mod">
          <ac:chgData name="Mattia Erné" userId="ad84ee6f-0a28-4445-b06f-f3738604603d" providerId="ADAL" clId="{D7217936-D10B-495D-A3C0-310279A38E76}" dt="2024-12-23T20:16:58.447" v="3120" actId="207"/>
          <ac:picMkLst>
            <pc:docMk/>
            <pc:sldMk cId="179429312" sldId="354"/>
            <ac:picMk id="23" creationId="{4F20C59C-0761-E02C-D816-879D232A3CE3}"/>
          </ac:picMkLst>
        </pc:picChg>
        <pc:picChg chg="mod">
          <ac:chgData name="Mattia Erné" userId="ad84ee6f-0a28-4445-b06f-f3738604603d" providerId="ADAL" clId="{D7217936-D10B-495D-A3C0-310279A38E76}" dt="2024-12-23T20:17:07.490" v="3122" actId="207"/>
          <ac:picMkLst>
            <pc:docMk/>
            <pc:sldMk cId="179429312" sldId="354"/>
            <ac:picMk id="24" creationId="{1EB73558-9C48-BD71-C859-9DD48027EDAC}"/>
          </ac:picMkLst>
        </pc:picChg>
        <pc:picChg chg="mod">
          <ac:chgData name="Mattia Erné" userId="ad84ee6f-0a28-4445-b06f-f3738604603d" providerId="ADAL" clId="{D7217936-D10B-495D-A3C0-310279A38E76}" dt="2024-12-23T20:17:07.490" v="3122" actId="207"/>
          <ac:picMkLst>
            <pc:docMk/>
            <pc:sldMk cId="179429312" sldId="354"/>
            <ac:picMk id="26" creationId="{E27E14E2-3835-A5BF-192A-127C1BFEE454}"/>
          </ac:picMkLst>
        </pc:picChg>
        <pc:picChg chg="mod">
          <ac:chgData name="Mattia Erné" userId="ad84ee6f-0a28-4445-b06f-f3738604603d" providerId="ADAL" clId="{D7217936-D10B-495D-A3C0-310279A38E76}" dt="2024-12-23T20:17:19.111" v="3123" actId="207"/>
          <ac:picMkLst>
            <pc:docMk/>
            <pc:sldMk cId="179429312" sldId="354"/>
            <ac:picMk id="27" creationId="{417AAF26-8F30-3B76-0061-2BB56537CEAE}"/>
          </ac:picMkLst>
        </pc:picChg>
        <pc:picChg chg="mod">
          <ac:chgData name="Mattia Erné" userId="ad84ee6f-0a28-4445-b06f-f3738604603d" providerId="ADAL" clId="{D7217936-D10B-495D-A3C0-310279A38E76}" dt="2024-12-23T20:17:26.048" v="3124" actId="207"/>
          <ac:picMkLst>
            <pc:docMk/>
            <pc:sldMk cId="179429312" sldId="354"/>
            <ac:picMk id="28" creationId="{345B7B19-4826-3B82-D143-868B9C406CB0}"/>
          </ac:picMkLst>
        </pc:picChg>
        <pc:picChg chg="mod">
          <ac:chgData name="Mattia Erné" userId="ad84ee6f-0a28-4445-b06f-f3738604603d" providerId="ADAL" clId="{D7217936-D10B-495D-A3C0-310279A38E76}" dt="2024-12-23T20:17:26.048" v="3124" actId="207"/>
          <ac:picMkLst>
            <pc:docMk/>
            <pc:sldMk cId="179429312" sldId="354"/>
            <ac:picMk id="29" creationId="{26EC9149-2EBF-B52A-8B5B-ED5A9F876D02}"/>
          </ac:picMkLst>
        </pc:picChg>
        <pc:picChg chg="mod">
          <ac:chgData name="Mattia Erné" userId="ad84ee6f-0a28-4445-b06f-f3738604603d" providerId="ADAL" clId="{D7217936-D10B-495D-A3C0-310279A38E76}" dt="2024-12-23T20:17:26.048" v="3124" actId="207"/>
          <ac:picMkLst>
            <pc:docMk/>
            <pc:sldMk cId="179429312" sldId="354"/>
            <ac:picMk id="31" creationId="{F5798B05-A1D0-607C-5DBA-BDA8748F626D}"/>
          </ac:picMkLst>
        </pc:picChg>
      </pc:sldChg>
      <pc:sldChg chg="addSp delSp modSp add mod ord modTransition">
        <pc:chgData name="Mattia Erné" userId="ad84ee6f-0a28-4445-b06f-f3738604603d" providerId="ADAL" clId="{D7217936-D10B-495D-A3C0-310279A38E76}" dt="2025-01-04T14:06:44.217" v="22174"/>
        <pc:sldMkLst>
          <pc:docMk/>
          <pc:sldMk cId="1671083168" sldId="355"/>
        </pc:sldMkLst>
        <pc:spChg chg="add mod">
          <ac:chgData name="Mattia Erné" userId="ad84ee6f-0a28-4445-b06f-f3738604603d" providerId="ADAL" clId="{D7217936-D10B-495D-A3C0-310279A38E76}" dt="2024-12-23T20:20:09.468" v="3148"/>
          <ac:spMkLst>
            <pc:docMk/>
            <pc:sldMk cId="1671083168" sldId="355"/>
            <ac:spMk id="3" creationId="{3953623B-BF54-04A5-FF8E-F0E0F9897D0E}"/>
          </ac:spMkLst>
        </pc:spChg>
        <pc:spChg chg="add mod">
          <ac:chgData name="Mattia Erné" userId="ad84ee6f-0a28-4445-b06f-f3738604603d" providerId="ADAL" clId="{D7217936-D10B-495D-A3C0-310279A38E76}" dt="2025-01-04T14:06:44.217" v="22174"/>
          <ac:spMkLst>
            <pc:docMk/>
            <pc:sldMk cId="1671083168" sldId="355"/>
            <ac:spMk id="4" creationId="{4DFD561D-E095-A651-E932-A24AFF69D0D9}"/>
          </ac:spMkLst>
        </pc:spChg>
        <pc:spChg chg="add mod">
          <ac:chgData name="Mattia Erné" userId="ad84ee6f-0a28-4445-b06f-f3738604603d" providerId="ADAL" clId="{D7217936-D10B-495D-A3C0-310279A38E76}" dt="2024-12-23T20:21:38.580" v="3162"/>
          <ac:spMkLst>
            <pc:docMk/>
            <pc:sldMk cId="1671083168" sldId="355"/>
            <ac:spMk id="6" creationId="{4FC7754B-A22F-AB43-B5E1-75178048C63A}"/>
          </ac:spMkLst>
        </pc:spChg>
        <pc:spChg chg="add mod">
          <ac:chgData name="Mattia Erné" userId="ad84ee6f-0a28-4445-b06f-f3738604603d" providerId="ADAL" clId="{D7217936-D10B-495D-A3C0-310279A38E76}" dt="2024-12-23T20:25:05.967" v="3234" actId="1037"/>
          <ac:spMkLst>
            <pc:docMk/>
            <pc:sldMk cId="1671083168" sldId="355"/>
            <ac:spMk id="7" creationId="{C0C8B2EC-6FA4-75C5-898C-1A17F22D5A0B}"/>
          </ac:spMkLst>
        </pc:spChg>
        <pc:spChg chg="add mod">
          <ac:chgData name="Mattia Erné" userId="ad84ee6f-0a28-4445-b06f-f3738604603d" providerId="ADAL" clId="{D7217936-D10B-495D-A3C0-310279A38E76}" dt="2024-12-23T20:21:58.077" v="3193" actId="14100"/>
          <ac:spMkLst>
            <pc:docMk/>
            <pc:sldMk cId="1671083168" sldId="355"/>
            <ac:spMk id="8" creationId="{BDA2D8DB-62FC-41FC-4F66-5DF8D9C102C4}"/>
          </ac:spMkLst>
        </pc:spChg>
        <pc:spChg chg="add mod">
          <ac:chgData name="Mattia Erné" userId="ad84ee6f-0a28-4445-b06f-f3738604603d" providerId="ADAL" clId="{D7217936-D10B-495D-A3C0-310279A38E76}" dt="2024-12-23T20:21:38.580" v="3162"/>
          <ac:spMkLst>
            <pc:docMk/>
            <pc:sldMk cId="1671083168" sldId="355"/>
            <ac:spMk id="9" creationId="{2BFCF278-0C7A-FCCF-F3C9-5A9D62E74BEF}"/>
          </ac:spMkLst>
        </pc:spChg>
        <pc:spChg chg="add mod">
          <ac:chgData name="Mattia Erné" userId="ad84ee6f-0a28-4445-b06f-f3738604603d" providerId="ADAL" clId="{D7217936-D10B-495D-A3C0-310279A38E76}" dt="2024-12-23T20:25:05.967" v="3234" actId="1037"/>
          <ac:spMkLst>
            <pc:docMk/>
            <pc:sldMk cId="1671083168" sldId="355"/>
            <ac:spMk id="10" creationId="{41332EBD-DBA6-CEE9-68F9-2E4C6C162CEF}"/>
          </ac:spMkLst>
        </pc:spChg>
        <pc:spChg chg="add mod">
          <ac:chgData name="Mattia Erné" userId="ad84ee6f-0a28-4445-b06f-f3738604603d" providerId="ADAL" clId="{D7217936-D10B-495D-A3C0-310279A38E76}" dt="2024-12-23T20:21:49.272" v="3192" actId="1038"/>
          <ac:spMkLst>
            <pc:docMk/>
            <pc:sldMk cId="1671083168" sldId="355"/>
            <ac:spMk id="11" creationId="{2EAD304D-761A-BC28-A32C-FEADCE98A349}"/>
          </ac:spMkLst>
        </pc:spChg>
        <pc:spChg chg="add mod">
          <ac:chgData name="Mattia Erné" userId="ad84ee6f-0a28-4445-b06f-f3738604603d" providerId="ADAL" clId="{D7217936-D10B-495D-A3C0-310279A38E76}" dt="2024-12-23T20:23:40.753" v="3226" actId="14100"/>
          <ac:spMkLst>
            <pc:docMk/>
            <pc:sldMk cId="1671083168" sldId="355"/>
            <ac:spMk id="14" creationId="{A7E31867-7E52-819D-C0E5-645DA300A77B}"/>
          </ac:spMkLst>
        </pc:spChg>
        <pc:spChg chg="add mod">
          <ac:chgData name="Mattia Erné" userId="ad84ee6f-0a28-4445-b06f-f3738604603d" providerId="ADAL" clId="{D7217936-D10B-495D-A3C0-310279A38E76}" dt="2024-12-23T20:23:37.330" v="3225" actId="14100"/>
          <ac:spMkLst>
            <pc:docMk/>
            <pc:sldMk cId="1671083168" sldId="355"/>
            <ac:spMk id="15" creationId="{5AC9DB3D-43B2-CE77-6FD5-24B61ABC8464}"/>
          </ac:spMkLst>
        </pc:spChg>
        <pc:spChg chg="add mod">
          <ac:chgData name="Mattia Erné" userId="ad84ee6f-0a28-4445-b06f-f3738604603d" providerId="ADAL" clId="{D7217936-D10B-495D-A3C0-310279A38E76}" dt="2024-12-23T20:23:33.902" v="3224" actId="14100"/>
          <ac:spMkLst>
            <pc:docMk/>
            <pc:sldMk cId="1671083168" sldId="355"/>
            <ac:spMk id="16" creationId="{B6BD446D-A4B4-1BD4-5D23-685FC7AFE128}"/>
          </ac:spMkLst>
        </pc:spChg>
        <pc:spChg chg="add mod">
          <ac:chgData name="Mattia Erné" userId="ad84ee6f-0a28-4445-b06f-f3738604603d" providerId="ADAL" clId="{D7217936-D10B-495D-A3C0-310279A38E76}" dt="2024-12-23T20:23:52.813" v="3227" actId="1076"/>
          <ac:spMkLst>
            <pc:docMk/>
            <pc:sldMk cId="1671083168" sldId="355"/>
            <ac:spMk id="22" creationId="{66287C13-7473-C896-AEAF-067DF428754A}"/>
          </ac:spMkLst>
        </pc:spChg>
        <pc:spChg chg="add mod">
          <ac:chgData name="Mattia Erné" userId="ad84ee6f-0a28-4445-b06f-f3738604603d" providerId="ADAL" clId="{D7217936-D10B-495D-A3C0-310279A38E76}" dt="2024-12-23T20:24:03.900" v="3228" actId="1076"/>
          <ac:spMkLst>
            <pc:docMk/>
            <pc:sldMk cId="1671083168" sldId="355"/>
            <ac:spMk id="25" creationId="{39E6CD51-B292-F43B-49FB-802B136ED914}"/>
          </ac:spMkLst>
        </pc:spChg>
        <pc:spChg chg="add mod">
          <ac:chgData name="Mattia Erné" userId="ad84ee6f-0a28-4445-b06f-f3738604603d" providerId="ADAL" clId="{D7217936-D10B-495D-A3C0-310279A38E76}" dt="2024-12-23T20:23:33.902" v="3224" actId="14100"/>
          <ac:spMkLst>
            <pc:docMk/>
            <pc:sldMk cId="1671083168" sldId="355"/>
            <ac:spMk id="30" creationId="{40FEB958-ED24-6F02-0419-174AECD07932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390485157" sldId="356"/>
        </pc:sldMkLst>
        <pc:spChg chg="add del mod">
          <ac:chgData name="Mattia Erné" userId="ad84ee6f-0a28-4445-b06f-f3738604603d" providerId="ADAL" clId="{D7217936-D10B-495D-A3C0-310279A38E76}" dt="2024-12-25T14:02:50.858" v="8377" actId="1076"/>
          <ac:spMkLst>
            <pc:docMk/>
            <pc:sldMk cId="3390485157" sldId="356"/>
            <ac:spMk id="2" creationId="{AC72C0F6-2105-A543-B504-B10D6D26DDB4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3" creationId="{9A6FE578-AF62-092F-077A-E14971DB5299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4" creationId="{4184B4E2-8685-4569-C3F4-87B75F84D61C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5" creationId="{864BA62E-4681-968B-12DF-57DED557C2A7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6" creationId="{95F80E08-01BE-3834-E423-6FAF62519AC9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7" creationId="{67BB4A00-5FE7-94AE-3270-7B931C213DAD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8" creationId="{BAF2077A-48D7-D668-FB73-44D7F336028E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39" creationId="{9186C18E-7E6E-8C24-A1FB-F97B12D60BE2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43" creationId="{41D264BE-9538-DBA9-034D-F5DBEEB66010}"/>
          </ac:spMkLst>
        </pc:spChg>
        <pc:spChg chg="mod">
          <ac:chgData name="Mattia Erné" userId="ad84ee6f-0a28-4445-b06f-f3738604603d" providerId="ADAL" clId="{D7217936-D10B-495D-A3C0-310279A38E76}" dt="2024-12-23T20:27:04.892" v="3240" actId="207"/>
          <ac:spMkLst>
            <pc:docMk/>
            <pc:sldMk cId="3390485157" sldId="356"/>
            <ac:spMk id="44" creationId="{2D2D5DB6-5384-B73C-E7C8-4B861D7F53E3}"/>
          </ac:spMkLst>
        </pc:sp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19" creationId="{6B8A27BC-20E0-53F8-8A21-535DB5782701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1" creationId="{C20E12DA-5BD2-1ED0-856B-982442A7335A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3" creationId="{64BAE539-AD5C-D1EA-7028-8CDE451B6990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4" creationId="{6FF7171E-E646-C0E3-F02A-98E32096A08E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6" creationId="{168C3A55-3637-97FD-8BA4-BD8A94CF392F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7" creationId="{C323886F-2691-3A85-0EFD-524289E2C9FB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8" creationId="{1057BB79-C859-CCDC-D0D2-10461E15744C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29" creationId="{79136890-6DC9-29DB-0C7E-2423179F8F3F}"/>
          </ac:picMkLst>
        </pc:picChg>
        <pc:picChg chg="mod">
          <ac:chgData name="Mattia Erné" userId="ad84ee6f-0a28-4445-b06f-f3738604603d" providerId="ADAL" clId="{D7217936-D10B-495D-A3C0-310279A38E76}" dt="2024-12-23T20:26:50.188" v="3239" actId="207"/>
          <ac:picMkLst>
            <pc:docMk/>
            <pc:sldMk cId="3390485157" sldId="356"/>
            <ac:picMk id="31" creationId="{709CDAB0-43DD-1394-7209-ACEEA713A173}"/>
          </ac:picMkLst>
        </pc:picChg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4052684117" sldId="357"/>
        </pc:sldMkLst>
        <pc:spChg chg="add mod">
          <ac:chgData name="Mattia Erné" userId="ad84ee6f-0a28-4445-b06f-f3738604603d" providerId="ADAL" clId="{D7217936-D10B-495D-A3C0-310279A38E76}" dt="2024-12-23T20:30:45.986" v="3333" actId="20577"/>
          <ac:spMkLst>
            <pc:docMk/>
            <pc:sldMk cId="4052684117" sldId="357"/>
            <ac:spMk id="2" creationId="{00E499F0-10B1-E4CD-3591-9C758FE723ED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1501787" sldId="358"/>
        </pc:sldMkLst>
        <pc:spChg chg="mod">
          <ac:chgData name="Mattia Erné" userId="ad84ee6f-0a28-4445-b06f-f3738604603d" providerId="ADAL" clId="{D7217936-D10B-495D-A3C0-310279A38E76}" dt="2024-12-23T20:52:26.825" v="3844" actId="20577"/>
          <ac:spMkLst>
            <pc:docMk/>
            <pc:sldMk cId="11501787" sldId="358"/>
            <ac:spMk id="3" creationId="{6A9407BD-280E-EE4E-6996-830C1FAE33CC}"/>
          </ac:spMkLst>
        </pc:spChg>
        <pc:spChg chg="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14" creationId="{D065345F-5539-8511-56BD-CEE10C05153C}"/>
          </ac:spMkLst>
        </pc:spChg>
        <pc:spChg chg="add del 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15" creationId="{CE554B4E-537D-8245-96CE-962826E94978}"/>
          </ac:spMkLst>
        </pc:spChg>
        <pc:spChg chg="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16" creationId="{E9B8E8B5-65AD-035D-CF7A-1451EFA51ECE}"/>
          </ac:spMkLst>
        </pc:spChg>
        <pc:spChg chg="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22" creationId="{E67A3755-C23A-9710-FF7D-7564D7A92A04}"/>
          </ac:spMkLst>
        </pc:spChg>
        <pc:spChg chg="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25" creationId="{011DF70C-0BBE-2BC0-0B59-4660BC808CFC}"/>
          </ac:spMkLst>
        </pc:spChg>
        <pc:spChg chg="mod">
          <ac:chgData name="Mattia Erné" userId="ad84ee6f-0a28-4445-b06f-f3738604603d" providerId="ADAL" clId="{D7217936-D10B-495D-A3C0-310279A38E76}" dt="2024-12-23T20:32:33.150" v="3446" actId="1036"/>
          <ac:spMkLst>
            <pc:docMk/>
            <pc:sldMk cId="11501787" sldId="358"/>
            <ac:spMk id="30" creationId="{54D16E76-1826-4520-E259-4FC746838EDE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3" creationId="{CDD6BC2D-6E42-BE2A-ED5D-C84211359898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4" creationId="{57DC4C5A-BB34-AF10-548F-E11F0A1D99E2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5" creationId="{2AD5703C-26A1-DED9-90F4-AC97C538DA65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6" creationId="{913FF413-8022-9BA1-06E5-039ACEECFB84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7" creationId="{D5929BDC-1D38-E2E4-010E-64BD55405F8B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8" creationId="{D5850A04-7AEA-74E1-6214-6750E75F9A74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39" creationId="{779A0DA8-2CE8-685E-54B3-C6E3BA0219D3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43" creationId="{4A13A85A-811E-CD7D-DAC1-B39B2693E734}"/>
          </ac:spMkLst>
        </pc:spChg>
        <pc:spChg chg="mod">
          <ac:chgData name="Mattia Erné" userId="ad84ee6f-0a28-4445-b06f-f3738604603d" providerId="ADAL" clId="{D7217936-D10B-495D-A3C0-310279A38E76}" dt="2024-12-23T20:34:13.030" v="3687" actId="1036"/>
          <ac:spMkLst>
            <pc:docMk/>
            <pc:sldMk cId="11501787" sldId="358"/>
            <ac:spMk id="44" creationId="{E5292C57-3D0D-C069-FF36-B74F4532FA7D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47" creationId="{25309F84-D3E0-7A7C-7604-3EDF98D7F14C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48" creationId="{90EF636B-FBEE-AF60-50E7-6D6AB33718F2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49" creationId="{CEFD8073-FC70-9113-7157-3A8BF440243D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50" creationId="{9C1EE1C2-A6AD-18D2-DCF7-E7D521449E13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51" creationId="{F638EBB9-1E35-7CE1-ECF0-218D7B7678ED}"/>
          </ac:spMkLst>
        </pc:spChg>
        <pc:spChg chg="add mod">
          <ac:chgData name="Mattia Erné" userId="ad84ee6f-0a28-4445-b06f-f3738604603d" providerId="ADAL" clId="{D7217936-D10B-495D-A3C0-310279A38E76}" dt="2024-12-23T20:33:50.645" v="3676" actId="1036"/>
          <ac:spMkLst>
            <pc:docMk/>
            <pc:sldMk cId="11501787" sldId="358"/>
            <ac:spMk id="52" creationId="{238236A3-E185-5D34-910B-7BF69D868604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3" creationId="{58FBD611-40A9-17EF-6379-4778BEE04D52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4" creationId="{BE671456-25A8-8E92-95EB-E8BA08F4F6FD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5" creationId="{F63B2B65-3832-44F6-46BD-3CCDF186D602}"/>
          </ac:spMkLst>
        </pc:spChg>
        <pc:spChg chg="add mod">
          <ac:chgData name="Mattia Erné" userId="ad84ee6f-0a28-4445-b06f-f3738604603d" providerId="ADAL" clId="{D7217936-D10B-495D-A3C0-310279A38E76}" dt="2024-12-23T20:34:49.164" v="3691" actId="207"/>
          <ac:spMkLst>
            <pc:docMk/>
            <pc:sldMk cId="11501787" sldId="358"/>
            <ac:spMk id="56" creationId="{2EEDC6B1-BC09-A76D-EB81-0554FA435D61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7" creationId="{2EC423B4-30C5-2A1F-CFF5-8009D8F7CEFB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8" creationId="{21C9D9E8-47D3-426D-69ED-06EC104A8DCE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59" creationId="{45CF28F5-CBBE-7976-FF54-BBAC2D062656}"/>
          </ac:spMkLst>
        </pc:spChg>
        <pc:spChg chg="add mod">
          <ac:chgData name="Mattia Erné" userId="ad84ee6f-0a28-4445-b06f-f3738604603d" providerId="ADAL" clId="{D7217936-D10B-495D-A3C0-310279A38E76}" dt="2024-12-23T20:34:39.957" v="3690" actId="207"/>
          <ac:spMkLst>
            <pc:docMk/>
            <pc:sldMk cId="11501787" sldId="358"/>
            <ac:spMk id="60" creationId="{D9C20137-192A-FA84-BF80-96A7A3427EA8}"/>
          </ac:spMkLst>
        </pc:spChg>
        <pc:spChg chg="add mod">
          <ac:chgData name="Mattia Erné" userId="ad84ee6f-0a28-4445-b06f-f3738604603d" providerId="ADAL" clId="{D7217936-D10B-495D-A3C0-310279A38E76}" dt="2024-12-23T20:34:32.949" v="3689" actId="1076"/>
          <ac:spMkLst>
            <pc:docMk/>
            <pc:sldMk cId="11501787" sldId="358"/>
            <ac:spMk id="61" creationId="{F584DEB7-2256-8718-83F5-4008F2B03376}"/>
          </ac:spMkLst>
        </pc:spChg>
        <pc:spChg chg="add mod">
          <ac:chgData name="Mattia Erné" userId="ad84ee6f-0a28-4445-b06f-f3738604603d" providerId="ADAL" clId="{D7217936-D10B-495D-A3C0-310279A38E76}" dt="2024-12-23T20:37:00.115" v="3821" actId="20577"/>
          <ac:spMkLst>
            <pc:docMk/>
            <pc:sldMk cId="11501787" sldId="358"/>
            <ac:spMk id="65" creationId="{4A542A8B-8F9E-34D0-F139-4369CBE67B1C}"/>
          </ac:spMkLst>
        </pc:spChg>
        <pc:grpChg chg="add mod">
          <ac:chgData name="Mattia Erné" userId="ad84ee6f-0a28-4445-b06f-f3738604603d" providerId="ADAL" clId="{D7217936-D10B-495D-A3C0-310279A38E76}" dt="2024-12-23T20:33:50.645" v="3676" actId="1036"/>
          <ac:grpSpMkLst>
            <pc:docMk/>
            <pc:sldMk cId="11501787" sldId="358"/>
            <ac:grpSpMk id="4" creationId="{46195C3D-B9E1-FD1A-5F99-1BE6E44A1DF3}"/>
          </ac:grpSpMkLst>
        </pc:grpChg>
        <pc:grpChg chg="mod">
          <ac:chgData name="Mattia Erné" userId="ad84ee6f-0a28-4445-b06f-f3738604603d" providerId="ADAL" clId="{D7217936-D10B-495D-A3C0-310279A38E76}" dt="2024-12-23T20:32:33.150" v="3446" actId="1036"/>
          <ac:grpSpMkLst>
            <pc:docMk/>
            <pc:sldMk cId="11501787" sldId="358"/>
            <ac:grpSpMk id="17" creationId="{9B46168A-1D80-1F20-A5F6-DE7D9664625D}"/>
          </ac:grpSpMkLst>
        </pc:grp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12" creationId="{38E5D662-56B8-C812-BA33-1D16AA453340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13" creationId="{B08000F7-187C-EE4A-1295-E73742458058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20" creationId="{B5FF544F-67A4-68EC-C245-F4A0057B6F22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32" creationId="{95D7A61A-4EA9-4CDF-3858-28B256DBAD17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40" creationId="{019E49C4-8EDC-E0FF-B08F-D2B98B50BB77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41" creationId="{A2DD1691-721B-32AE-7057-D2B0C27504B4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42" creationId="{F56EE440-BAD2-A8B0-0D45-C5C338820E87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45" creationId="{A9CE1F0A-785F-E7D6-17D8-E11557B88125}"/>
          </ac:picMkLst>
        </pc:picChg>
        <pc:picChg chg="mod">
          <ac:chgData name="Mattia Erné" userId="ad84ee6f-0a28-4445-b06f-f3738604603d" providerId="ADAL" clId="{D7217936-D10B-495D-A3C0-310279A38E76}" dt="2024-12-23T20:32:55.027" v="3448"/>
          <ac:picMkLst>
            <pc:docMk/>
            <pc:sldMk cId="11501787" sldId="358"/>
            <ac:picMk id="46" creationId="{C8016C5E-84E8-8817-6673-D3152673CFF6}"/>
          </ac:picMkLst>
        </pc:picChg>
        <pc:cxnChg chg="mod">
          <ac:chgData name="Mattia Erné" userId="ad84ee6f-0a28-4445-b06f-f3738604603d" providerId="ADAL" clId="{D7217936-D10B-495D-A3C0-310279A38E76}" dt="2024-12-23T20:32:55.027" v="3448"/>
          <ac:cxnSpMkLst>
            <pc:docMk/>
            <pc:sldMk cId="11501787" sldId="358"/>
            <ac:cxnSpMk id="5" creationId="{8DAC9539-BB5C-7C25-B1AF-1CAA0F1BDFE7}"/>
          </ac:cxnSpMkLst>
        </pc:cxn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965095013" sldId="359"/>
        </pc:sldMkLst>
        <pc:spChg chg="add mod">
          <ac:chgData name="Mattia Erné" userId="ad84ee6f-0a28-4445-b06f-f3738604603d" providerId="ADAL" clId="{D7217936-D10B-495D-A3C0-310279A38E76}" dt="2024-12-23T20:53:28.842" v="3908" actId="1036"/>
          <ac:spMkLst>
            <pc:docMk/>
            <pc:sldMk cId="1965095013" sldId="359"/>
            <ac:spMk id="2" creationId="{30EA8FA2-F608-C20C-2AE7-26DE79B54EAE}"/>
          </ac:spMkLst>
        </pc:spChg>
        <pc:spChg chg="add mod">
          <ac:chgData name="Mattia Erné" userId="ad84ee6f-0a28-4445-b06f-f3738604603d" providerId="ADAL" clId="{D7217936-D10B-495D-A3C0-310279A38E76}" dt="2024-12-23T20:53:28.842" v="3908" actId="1036"/>
          <ac:spMkLst>
            <pc:docMk/>
            <pc:sldMk cId="1965095013" sldId="359"/>
            <ac:spMk id="6" creationId="{1515C5FB-DAAC-C3C1-13D1-E12A52ADA5CA}"/>
          </ac:spMkLst>
        </pc:spChg>
        <pc:spChg chg="add mod">
          <ac:chgData name="Mattia Erné" userId="ad84ee6f-0a28-4445-b06f-f3738604603d" providerId="ADAL" clId="{D7217936-D10B-495D-A3C0-310279A38E76}" dt="2024-12-23T20:53:28.842" v="3908" actId="1036"/>
          <ac:spMkLst>
            <pc:docMk/>
            <pc:sldMk cId="1965095013" sldId="359"/>
            <ac:spMk id="7" creationId="{60E66353-DE3C-5B12-33ED-611F709E204B}"/>
          </ac:spMkLst>
        </pc:spChg>
        <pc:spChg chg="add mod">
          <ac:chgData name="Mattia Erné" userId="ad84ee6f-0a28-4445-b06f-f3738604603d" providerId="ADAL" clId="{D7217936-D10B-495D-A3C0-310279A38E76}" dt="2024-12-23T20:55:55.740" v="4018" actId="1076"/>
          <ac:spMkLst>
            <pc:docMk/>
            <pc:sldMk cId="1965095013" sldId="359"/>
            <ac:spMk id="8" creationId="{C361EAFF-71B5-56A0-6421-A33FFA6BCDEE}"/>
          </ac:spMkLst>
        </pc:spChg>
        <pc:spChg chg="add mod">
          <ac:chgData name="Mattia Erné" userId="ad84ee6f-0a28-4445-b06f-f3738604603d" providerId="ADAL" clId="{D7217936-D10B-495D-A3C0-310279A38E76}" dt="2024-12-23T20:56:22.070" v="4023" actId="207"/>
          <ac:spMkLst>
            <pc:docMk/>
            <pc:sldMk cId="1965095013" sldId="359"/>
            <ac:spMk id="9" creationId="{1A72F7D9-029D-A701-1711-8957DE4058CA}"/>
          </ac:spMkLst>
        </pc:spChg>
        <pc:spChg chg="add mod">
          <ac:chgData name="Mattia Erné" userId="ad84ee6f-0a28-4445-b06f-f3738604603d" providerId="ADAL" clId="{D7217936-D10B-495D-A3C0-310279A38E76}" dt="2024-12-23T20:56:42.041" v="4028" actId="207"/>
          <ac:spMkLst>
            <pc:docMk/>
            <pc:sldMk cId="1965095013" sldId="359"/>
            <ac:spMk id="10" creationId="{64396356-4881-1CE4-69EE-CDEAC58A364A}"/>
          </ac:spMkLst>
        </pc:spChg>
        <pc:spChg chg="add mod">
          <ac:chgData name="Mattia Erné" userId="ad84ee6f-0a28-4445-b06f-f3738604603d" providerId="ADAL" clId="{D7217936-D10B-495D-A3C0-310279A38E76}" dt="2024-12-23T20:57:18.781" v="4037" actId="164"/>
          <ac:spMkLst>
            <pc:docMk/>
            <pc:sldMk cId="1965095013" sldId="359"/>
            <ac:spMk id="11" creationId="{5D5DCD52-8E43-5BCD-C3C4-E6BF4F6CAC97}"/>
          </ac:spMkLst>
        </pc:spChg>
        <pc:spChg chg="add mod">
          <ac:chgData name="Mattia Erné" userId="ad84ee6f-0a28-4445-b06f-f3738604603d" providerId="ADAL" clId="{D7217936-D10B-495D-A3C0-310279A38E76}" dt="2024-12-23T20:57:18.781" v="4037" actId="164"/>
          <ac:spMkLst>
            <pc:docMk/>
            <pc:sldMk cId="1965095013" sldId="359"/>
            <ac:spMk id="62" creationId="{B8A30262-BBD3-145E-BEED-2B3AF9EB861E}"/>
          </ac:spMkLst>
        </pc:spChg>
        <pc:spChg chg="add mod">
          <ac:chgData name="Mattia Erné" userId="ad84ee6f-0a28-4445-b06f-f3738604603d" providerId="ADAL" clId="{D7217936-D10B-495D-A3C0-310279A38E76}" dt="2024-12-23T20:57:18.781" v="4037" actId="164"/>
          <ac:spMkLst>
            <pc:docMk/>
            <pc:sldMk cId="1965095013" sldId="359"/>
            <ac:spMk id="63" creationId="{E0A900B3-AA06-BF33-5C5D-18500BD3665C}"/>
          </ac:spMkLst>
        </pc:spChg>
        <pc:spChg chg="mod">
          <ac:chgData name="Mattia Erné" userId="ad84ee6f-0a28-4445-b06f-f3738604603d" providerId="ADAL" clId="{D7217936-D10B-495D-A3C0-310279A38E76}" dt="2024-12-23T21:30:39.274" v="4695" actId="20577"/>
          <ac:spMkLst>
            <pc:docMk/>
            <pc:sldMk cId="1965095013" sldId="359"/>
            <ac:spMk id="65" creationId="{40D58D9A-7FF6-9328-D449-6935556DB655}"/>
          </ac:spMkLst>
        </pc:spChg>
        <pc:spChg chg="add mod">
          <ac:chgData name="Mattia Erné" userId="ad84ee6f-0a28-4445-b06f-f3738604603d" providerId="ADAL" clId="{D7217936-D10B-495D-A3C0-310279A38E76}" dt="2024-12-23T21:08:19.794" v="4316" actId="14100"/>
          <ac:spMkLst>
            <pc:docMk/>
            <pc:sldMk cId="1965095013" sldId="359"/>
            <ac:spMk id="66" creationId="{2EE6B56C-0FA6-D815-9E79-71D132D4A20D}"/>
          </ac:spMkLst>
        </pc:spChg>
        <pc:spChg chg="add mod">
          <ac:chgData name="Mattia Erné" userId="ad84ee6f-0a28-4445-b06f-f3738604603d" providerId="ADAL" clId="{D7217936-D10B-495D-A3C0-310279A38E76}" dt="2024-12-23T21:11:39.007" v="4338" actId="1076"/>
          <ac:spMkLst>
            <pc:docMk/>
            <pc:sldMk cId="1965095013" sldId="359"/>
            <ac:spMk id="72" creationId="{19B0C757-0CEE-8170-02D6-5F1CEE038D1F}"/>
          </ac:spMkLst>
        </pc:spChg>
        <pc:grpChg chg="add mod">
          <ac:chgData name="Mattia Erné" userId="ad84ee6f-0a28-4445-b06f-f3738604603d" providerId="ADAL" clId="{D7217936-D10B-495D-A3C0-310279A38E76}" dt="2024-12-23T21:13:59.765" v="4365" actId="14861"/>
          <ac:grpSpMkLst>
            <pc:docMk/>
            <pc:sldMk cId="1965095013" sldId="359"/>
            <ac:grpSpMk id="64" creationId="{49208DAB-0AEA-81F0-23E8-74C85D568DA8}"/>
          </ac:grpSpMkLst>
        </pc:gr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095425948" sldId="360"/>
        </pc:sldMkLst>
        <pc:spChg chg="mod">
          <ac:chgData name="Mattia Erné" userId="ad84ee6f-0a28-4445-b06f-f3738604603d" providerId="ADAL" clId="{D7217936-D10B-495D-A3C0-310279A38E76}" dt="2024-12-23T21:09:46.370" v="4325" actId="1076"/>
          <ac:spMkLst>
            <pc:docMk/>
            <pc:sldMk cId="3095425948" sldId="360"/>
            <ac:spMk id="9" creationId="{38FF5CC2-2542-25D3-9C31-1CF83CB4C6D8}"/>
          </ac:spMkLst>
        </pc:spChg>
        <pc:spChg chg="mod">
          <ac:chgData name="Mattia Erné" userId="ad84ee6f-0a28-4445-b06f-f3738604603d" providerId="ADAL" clId="{D7217936-D10B-495D-A3C0-310279A38E76}" dt="2024-12-23T21:08:07.722" v="4313" actId="14100"/>
          <ac:spMkLst>
            <pc:docMk/>
            <pc:sldMk cId="3095425948" sldId="360"/>
            <ac:spMk id="66" creationId="{1CBD6B1D-C54B-9058-4945-F05CE5EAF249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67" creationId="{0B2A149A-C156-9EAD-1F32-1C8E0477C647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68" creationId="{730479AE-D2F6-ED9D-A641-8209221F1343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69" creationId="{8D2ED88A-2E47-14D2-D9A3-E5FD10F96347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0" creationId="{6DFF7C92-79D9-EA42-027D-53817755054D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1" creationId="{628D3ED3-F263-C676-796D-C3DDC57CD8D1}"/>
          </ac:spMkLst>
        </pc:spChg>
        <pc:spChg chg="mod">
          <ac:chgData name="Mattia Erné" userId="ad84ee6f-0a28-4445-b06f-f3738604603d" providerId="ADAL" clId="{D7217936-D10B-495D-A3C0-310279A38E76}" dt="2024-12-23T21:15:06.251" v="4370" actId="20577"/>
          <ac:spMkLst>
            <pc:docMk/>
            <pc:sldMk cId="3095425948" sldId="360"/>
            <ac:spMk id="72" creationId="{9BD01F63-1953-03FA-186A-193F7143111D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3" creationId="{3F0AB853-03B4-A16C-2270-8FFFAD76331B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4" creationId="{BCEC1FD2-BAFB-4EEE-2E36-013E61E05DB5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5" creationId="{5C4813E6-5238-A730-32BF-DD0515BC2531}"/>
          </ac:spMkLst>
        </pc:spChg>
        <pc:spChg chg="add mod">
          <ac:chgData name="Mattia Erné" userId="ad84ee6f-0a28-4445-b06f-f3738604603d" providerId="ADAL" clId="{D7217936-D10B-495D-A3C0-310279A38E76}" dt="2024-12-23T21:01:50.849" v="4141" actId="1076"/>
          <ac:spMkLst>
            <pc:docMk/>
            <pc:sldMk cId="3095425948" sldId="360"/>
            <ac:spMk id="76" creationId="{71163D0E-69F7-385B-AD4E-0ECEBBB8FF82}"/>
          </ac:spMkLst>
        </pc:spChg>
        <pc:spChg chg="add mod">
          <ac:chgData name="Mattia Erné" userId="ad84ee6f-0a28-4445-b06f-f3738604603d" providerId="ADAL" clId="{D7217936-D10B-495D-A3C0-310279A38E76}" dt="2024-12-23T21:03:09.375" v="4242" actId="1037"/>
          <ac:spMkLst>
            <pc:docMk/>
            <pc:sldMk cId="3095425948" sldId="360"/>
            <ac:spMk id="78" creationId="{F2D7B8CD-07A8-7366-DEC9-19DA84A8D746}"/>
          </ac:spMkLst>
        </pc:spChg>
        <pc:spChg chg="add mod">
          <ac:chgData name="Mattia Erné" userId="ad84ee6f-0a28-4445-b06f-f3738604603d" providerId="ADAL" clId="{D7217936-D10B-495D-A3C0-310279A38E76}" dt="2024-12-23T21:03:14.036" v="4244" actId="1037"/>
          <ac:spMkLst>
            <pc:docMk/>
            <pc:sldMk cId="3095425948" sldId="360"/>
            <ac:spMk id="79" creationId="{9FCF10DA-1437-CF5D-3F80-400C249D6810}"/>
          </ac:spMkLst>
        </pc:spChg>
        <pc:spChg chg="add mod">
          <ac:chgData name="Mattia Erné" userId="ad84ee6f-0a28-4445-b06f-f3738604603d" providerId="ADAL" clId="{D7217936-D10B-495D-A3C0-310279A38E76}" dt="2024-12-23T21:03:25.471" v="4250" actId="1038"/>
          <ac:spMkLst>
            <pc:docMk/>
            <pc:sldMk cId="3095425948" sldId="360"/>
            <ac:spMk id="80" creationId="{1557EA9A-EB17-8E0B-E018-79B94A0E0BC3}"/>
          </ac:spMkLst>
        </pc:spChg>
        <pc:spChg chg="add mod">
          <ac:chgData name="Mattia Erné" userId="ad84ee6f-0a28-4445-b06f-f3738604603d" providerId="ADAL" clId="{D7217936-D10B-495D-A3C0-310279A38E76}" dt="2024-12-23T21:04:55.788" v="4254" actId="14100"/>
          <ac:spMkLst>
            <pc:docMk/>
            <pc:sldMk cId="3095425948" sldId="360"/>
            <ac:spMk id="81" creationId="{A45CB5C9-39CC-200C-0A27-946C287A0FE0}"/>
          </ac:spMkLst>
        </pc:spChg>
        <pc:spChg chg="add mod">
          <ac:chgData name="Mattia Erné" userId="ad84ee6f-0a28-4445-b06f-f3738604603d" providerId="ADAL" clId="{D7217936-D10B-495D-A3C0-310279A38E76}" dt="2024-12-23T21:05:47.885" v="4261" actId="1076"/>
          <ac:spMkLst>
            <pc:docMk/>
            <pc:sldMk cId="3095425948" sldId="360"/>
            <ac:spMk id="82" creationId="{FE28F97F-4C39-3E61-50AF-B47B24ED9FAA}"/>
          </ac:spMkLst>
        </pc:spChg>
        <pc:spChg chg="add mod">
          <ac:chgData name="Mattia Erné" userId="ad84ee6f-0a28-4445-b06f-f3738604603d" providerId="ADAL" clId="{D7217936-D10B-495D-A3C0-310279A38E76}" dt="2024-12-23T21:06:02.908" v="4263" actId="14100"/>
          <ac:spMkLst>
            <pc:docMk/>
            <pc:sldMk cId="3095425948" sldId="360"/>
            <ac:spMk id="83" creationId="{78BC8E28-D71D-1933-FA7E-85E597D1631C}"/>
          </ac:spMkLst>
        </pc:spChg>
        <pc:spChg chg="add mod">
          <ac:chgData name="Mattia Erné" userId="ad84ee6f-0a28-4445-b06f-f3738604603d" providerId="ADAL" clId="{D7217936-D10B-495D-A3C0-310279A38E76}" dt="2024-12-23T21:14:52.425" v="4369" actId="1076"/>
          <ac:spMkLst>
            <pc:docMk/>
            <pc:sldMk cId="3095425948" sldId="360"/>
            <ac:spMk id="84" creationId="{6BDE554D-90C8-DBF2-992D-CBCE1F743986}"/>
          </ac:spMkLst>
        </pc:spChg>
        <pc:spChg chg="add mod">
          <ac:chgData name="Mattia Erné" userId="ad84ee6f-0a28-4445-b06f-f3738604603d" providerId="ADAL" clId="{D7217936-D10B-495D-A3C0-310279A38E76}" dt="2024-12-23T21:07:47.172" v="4309" actId="164"/>
          <ac:spMkLst>
            <pc:docMk/>
            <pc:sldMk cId="3095425948" sldId="360"/>
            <ac:spMk id="85" creationId="{FED60FF2-5100-8043-D147-0AF40F1E600E}"/>
          </ac:spMkLst>
        </pc:spChg>
        <pc:spChg chg="add mod">
          <ac:chgData name="Mattia Erné" userId="ad84ee6f-0a28-4445-b06f-f3738604603d" providerId="ADAL" clId="{D7217936-D10B-495D-A3C0-310279A38E76}" dt="2024-12-23T21:07:47.172" v="4309" actId="164"/>
          <ac:spMkLst>
            <pc:docMk/>
            <pc:sldMk cId="3095425948" sldId="360"/>
            <ac:spMk id="86" creationId="{51797081-9E08-4B13-7974-B6656EF73B4F}"/>
          </ac:spMkLst>
        </pc:spChg>
        <pc:grpChg chg="add mod">
          <ac:chgData name="Mattia Erné" userId="ad84ee6f-0a28-4445-b06f-f3738604603d" providerId="ADAL" clId="{D7217936-D10B-495D-A3C0-310279A38E76}" dt="2024-12-23T21:01:23.073" v="4140" actId="1076"/>
          <ac:grpSpMkLst>
            <pc:docMk/>
            <pc:sldMk cId="3095425948" sldId="360"/>
            <ac:grpSpMk id="45" creationId="{26C2D6FF-15BC-52AE-867D-D900C079F509}"/>
          </ac:grpSpMkLst>
        </pc:grpChg>
        <pc:grpChg chg="add mod">
          <ac:chgData name="Mattia Erné" userId="ad84ee6f-0a28-4445-b06f-f3738604603d" providerId="ADAL" clId="{D7217936-D10B-495D-A3C0-310279A38E76}" dt="2024-12-23T21:13:53.060" v="4364" actId="14861"/>
          <ac:grpSpMkLst>
            <pc:docMk/>
            <pc:sldMk cId="3095425948" sldId="360"/>
            <ac:grpSpMk id="87" creationId="{4E4DF314-E9C4-3DC8-9822-562492589290}"/>
          </ac:grpSpMkLst>
        </pc:grp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47" creationId="{ED918F29-A34C-7310-2A5E-C90AB89416A5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48" creationId="{0AD08250-D523-63F9-8279-70F8FF143601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49" creationId="{E5274608-928F-0A09-BA9E-3ADD3D69543C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0" creationId="{C4E041CA-C050-0E93-F586-FBAE61097B30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1" creationId="{FA38BF20-1D3C-D6F1-6266-F55FC99F89E9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2" creationId="{FBD1A198-E6D3-746C-FCA7-2865644A25C6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3" creationId="{FD83879C-9D72-42AB-FFD5-5A95A7BFA6DC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4" creationId="{36E45FED-C956-5494-59C3-5E442E44C3C8}"/>
          </ac:picMkLst>
        </pc:picChg>
        <pc:picChg chg="mod">
          <ac:chgData name="Mattia Erné" userId="ad84ee6f-0a28-4445-b06f-f3738604603d" providerId="ADAL" clId="{D7217936-D10B-495D-A3C0-310279A38E76}" dt="2024-12-23T21:00:07.829" v="4127"/>
          <ac:picMkLst>
            <pc:docMk/>
            <pc:sldMk cId="3095425948" sldId="360"/>
            <ac:picMk id="55" creationId="{2F07EA04-24D5-FAD1-FF88-F0868E9B5FC8}"/>
          </ac:picMkLst>
        </pc:picChg>
        <pc:picChg chg="add mod">
          <ac:chgData name="Mattia Erné" userId="ad84ee6f-0a28-4445-b06f-f3738604603d" providerId="ADAL" clId="{D7217936-D10B-495D-A3C0-310279A38E76}" dt="2024-12-23T21:10:26.715" v="4332" actId="1076"/>
          <ac:picMkLst>
            <pc:docMk/>
            <pc:sldMk cId="3095425948" sldId="360"/>
            <ac:picMk id="90" creationId="{83CC8A10-340D-15F6-2FDC-5651AD0D55F2}"/>
          </ac:picMkLst>
        </pc:picChg>
        <pc:picChg chg="add mod">
          <ac:chgData name="Mattia Erné" userId="ad84ee6f-0a28-4445-b06f-f3738604603d" providerId="ADAL" clId="{D7217936-D10B-495D-A3C0-310279A38E76}" dt="2024-12-23T21:24:53.830" v="4486" actId="1076"/>
          <ac:picMkLst>
            <pc:docMk/>
            <pc:sldMk cId="3095425948" sldId="360"/>
            <ac:picMk id="95" creationId="{EDC23275-EB9C-CC5B-B3A0-77976D89B5C0}"/>
          </ac:picMkLst>
        </pc:picChg>
        <pc:cxnChg chg="mod">
          <ac:chgData name="Mattia Erné" userId="ad84ee6f-0a28-4445-b06f-f3738604603d" providerId="ADAL" clId="{D7217936-D10B-495D-A3C0-310279A38E76}" dt="2024-12-23T21:00:07.829" v="4127"/>
          <ac:cxnSpMkLst>
            <pc:docMk/>
            <pc:sldMk cId="3095425948" sldId="360"/>
            <ac:cxnSpMk id="46" creationId="{CBBFB2F5-101B-93FA-FD89-FC2E0BBEDDF2}"/>
          </ac:cxnSpMkLst>
        </pc:cxnChg>
      </pc:sldChg>
      <pc:sldChg chg="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65453341" sldId="361"/>
        </pc:sldMkLst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67" creationId="{9063AA2D-5A03-EE9C-167F-889B5E820739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68" creationId="{7A30EF26-E86E-089A-9C0E-5BF6A9479D7B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69" creationId="{E72F672B-23A4-482D-50C9-DF0620C6E01F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0" creationId="{0658CB1B-9073-EB33-D2A5-86C65E5C5DA7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1" creationId="{7190E27E-E6CD-0F5B-EF4E-6BA89D4DD7B3}"/>
          </ac:spMkLst>
        </pc:spChg>
        <pc:spChg chg="mod">
          <ac:chgData name="Mattia Erné" userId="ad84ee6f-0a28-4445-b06f-f3738604603d" providerId="ADAL" clId="{D7217936-D10B-495D-A3C0-310279A38E76}" dt="2024-12-23T21:30:14.816" v="4686" actId="207"/>
          <ac:spMkLst>
            <pc:docMk/>
            <pc:sldMk cId="165453341" sldId="361"/>
            <ac:spMk id="72" creationId="{DCDDC8B6-749C-F35A-6CB0-1E4EECE0F631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3" creationId="{FEC072BC-6F06-22AB-6576-3BF6DC8E291D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4" creationId="{B8A635A2-94CF-F3F7-072A-0E4F2B95A45B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5" creationId="{690A8368-6CBB-452F-FC33-C318711137CF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6" creationId="{7930DE53-96A3-C661-5EB8-392927E66A2B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8" creationId="{13F46349-6452-08AC-6F38-0D278B17CAA8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79" creationId="{C6CDA2B5-2ABA-10BE-3D3E-0819F99FF233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80" creationId="{D6EFA721-FC72-DEE0-14E9-2479B49CA19F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81" creationId="{4B637A9A-2529-34EC-DA44-B9FA5C656A88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82" creationId="{A66D5269-7715-47C6-2501-A07E8E6E48F7}"/>
          </ac:spMkLst>
        </pc:spChg>
        <pc:spChg chg="mod">
          <ac:chgData name="Mattia Erné" userId="ad84ee6f-0a28-4445-b06f-f3738604603d" providerId="ADAL" clId="{D7217936-D10B-495D-A3C0-310279A38E76}" dt="2024-12-23T21:23:41.767" v="4482" actId="1076"/>
          <ac:spMkLst>
            <pc:docMk/>
            <pc:sldMk cId="165453341" sldId="361"/>
            <ac:spMk id="83" creationId="{6183EE6A-DEEB-A59A-DF0B-FE2A814D87EA}"/>
          </ac:spMkLst>
        </pc:spChg>
        <pc:grpChg chg="mod">
          <ac:chgData name="Mattia Erné" userId="ad84ee6f-0a28-4445-b06f-f3738604603d" providerId="ADAL" clId="{D7217936-D10B-495D-A3C0-310279A38E76}" dt="2024-12-23T21:23:41.767" v="4482" actId="1076"/>
          <ac:grpSpMkLst>
            <pc:docMk/>
            <pc:sldMk cId="165453341" sldId="361"/>
            <ac:grpSpMk id="45" creationId="{B10800DC-F840-A1FA-322D-ED4D2863DE08}"/>
          </ac:grpSpMkLst>
        </pc:grpChg>
        <pc:grpChg chg="mod">
          <ac:chgData name="Mattia Erné" userId="ad84ee6f-0a28-4445-b06f-f3738604603d" providerId="ADAL" clId="{D7217936-D10B-495D-A3C0-310279A38E76}" dt="2024-12-23T21:23:41.767" v="4482" actId="1076"/>
          <ac:grpSpMkLst>
            <pc:docMk/>
            <pc:sldMk cId="165453341" sldId="361"/>
            <ac:grpSpMk id="87" creationId="{48C98F05-3C28-6DFF-6D96-BEAA2EBB4EC3}"/>
          </ac:grpSpMkLst>
        </pc:grpChg>
        <pc:picChg chg="mod">
          <ac:chgData name="Mattia Erné" userId="ad84ee6f-0a28-4445-b06f-f3738604603d" providerId="ADAL" clId="{D7217936-D10B-495D-A3C0-310279A38E76}" dt="2024-12-23T21:23:41.767" v="4482" actId="1076"/>
          <ac:picMkLst>
            <pc:docMk/>
            <pc:sldMk cId="165453341" sldId="361"/>
            <ac:picMk id="90" creationId="{CBDAD6E7-D48F-B4E6-F908-136E6814E0FC}"/>
          </ac:picMkLst>
        </pc:picChg>
      </pc:sldChg>
      <pc:sldChg chg="new del">
        <pc:chgData name="Mattia Erné" userId="ad84ee6f-0a28-4445-b06f-f3738604603d" providerId="ADAL" clId="{D7217936-D10B-495D-A3C0-310279A38E76}" dt="2024-12-23T21:26:54.497" v="4498" actId="2696"/>
        <pc:sldMkLst>
          <pc:docMk/>
          <pc:sldMk cId="652506011" sldId="362"/>
        </pc:sldMkLst>
      </pc:sldChg>
      <pc:sldChg chg="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808026826" sldId="362"/>
        </pc:sldMkLst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67" creationId="{27C00672-6DB8-637E-1F4D-097CB6E95C40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68" creationId="{CFC642D7-B7B9-1C56-F693-C5A93513C553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69" creationId="{F4C6F5BE-3E31-9B6D-3EF6-49FB1AB86ACD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0" creationId="{E6656322-8D6F-F258-1F07-24BD24A0A122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1" creationId="{CFFA8D99-DD48-E691-DB91-5A94898B68F2}"/>
          </ac:spMkLst>
        </pc:spChg>
        <pc:spChg chg="mod">
          <ac:chgData name="Mattia Erné" userId="ad84ee6f-0a28-4445-b06f-f3738604603d" providerId="ADAL" clId="{D7217936-D10B-495D-A3C0-310279A38E76}" dt="2024-12-23T21:32:22.963" v="4712" actId="5793"/>
          <ac:spMkLst>
            <pc:docMk/>
            <pc:sldMk cId="2808026826" sldId="362"/>
            <ac:spMk id="72" creationId="{0E4DF2B8-ED3D-14B5-E35C-EF659271B4F9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3" creationId="{9C0B3B17-BE18-6982-54D2-70C7820EE786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4" creationId="{7D5A9FD4-A25F-52B9-CA4C-952CB4C6EE84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5" creationId="{1A4D9BA8-8B2B-9A29-7E1F-1E4F7B3E385A}"/>
          </ac:spMkLst>
        </pc:spChg>
        <pc:spChg chg="mod">
          <ac:chgData name="Mattia Erné" userId="ad84ee6f-0a28-4445-b06f-f3738604603d" providerId="ADAL" clId="{D7217936-D10B-495D-A3C0-310279A38E76}" dt="2024-12-23T21:29:01.868" v="4673" actId="207"/>
          <ac:spMkLst>
            <pc:docMk/>
            <pc:sldMk cId="2808026826" sldId="362"/>
            <ac:spMk id="76" creationId="{1086BB14-5574-E58E-528C-2D357F7F486B}"/>
          </ac:spMkLst>
        </pc:sp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47" creationId="{E73ECE77-FD49-4735-01F5-4D7D5BF05569}"/>
          </ac:picMkLst>
        </pc:picChg>
        <pc:picChg chg="mod">
          <ac:chgData name="Mattia Erné" userId="ad84ee6f-0a28-4445-b06f-f3738604603d" providerId="ADAL" clId="{D7217936-D10B-495D-A3C0-310279A38E76}" dt="2024-12-23T21:31:36.966" v="4705" actId="207"/>
          <ac:picMkLst>
            <pc:docMk/>
            <pc:sldMk cId="2808026826" sldId="362"/>
            <ac:picMk id="48" creationId="{D5B04EEB-3AD1-D4E3-09AE-53DF35A41637}"/>
          </ac:picMkLst>
        </pc:pic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49" creationId="{BC21A7D1-5D45-26F7-2B43-44296AA0D0AF}"/>
          </ac:picMkLst>
        </pc:pic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50" creationId="{9AF985B4-F0C4-6B92-692D-5B3AD073B8B7}"/>
          </ac:picMkLst>
        </pc:pic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51" creationId="{15CDDF34-6353-A2BA-D92F-B809CEBBAF9F}"/>
          </ac:picMkLst>
        </pc:picChg>
        <pc:picChg chg="mod">
          <ac:chgData name="Mattia Erné" userId="ad84ee6f-0a28-4445-b06f-f3738604603d" providerId="ADAL" clId="{D7217936-D10B-495D-A3C0-310279A38E76}" dt="2024-12-23T21:31:53.193" v="4706" actId="207"/>
          <ac:picMkLst>
            <pc:docMk/>
            <pc:sldMk cId="2808026826" sldId="362"/>
            <ac:picMk id="52" creationId="{31B5B3C4-4CAD-7637-EBD9-5939EE908874}"/>
          </ac:picMkLst>
        </pc:pic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53" creationId="{FED98DAE-ED19-522D-8FCD-938B79392E7B}"/>
          </ac:picMkLst>
        </pc:picChg>
        <pc:picChg chg="mod">
          <ac:chgData name="Mattia Erné" userId="ad84ee6f-0a28-4445-b06f-f3738604603d" providerId="ADAL" clId="{D7217936-D10B-495D-A3C0-310279A38E76}" dt="2024-12-23T21:31:57.929" v="4707" actId="207"/>
          <ac:picMkLst>
            <pc:docMk/>
            <pc:sldMk cId="2808026826" sldId="362"/>
            <ac:picMk id="54" creationId="{0334CE76-21AD-324F-329F-E112F0A3A1A3}"/>
          </ac:picMkLst>
        </pc:picChg>
        <pc:picChg chg="mod">
          <ac:chgData name="Mattia Erné" userId="ad84ee6f-0a28-4445-b06f-f3738604603d" providerId="ADAL" clId="{D7217936-D10B-495D-A3C0-310279A38E76}" dt="2024-12-23T21:28:52.057" v="4672" actId="207"/>
          <ac:picMkLst>
            <pc:docMk/>
            <pc:sldMk cId="2808026826" sldId="362"/>
            <ac:picMk id="55" creationId="{4D2A4618-BB59-7850-6E61-8B003575BD17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529755011" sldId="363"/>
        </pc:sldMkLst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4" creationId="{64104E6B-1692-0CB1-242D-3C9C3E57CCFD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5" creationId="{95D747B5-8A2B-5A12-CDC2-EECDA354BC41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6" creationId="{C1EAC950-9C16-5F4A-B5C5-5A866C0E24D6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7" creationId="{20FA286A-44B9-BCE5-CB2D-3EBC2749885C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8" creationId="{989F2442-7523-D93F-76CC-F7F780724BCD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19" creationId="{3D799068-2B69-93D4-C769-73CFAA7EA561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0" creationId="{37F9FBAE-D7B8-13B9-3FC8-883A19DE0F6F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1" creationId="{D09C0117-9653-9762-098E-EB8A9422AFBE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2" creationId="{22B6089A-2589-F6F7-C1ED-6766D74E5C4F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3" creationId="{A37327BA-39A4-46B1-F718-0F113D681F62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4" creationId="{8E58FC93-1646-C83A-8CFD-F48C228CCC33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5" creationId="{3850C311-74DD-6B05-4BAC-1F35A233F132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6" creationId="{CA193586-ED63-8D37-0BBC-D6149CB92CAB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7" creationId="{C9857C6B-B621-4332-D12B-C981518D3899}"/>
          </ac:spMkLst>
        </pc:spChg>
        <pc:spChg chg="add mod">
          <ac:chgData name="Mattia Erné" userId="ad84ee6f-0a28-4445-b06f-f3738604603d" providerId="ADAL" clId="{D7217936-D10B-495D-A3C0-310279A38E76}" dt="2024-12-23T21:32:39.547" v="4715"/>
          <ac:spMkLst>
            <pc:docMk/>
            <pc:sldMk cId="529755011" sldId="363"/>
            <ac:spMk id="28" creationId="{70F7AB72-B553-E2BB-2BA6-328D4F97EC23}"/>
          </ac:spMkLst>
        </pc:spChg>
        <pc:spChg chg="mod">
          <ac:chgData name="Mattia Erné" userId="ad84ee6f-0a28-4445-b06f-f3738604603d" providerId="ADAL" clId="{D7217936-D10B-495D-A3C0-310279A38E76}" dt="2024-12-23T21:34:03.864" v="4794" actId="20577"/>
          <ac:spMkLst>
            <pc:docMk/>
            <pc:sldMk cId="529755011" sldId="363"/>
            <ac:spMk id="72" creationId="{5BB59688-78CF-BA50-D91E-97414371C70F}"/>
          </ac:spMkLst>
        </pc:spChg>
        <pc:grpChg chg="add mod">
          <ac:chgData name="Mattia Erné" userId="ad84ee6f-0a28-4445-b06f-f3738604603d" providerId="ADAL" clId="{D7217936-D10B-495D-A3C0-310279A38E76}" dt="2024-12-23T21:32:39.547" v="4715"/>
          <ac:grpSpMkLst>
            <pc:docMk/>
            <pc:sldMk cId="529755011" sldId="363"/>
            <ac:grpSpMk id="2" creationId="{0070C1BC-AE4E-25C8-5F16-DD5A0BFF143A}"/>
          </ac:grpSpMkLst>
        </pc:grp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5" creationId="{665AE25D-AE68-0C28-2909-A4743FC2872D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6" creationId="{4B39D596-F609-EE47-3B34-032BEAFDFFD4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7" creationId="{11648B01-B71D-F30C-16C6-769C95890D24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8" creationId="{327EDB5F-8B7D-1518-F904-96DD890F555F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9" creationId="{CDAD5AE7-4866-5C76-35A9-296502963A6C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10" creationId="{6FD3D9CB-2C5E-6C56-B83F-0FCE43066799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11" creationId="{521D3A73-BBDC-E42A-5AEF-D1F3C91DA82D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12" creationId="{5A4DDE0C-5C9A-F95A-A09C-201AA95AEC78}"/>
          </ac:picMkLst>
        </pc:picChg>
        <pc:picChg chg="mod">
          <ac:chgData name="Mattia Erné" userId="ad84ee6f-0a28-4445-b06f-f3738604603d" providerId="ADAL" clId="{D7217936-D10B-495D-A3C0-310279A38E76}" dt="2024-12-23T21:32:39.547" v="4715"/>
          <ac:picMkLst>
            <pc:docMk/>
            <pc:sldMk cId="529755011" sldId="363"/>
            <ac:picMk id="13" creationId="{E591E808-2B59-B8D0-0F3F-8CFD9A3D04A3}"/>
          </ac:picMkLst>
        </pc:picChg>
        <pc:cxnChg chg="mod">
          <ac:chgData name="Mattia Erné" userId="ad84ee6f-0a28-4445-b06f-f3738604603d" providerId="ADAL" clId="{D7217936-D10B-495D-A3C0-310279A38E76}" dt="2024-12-23T21:32:39.547" v="4715"/>
          <ac:cxnSpMkLst>
            <pc:docMk/>
            <pc:sldMk cId="529755011" sldId="363"/>
            <ac:cxnSpMk id="4" creationId="{19679696-6C29-4E79-E809-6C8D0860CA84}"/>
          </ac:cxnSpMkLst>
        </pc:cxnChg>
      </pc:sldChg>
      <pc:sldChg chg="addSp modSp add mod ord modTransition">
        <pc:chgData name="Mattia Erné" userId="ad84ee6f-0a28-4445-b06f-f3738604603d" providerId="ADAL" clId="{D7217936-D10B-495D-A3C0-310279A38E76}" dt="2024-12-29T14:00:57.142" v="22039" actId="20577"/>
        <pc:sldMkLst>
          <pc:docMk/>
          <pc:sldMk cId="1333331164" sldId="364"/>
        </pc:sldMkLst>
        <pc:spChg chg="mod">
          <ac:chgData name="Mattia Erné" userId="ad84ee6f-0a28-4445-b06f-f3738604603d" providerId="ADAL" clId="{D7217936-D10B-495D-A3C0-310279A38E76}" dt="2024-12-29T14:00:57.142" v="22039" actId="20577"/>
          <ac:spMkLst>
            <pc:docMk/>
            <pc:sldMk cId="1333331164" sldId="364"/>
            <ac:spMk id="2" creationId="{972B8B24-FC43-BCD4-9189-022F61C21172}"/>
          </ac:spMkLst>
        </pc:spChg>
        <pc:spChg chg="add mod">
          <ac:chgData name="Mattia Erné" userId="ad84ee6f-0a28-4445-b06f-f3738604603d" providerId="ADAL" clId="{D7217936-D10B-495D-A3C0-310279A38E76}" dt="2024-12-23T21:44:34.481" v="5073" actId="1076"/>
          <ac:spMkLst>
            <pc:docMk/>
            <pc:sldMk cId="1333331164" sldId="364"/>
            <ac:spMk id="14" creationId="{0B50F50F-1BBF-4A92-7F48-48650A16F0DC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9T14:00:54.554" v="22038" actId="20577"/>
        <pc:sldMkLst>
          <pc:docMk/>
          <pc:sldMk cId="2218625117" sldId="365"/>
        </pc:sldMkLst>
        <pc:spChg chg="mod">
          <ac:chgData name="Mattia Erné" userId="ad84ee6f-0a28-4445-b06f-f3738604603d" providerId="ADAL" clId="{D7217936-D10B-495D-A3C0-310279A38E76}" dt="2024-12-29T14:00:54.554" v="22038" actId="20577"/>
          <ac:spMkLst>
            <pc:docMk/>
            <pc:sldMk cId="2218625117" sldId="365"/>
            <ac:spMk id="2" creationId="{F7B61E0F-DF95-4316-AE92-9D5C1D94AFE8}"/>
          </ac:spMkLst>
        </pc:spChg>
        <pc:spChg chg="mod">
          <ac:chgData name="Mattia Erné" userId="ad84ee6f-0a28-4445-b06f-f3738604603d" providerId="ADAL" clId="{D7217936-D10B-495D-A3C0-310279A38E76}" dt="2024-12-23T21:44:30.432" v="5072" actId="1076"/>
          <ac:spMkLst>
            <pc:docMk/>
            <pc:sldMk cId="2218625117" sldId="365"/>
            <ac:spMk id="14" creationId="{C4DE59FF-38D6-303A-C2A3-3879D37D9B5F}"/>
          </ac:spMkLst>
        </pc:spChg>
        <pc:graphicFrameChg chg="add mod">
          <ac:chgData name="Mattia Erné" userId="ad84ee6f-0a28-4445-b06f-f3738604603d" providerId="ADAL" clId="{D7217936-D10B-495D-A3C0-310279A38E76}" dt="2024-12-23T21:50:24.593" v="5134" actId="692"/>
          <ac:graphicFrameMkLst>
            <pc:docMk/>
            <pc:sldMk cId="2218625117" sldId="365"/>
            <ac:graphicFrameMk id="17" creationId="{5EA3A834-051C-A585-0CBF-EC010C53225F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875286576" sldId="366"/>
        </pc:sldMkLst>
        <pc:spChg chg="add mod">
          <ac:chgData name="Mattia Erné" userId="ad84ee6f-0a28-4445-b06f-f3738604603d" providerId="ADAL" clId="{D7217936-D10B-495D-A3C0-310279A38E76}" dt="2024-12-24T11:28:44.927" v="6256" actId="20577"/>
          <ac:spMkLst>
            <pc:docMk/>
            <pc:sldMk cId="875286576" sldId="366"/>
            <ac:spMk id="3" creationId="{DD48CBB2-215E-F0F7-8A7C-33E63B477FE9}"/>
          </ac:spMkLst>
        </pc:spChg>
        <pc:spChg chg="add mod">
          <ac:chgData name="Mattia Erné" userId="ad84ee6f-0a28-4445-b06f-f3738604603d" providerId="ADAL" clId="{D7217936-D10B-495D-A3C0-310279A38E76}" dt="2024-12-24T11:32:05.265" v="6284"/>
          <ac:spMkLst>
            <pc:docMk/>
            <pc:sldMk cId="875286576" sldId="366"/>
            <ac:spMk id="4" creationId="{D18E4AA3-A593-4224-9C6A-1945D33BF141}"/>
          </ac:spMkLst>
        </pc:spChg>
        <pc:graphicFrameChg chg="mod">
          <ac:chgData name="Mattia Erné" userId="ad84ee6f-0a28-4445-b06f-f3738604603d" providerId="ADAL" clId="{D7217936-D10B-495D-A3C0-310279A38E76}" dt="2024-12-24T11:28:40.199" v="6254" actId="20577"/>
          <ac:graphicFrameMkLst>
            <pc:docMk/>
            <pc:sldMk cId="875286576" sldId="366"/>
            <ac:graphicFrameMk id="17" creationId="{729C703C-7DDC-8F8C-E1CB-F9E80968193B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792659425" sldId="367"/>
        </pc:sldMkLst>
        <pc:spChg chg="mod">
          <ac:chgData name="Mattia Erné" userId="ad84ee6f-0a28-4445-b06f-f3738604603d" providerId="ADAL" clId="{D7217936-D10B-495D-A3C0-310279A38E76}" dt="2024-12-24T13:04:21.866" v="6758" actId="20577"/>
          <ac:spMkLst>
            <pc:docMk/>
            <pc:sldMk cId="1792659425" sldId="367"/>
            <ac:spMk id="2" creationId="{9E8714B5-3365-5283-B1D9-83C6218A1218}"/>
          </ac:spMkLst>
        </pc:spChg>
        <pc:spChg chg="add mod">
          <ac:chgData name="Mattia Erné" userId="ad84ee6f-0a28-4445-b06f-f3738604603d" providerId="ADAL" clId="{D7217936-D10B-495D-A3C0-310279A38E76}" dt="2024-12-24T11:34:08.700" v="6303" actId="1076"/>
          <ac:spMkLst>
            <pc:docMk/>
            <pc:sldMk cId="1792659425" sldId="367"/>
            <ac:spMk id="4" creationId="{998D7892-393D-A83C-EAFD-8628DC6A83D4}"/>
          </ac:spMkLst>
        </pc:spChg>
        <pc:graphicFrameChg chg="mod">
          <ac:chgData name="Mattia Erné" userId="ad84ee6f-0a28-4445-b06f-f3738604603d" providerId="ADAL" clId="{D7217936-D10B-495D-A3C0-310279A38E76}" dt="2024-12-24T11:37:25.717" v="6326" actId="692"/>
          <ac:graphicFrameMkLst>
            <pc:docMk/>
            <pc:sldMk cId="1792659425" sldId="367"/>
            <ac:graphicFrameMk id="17" creationId="{22CDFE38-7A0D-B3D7-4D21-29CA32BD8B52}"/>
          </ac:graphicFrameMkLst>
        </pc:graphicFrameChg>
        <pc:cxnChg chg="add mod">
          <ac:chgData name="Mattia Erné" userId="ad84ee6f-0a28-4445-b06f-f3738604603d" providerId="ADAL" clId="{D7217936-D10B-495D-A3C0-310279A38E76}" dt="2024-12-24T11:34:38.733" v="6307" actId="14100"/>
          <ac:cxnSpMkLst>
            <pc:docMk/>
            <pc:sldMk cId="1792659425" sldId="367"/>
            <ac:cxnSpMk id="5" creationId="{3BB1636B-9A60-CF44-4169-B44F6C621EBD}"/>
          </ac:cxnSpMkLst>
        </pc:cxnChg>
        <pc:cxnChg chg="add mod">
          <ac:chgData name="Mattia Erné" userId="ad84ee6f-0a28-4445-b06f-f3738604603d" providerId="ADAL" clId="{D7217936-D10B-495D-A3C0-310279A38E76}" dt="2024-12-24T11:34:47.346" v="6310" actId="14100"/>
          <ac:cxnSpMkLst>
            <pc:docMk/>
            <pc:sldMk cId="1792659425" sldId="367"/>
            <ac:cxnSpMk id="8" creationId="{73BFEC76-55D0-27EF-AB4C-6FE4638B77EA}"/>
          </ac:cxnSpMkLst>
        </pc:cxnChg>
        <pc:cxnChg chg="add mod">
          <ac:chgData name="Mattia Erné" userId="ad84ee6f-0a28-4445-b06f-f3738604603d" providerId="ADAL" clId="{D7217936-D10B-495D-A3C0-310279A38E76}" dt="2024-12-24T11:35:00.218" v="6314" actId="14100"/>
          <ac:cxnSpMkLst>
            <pc:docMk/>
            <pc:sldMk cId="1792659425" sldId="367"/>
            <ac:cxnSpMk id="11" creationId="{8107C8FF-019C-37C2-153D-580163EDADB4}"/>
          </ac:cxnSpMkLst>
        </pc:cxnChg>
      </pc:sldChg>
      <pc:sldChg chg="addSp delSp modSp add mod modTransition">
        <pc:chgData name="Mattia Erné" userId="ad84ee6f-0a28-4445-b06f-f3738604603d" providerId="ADAL" clId="{D7217936-D10B-495D-A3C0-310279A38E76}" dt="2024-12-29T14:00:52.130" v="22037" actId="20577"/>
        <pc:sldMkLst>
          <pc:docMk/>
          <pc:sldMk cId="4107058181" sldId="368"/>
        </pc:sldMkLst>
        <pc:spChg chg="mod">
          <ac:chgData name="Mattia Erné" userId="ad84ee6f-0a28-4445-b06f-f3738604603d" providerId="ADAL" clId="{D7217936-D10B-495D-A3C0-310279A38E76}" dt="2024-12-29T14:00:52.130" v="22037" actId="20577"/>
          <ac:spMkLst>
            <pc:docMk/>
            <pc:sldMk cId="4107058181" sldId="368"/>
            <ac:spMk id="2" creationId="{8B77DDB1-F1F0-B234-5568-79F44B1DEAD0}"/>
          </ac:spMkLst>
        </pc:spChg>
        <pc:spChg chg="add mod">
          <ac:chgData name="Mattia Erné" userId="ad84ee6f-0a28-4445-b06f-f3738604603d" providerId="ADAL" clId="{D7217936-D10B-495D-A3C0-310279A38E76}" dt="2024-12-24T11:39:54.939" v="6337" actId="1076"/>
          <ac:spMkLst>
            <pc:docMk/>
            <pc:sldMk cId="4107058181" sldId="368"/>
            <ac:spMk id="3" creationId="{B46090D9-FFF4-915E-3962-3ABA26577191}"/>
          </ac:spMkLst>
        </pc:spChg>
        <pc:spChg chg="add mod">
          <ac:chgData name="Mattia Erné" userId="ad84ee6f-0a28-4445-b06f-f3738604603d" providerId="ADAL" clId="{D7217936-D10B-495D-A3C0-310279A38E76}" dt="2024-12-24T11:40:08.520" v="6340" actId="208"/>
          <ac:spMkLst>
            <pc:docMk/>
            <pc:sldMk cId="4107058181" sldId="368"/>
            <ac:spMk id="4" creationId="{997EAA0E-CF0F-6E10-3006-E4EA56E92231}"/>
          </ac:spMkLst>
        </pc:spChg>
        <pc:spChg chg="add mod">
          <ac:chgData name="Mattia Erné" userId="ad84ee6f-0a28-4445-b06f-f3738604603d" providerId="ADAL" clId="{D7217936-D10B-495D-A3C0-310279A38E76}" dt="2024-12-24T11:40:16.049" v="6343" actId="208"/>
          <ac:spMkLst>
            <pc:docMk/>
            <pc:sldMk cId="4107058181" sldId="368"/>
            <ac:spMk id="5" creationId="{BC5753D0-201A-5761-C27D-79F71BD7D3A2}"/>
          </ac:spMkLst>
        </pc:spChg>
        <pc:spChg chg="add mod">
          <ac:chgData name="Mattia Erné" userId="ad84ee6f-0a28-4445-b06f-f3738604603d" providerId="ADAL" clId="{D7217936-D10B-495D-A3C0-310279A38E76}" dt="2024-12-24T11:45:27.591" v="6410" actId="1076"/>
          <ac:spMkLst>
            <pc:docMk/>
            <pc:sldMk cId="4107058181" sldId="368"/>
            <ac:spMk id="6" creationId="{A779C175-52A6-1BB1-DF1B-D14702F609B0}"/>
          </ac:spMkLst>
        </pc:spChg>
        <pc:spChg chg="add mod">
          <ac:chgData name="Mattia Erné" userId="ad84ee6f-0a28-4445-b06f-f3738604603d" providerId="ADAL" clId="{D7217936-D10B-495D-A3C0-310279A38E76}" dt="2024-12-24T11:43:21.798" v="6392" actId="1076"/>
          <ac:spMkLst>
            <pc:docMk/>
            <pc:sldMk cId="4107058181" sldId="368"/>
            <ac:spMk id="9" creationId="{01F91795-4294-8353-7961-415D872C4833}"/>
          </ac:spMkLst>
        </pc:spChg>
        <pc:spChg chg="add mod">
          <ac:chgData name="Mattia Erné" userId="ad84ee6f-0a28-4445-b06f-f3738604603d" providerId="ADAL" clId="{D7217936-D10B-495D-A3C0-310279A38E76}" dt="2024-12-24T11:42:47.872" v="6387" actId="1076"/>
          <ac:spMkLst>
            <pc:docMk/>
            <pc:sldMk cId="4107058181" sldId="368"/>
            <ac:spMk id="10" creationId="{8EFED9FD-3453-139A-8872-BB4AC20617B6}"/>
          </ac:spMkLst>
        </pc:spChg>
        <pc:spChg chg="add mod">
          <ac:chgData name="Mattia Erné" userId="ad84ee6f-0a28-4445-b06f-f3738604603d" providerId="ADAL" clId="{D7217936-D10B-495D-A3C0-310279A38E76}" dt="2024-12-24T11:43:00.835" v="6391" actId="1076"/>
          <ac:spMkLst>
            <pc:docMk/>
            <pc:sldMk cId="4107058181" sldId="368"/>
            <ac:spMk id="11" creationId="{9595609F-226C-FC71-C740-BD994C213B1E}"/>
          </ac:spMkLst>
        </pc:spChg>
        <pc:spChg chg="add mod">
          <ac:chgData name="Mattia Erné" userId="ad84ee6f-0a28-4445-b06f-f3738604603d" providerId="ADAL" clId="{D7217936-D10B-495D-A3C0-310279A38E76}" dt="2024-12-24T11:43:24.629" v="6393" actId="1076"/>
          <ac:spMkLst>
            <pc:docMk/>
            <pc:sldMk cId="4107058181" sldId="368"/>
            <ac:spMk id="12" creationId="{AB5B49B5-9F8B-1206-FD52-FC93161ED225}"/>
          </ac:spMkLst>
        </pc:spChg>
        <pc:spChg chg="add mod">
          <ac:chgData name="Mattia Erné" userId="ad84ee6f-0a28-4445-b06f-f3738604603d" providerId="ADAL" clId="{D7217936-D10B-495D-A3C0-310279A38E76}" dt="2024-12-24T11:42:57.864" v="6390" actId="1076"/>
          <ac:spMkLst>
            <pc:docMk/>
            <pc:sldMk cId="4107058181" sldId="368"/>
            <ac:spMk id="13" creationId="{10E2794B-433D-8B6B-5BBA-96486CE656A8}"/>
          </ac:spMkLst>
        </pc:spChg>
        <pc:spChg chg="add mod">
          <ac:chgData name="Mattia Erné" userId="ad84ee6f-0a28-4445-b06f-f3738604603d" providerId="ADAL" clId="{D7217936-D10B-495D-A3C0-310279A38E76}" dt="2024-12-24T11:42:44.175" v="6386" actId="1076"/>
          <ac:spMkLst>
            <pc:docMk/>
            <pc:sldMk cId="4107058181" sldId="368"/>
            <ac:spMk id="15" creationId="{39190670-2136-A2B4-121E-B313D7D0878C}"/>
          </ac:spMkLst>
        </pc:spChg>
        <pc:graphicFrameChg chg="mod">
          <ac:chgData name="Mattia Erné" userId="ad84ee6f-0a28-4445-b06f-f3738604603d" providerId="ADAL" clId="{D7217936-D10B-495D-A3C0-310279A38E76}" dt="2024-12-24T11:42:04.033" v="6375"/>
          <ac:graphicFrameMkLst>
            <pc:docMk/>
            <pc:sldMk cId="4107058181" sldId="368"/>
            <ac:graphicFrameMk id="17" creationId="{721BBC66-3A68-D562-49F4-FF191B6F3723}"/>
          </ac:graphicFrameMkLst>
        </pc:graphicFrameChg>
      </pc:sldChg>
      <pc:sldChg chg="addSp delSp modSp add mod ord modTransition">
        <pc:chgData name="Mattia Erné" userId="ad84ee6f-0a28-4445-b06f-f3738604603d" providerId="ADAL" clId="{D7217936-D10B-495D-A3C0-310279A38E76}" dt="2024-12-29T14:00:49.659" v="22036" actId="20577"/>
        <pc:sldMkLst>
          <pc:docMk/>
          <pc:sldMk cId="2628423316" sldId="369"/>
        </pc:sldMkLst>
        <pc:spChg chg="mod">
          <ac:chgData name="Mattia Erné" userId="ad84ee6f-0a28-4445-b06f-f3738604603d" providerId="ADAL" clId="{D7217936-D10B-495D-A3C0-310279A38E76}" dt="2024-12-29T14:00:49.659" v="22036" actId="20577"/>
          <ac:spMkLst>
            <pc:docMk/>
            <pc:sldMk cId="2628423316" sldId="369"/>
            <ac:spMk id="2" creationId="{B65D87F5-020A-F7EA-6A55-BC3C3B10D3DF}"/>
          </ac:spMkLst>
        </pc:spChg>
        <pc:spChg chg="add mod">
          <ac:chgData name="Mattia Erné" userId="ad84ee6f-0a28-4445-b06f-f3738604603d" providerId="ADAL" clId="{D7217936-D10B-495D-A3C0-310279A38E76}" dt="2024-12-25T13:15:05.995" v="7780" actId="20577"/>
          <ac:spMkLst>
            <pc:docMk/>
            <pc:sldMk cId="2628423316" sldId="369"/>
            <ac:spMk id="3" creationId="{3D0FC243-59DE-40AD-9231-5BBCD0E4CC4D}"/>
          </ac:spMkLst>
        </pc:spChg>
      </pc:sldChg>
      <pc:sldChg chg="addSp delSp modSp add del mod">
        <pc:chgData name="Mattia Erné" userId="ad84ee6f-0a28-4445-b06f-f3738604603d" providerId="ADAL" clId="{D7217936-D10B-495D-A3C0-310279A38E76}" dt="2024-12-24T13:10:35.407" v="6817" actId="2696"/>
        <pc:sldMkLst>
          <pc:docMk/>
          <pc:sldMk cId="2425578792" sldId="370"/>
        </pc:sldMkLst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779345525" sldId="371"/>
        </pc:sldMkLst>
        <pc:spChg chg="mod">
          <ac:chgData name="Mattia Erné" userId="ad84ee6f-0a28-4445-b06f-f3738604603d" providerId="ADAL" clId="{D7217936-D10B-495D-A3C0-310279A38E76}" dt="2024-12-24T13:04:32.003" v="6782" actId="20577"/>
          <ac:spMkLst>
            <pc:docMk/>
            <pc:sldMk cId="1779345525" sldId="371"/>
            <ac:spMk id="2" creationId="{4D2238E1-C7F0-23DD-A6DA-23A8FB49538B}"/>
          </ac:spMkLst>
        </pc:spChg>
        <pc:spChg chg="mod">
          <ac:chgData name="Mattia Erné" userId="ad84ee6f-0a28-4445-b06f-f3738604603d" providerId="ADAL" clId="{D7217936-D10B-495D-A3C0-310279A38E76}" dt="2024-12-24T13:22:22.172" v="6847" actId="20577"/>
          <ac:spMkLst>
            <pc:docMk/>
            <pc:sldMk cId="1779345525" sldId="371"/>
            <ac:spMk id="3" creationId="{0188FD69-4959-AD0A-B6F8-0BF60CBE06E4}"/>
          </ac:spMkLst>
        </pc:spChg>
        <pc:graphicFrameChg chg="mod">
          <ac:chgData name="Mattia Erné" userId="ad84ee6f-0a28-4445-b06f-f3738604603d" providerId="ADAL" clId="{D7217936-D10B-495D-A3C0-310279A38E76}" dt="2024-12-24T13:06:58.152" v="6791"/>
          <ac:graphicFrameMkLst>
            <pc:docMk/>
            <pc:sldMk cId="1779345525" sldId="371"/>
            <ac:graphicFrameMk id="17" creationId="{CEF71DB5-D142-9199-7405-57D9ED3331E4}"/>
          </ac:graphicFrameMkLst>
        </pc:graphicFrameChg>
      </pc:sldChg>
      <pc:sldChg chg="addSp delSp modSp new mod modTransition">
        <pc:chgData name="Mattia Erné" userId="ad84ee6f-0a28-4445-b06f-f3738604603d" providerId="ADAL" clId="{D7217936-D10B-495D-A3C0-310279A38E76}" dt="2025-01-04T14:11:51.525" v="22216"/>
        <pc:sldMkLst>
          <pc:docMk/>
          <pc:sldMk cId="2446884761" sldId="372"/>
        </pc:sldMkLst>
        <pc:spChg chg="add mod">
          <ac:chgData name="Mattia Erné" userId="ad84ee6f-0a28-4445-b06f-f3738604603d" providerId="ADAL" clId="{D7217936-D10B-495D-A3C0-310279A38E76}" dt="2025-01-04T14:11:51.525" v="22216"/>
          <ac:spMkLst>
            <pc:docMk/>
            <pc:sldMk cId="2446884761" sldId="372"/>
            <ac:spMk id="3" creationId="{91DE5933-7C2A-B384-D1C4-5C47512E9704}"/>
          </ac:spMkLst>
        </pc:spChg>
        <pc:spChg chg="add mod">
          <ac:chgData name="Mattia Erné" userId="ad84ee6f-0a28-4445-b06f-f3738604603d" providerId="ADAL" clId="{D7217936-D10B-495D-A3C0-310279A38E76}" dt="2024-12-24T13:27:19.628" v="6875"/>
          <ac:spMkLst>
            <pc:docMk/>
            <pc:sldMk cId="2446884761" sldId="372"/>
            <ac:spMk id="8" creationId="{F0A48E66-BF94-6B37-596B-396CDC4413B4}"/>
          </ac:spMkLst>
        </pc:spChg>
        <pc:spChg chg="add mod">
          <ac:chgData name="Mattia Erné" userId="ad84ee6f-0a28-4445-b06f-f3738604603d" providerId="ADAL" clId="{D7217936-D10B-495D-A3C0-310279A38E76}" dt="2024-12-24T13:29:10.453" v="6885"/>
          <ac:spMkLst>
            <pc:docMk/>
            <pc:sldMk cId="2446884761" sldId="372"/>
            <ac:spMk id="10" creationId="{8A8F9002-DABD-AEB7-87A8-0EA096EEFC23}"/>
          </ac:spMkLst>
        </pc:spChg>
        <pc:spChg chg="add mod">
          <ac:chgData name="Mattia Erné" userId="ad84ee6f-0a28-4445-b06f-f3738604603d" providerId="ADAL" clId="{D7217936-D10B-495D-A3C0-310279A38E76}" dt="2024-12-27T15:27:05.247" v="17663" actId="1076"/>
          <ac:spMkLst>
            <pc:docMk/>
            <pc:sldMk cId="2446884761" sldId="372"/>
            <ac:spMk id="11" creationId="{2D7253D3-D4E2-B2BA-7958-A85B26F8F63C}"/>
          </ac:spMkLst>
        </pc:spChg>
        <pc:spChg chg="add mod">
          <ac:chgData name="Mattia Erné" userId="ad84ee6f-0a28-4445-b06f-f3738604603d" providerId="ADAL" clId="{D7217936-D10B-495D-A3C0-310279A38E76}" dt="2024-12-27T15:27:01.891" v="17662" actId="1076"/>
          <ac:spMkLst>
            <pc:docMk/>
            <pc:sldMk cId="2446884761" sldId="372"/>
            <ac:spMk id="12" creationId="{ACB4E121-975E-89A8-587F-1B5CDB4E2252}"/>
          </ac:spMkLst>
        </pc:spChg>
        <pc:spChg chg="add mod">
          <ac:chgData name="Mattia Erné" userId="ad84ee6f-0a28-4445-b06f-f3738604603d" providerId="ADAL" clId="{D7217936-D10B-495D-A3C0-310279A38E76}" dt="2024-12-27T15:27:09.587" v="17664" actId="1076"/>
          <ac:spMkLst>
            <pc:docMk/>
            <pc:sldMk cId="2446884761" sldId="372"/>
            <ac:spMk id="13" creationId="{8D3129A9-73F6-F957-2401-CBDDDBB9B2B5}"/>
          </ac:spMkLst>
        </pc:spChg>
        <pc:picChg chg="add mod modCrop">
          <ac:chgData name="Mattia Erné" userId="ad84ee6f-0a28-4445-b06f-f3738604603d" providerId="ADAL" clId="{D7217936-D10B-495D-A3C0-310279A38E76}" dt="2024-12-24T13:33:07.829" v="6945" actId="1076"/>
          <ac:picMkLst>
            <pc:docMk/>
            <pc:sldMk cId="2446884761" sldId="372"/>
            <ac:picMk id="6" creationId="{3FF65EE2-BE81-3182-9836-05392200C4D9}"/>
          </ac:picMkLst>
        </pc:picChg>
      </pc:sldChg>
      <pc:sldChg chg="addSp modSp new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269827400" sldId="373"/>
        </pc:sldMkLst>
        <pc:spChg chg="add mod">
          <ac:chgData name="Mattia Erné" userId="ad84ee6f-0a28-4445-b06f-f3738604603d" providerId="ADAL" clId="{D7217936-D10B-495D-A3C0-310279A38E76}" dt="2024-12-25T11:35:28.794" v="7369"/>
          <ac:spMkLst>
            <pc:docMk/>
            <pc:sldMk cId="1269827400" sldId="373"/>
            <ac:spMk id="2" creationId="{E36A56BB-AF95-7162-8198-5DEF6239A02A}"/>
          </ac:spMkLst>
        </pc:spChg>
        <pc:spChg chg="add mod">
          <ac:chgData name="Mattia Erné" userId="ad84ee6f-0a28-4445-b06f-f3738604603d" providerId="ADAL" clId="{D7217936-D10B-495D-A3C0-310279A38E76}" dt="2024-12-25T13:22:40.709" v="7868" actId="1076"/>
          <ac:spMkLst>
            <pc:docMk/>
            <pc:sldMk cId="1269827400" sldId="373"/>
            <ac:spMk id="4" creationId="{550901DF-6CAD-CD93-E147-789CC5C33329}"/>
          </ac:spMkLst>
        </pc:spChg>
        <pc:spChg chg="add mod">
          <ac:chgData name="Mattia Erné" userId="ad84ee6f-0a28-4445-b06f-f3738604603d" providerId="ADAL" clId="{D7217936-D10B-495D-A3C0-310279A38E76}" dt="2024-12-25T13:22:55.283" v="7875" actId="1035"/>
          <ac:spMkLst>
            <pc:docMk/>
            <pc:sldMk cId="1269827400" sldId="373"/>
            <ac:spMk id="5" creationId="{C617B8C3-319D-3FAC-A539-488C4DB16DFB}"/>
          </ac:spMkLst>
        </pc:spChg>
        <pc:spChg chg="add mod">
          <ac:chgData name="Mattia Erné" userId="ad84ee6f-0a28-4445-b06f-f3738604603d" providerId="ADAL" clId="{D7217936-D10B-495D-A3C0-310279A38E76}" dt="2024-12-25T13:23:18.490" v="7878" actId="1038"/>
          <ac:spMkLst>
            <pc:docMk/>
            <pc:sldMk cId="1269827400" sldId="373"/>
            <ac:spMk id="6" creationId="{E13F2468-E372-DCC4-65DE-B481F9C11FAB}"/>
          </ac:spMkLst>
        </pc:spChg>
        <pc:graphicFrameChg chg="add mod">
          <ac:chgData name="Mattia Erné" userId="ad84ee6f-0a28-4445-b06f-f3738604603d" providerId="ADAL" clId="{D7217936-D10B-495D-A3C0-310279A38E76}" dt="2024-12-25T13:21:41.253" v="7860"/>
          <ac:graphicFrameMkLst>
            <pc:docMk/>
            <pc:sldMk cId="1269827400" sldId="373"/>
            <ac:graphicFrameMk id="3" creationId="{A0A6B3C1-6C0B-C74D-078B-C68673258B70}"/>
          </ac:graphicFrameMkLst>
        </pc:graphicFrameChg>
      </pc:sldChg>
      <pc:sldChg chg="addSp modSp add del">
        <pc:chgData name="Mattia Erné" userId="ad84ee6f-0a28-4445-b06f-f3738604603d" providerId="ADAL" clId="{D7217936-D10B-495D-A3C0-310279A38E76}" dt="2024-12-24T13:34:17.883" v="6948" actId="47"/>
        <pc:sldMkLst>
          <pc:docMk/>
          <pc:sldMk cId="1491218713" sldId="373"/>
        </pc:sldMkLst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1091349457" sldId="374"/>
        </pc:sldMkLst>
        <pc:spChg chg="mod">
          <ac:chgData name="Mattia Erné" userId="ad84ee6f-0a28-4445-b06f-f3738604603d" providerId="ADAL" clId="{D7217936-D10B-495D-A3C0-310279A38E76}" dt="2024-12-25T11:21:21.213" v="7196" actId="20577"/>
          <ac:spMkLst>
            <pc:docMk/>
            <pc:sldMk cId="1091349457" sldId="374"/>
            <ac:spMk id="3" creationId="{69203307-075A-4976-6156-92FDE2B681E9}"/>
          </ac:spMkLst>
        </pc:spChg>
        <pc:graphicFrameChg chg="mod">
          <ac:chgData name="Mattia Erné" userId="ad84ee6f-0a28-4445-b06f-f3738604603d" providerId="ADAL" clId="{D7217936-D10B-495D-A3C0-310279A38E76}" dt="2024-12-24T13:35:24.897" v="6957" actId="692"/>
          <ac:graphicFrameMkLst>
            <pc:docMk/>
            <pc:sldMk cId="1091349457" sldId="374"/>
            <ac:graphicFrameMk id="17" creationId="{9E06EEDB-52E9-24FF-869C-91195A3C61FE}"/>
          </ac:graphicFrameMkLst>
        </pc:graphicFrameChg>
        <pc:cxnChg chg="add mod">
          <ac:chgData name="Mattia Erné" userId="ad84ee6f-0a28-4445-b06f-f3738604603d" providerId="ADAL" clId="{D7217936-D10B-495D-A3C0-310279A38E76}" dt="2024-12-24T13:37:48.116" v="7044"/>
          <ac:cxnSpMkLst>
            <pc:docMk/>
            <pc:sldMk cId="1091349457" sldId="374"/>
            <ac:cxnSpMk id="5" creationId="{A951D37D-23DC-1234-C69A-762AF766FCB8}"/>
          </ac:cxnSpMkLst>
        </pc:cxnChg>
        <pc:cxnChg chg="add mod">
          <ac:chgData name="Mattia Erné" userId="ad84ee6f-0a28-4445-b06f-f3738604603d" providerId="ADAL" clId="{D7217936-D10B-495D-A3C0-310279A38E76}" dt="2024-12-24T13:37:48.116" v="7044"/>
          <ac:cxnSpMkLst>
            <pc:docMk/>
            <pc:sldMk cId="1091349457" sldId="374"/>
            <ac:cxnSpMk id="6" creationId="{8C1DA15D-CD6B-6CA6-C0F4-DBB7E73B9B83}"/>
          </ac:cxnSpMkLst>
        </pc:cxnChg>
        <pc:cxnChg chg="add mod">
          <ac:chgData name="Mattia Erné" userId="ad84ee6f-0a28-4445-b06f-f3738604603d" providerId="ADAL" clId="{D7217936-D10B-495D-A3C0-310279A38E76}" dt="2024-12-24T13:37:48.116" v="7044"/>
          <ac:cxnSpMkLst>
            <pc:docMk/>
            <pc:sldMk cId="1091349457" sldId="374"/>
            <ac:cxnSpMk id="7" creationId="{EA78EF1B-8E18-0F91-9755-1D41E0F34B05}"/>
          </ac:cxnSpMkLst>
        </pc:cxnChg>
      </pc:sldChg>
      <pc:sldChg chg="modSp add del ord">
        <pc:chgData name="Mattia Erné" userId="ad84ee6f-0a28-4445-b06f-f3738604603d" providerId="ADAL" clId="{D7217936-D10B-495D-A3C0-310279A38E76}" dt="2024-12-24T13:34:05.528" v="6947" actId="47"/>
        <pc:sldMkLst>
          <pc:docMk/>
          <pc:sldMk cId="2681483419" sldId="374"/>
        </pc:sldMkLst>
      </pc:sldChg>
      <pc:sldChg chg="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21260719" sldId="375"/>
        </pc:sldMkLst>
        <pc:spChg chg="mod">
          <ac:chgData name="Mattia Erné" userId="ad84ee6f-0a28-4445-b06f-f3738604603d" providerId="ADAL" clId="{D7217936-D10B-495D-A3C0-310279A38E76}" dt="2024-12-25T11:21:26.626" v="7198" actId="20577"/>
          <ac:spMkLst>
            <pc:docMk/>
            <pc:sldMk cId="321260719" sldId="375"/>
            <ac:spMk id="3" creationId="{BF5B7B2C-B24B-4700-3963-4FE979FD3BE0}"/>
          </ac:spMkLst>
        </pc:spChg>
        <pc:graphicFrameChg chg="mod">
          <ac:chgData name="Mattia Erné" userId="ad84ee6f-0a28-4445-b06f-f3738604603d" providerId="ADAL" clId="{D7217936-D10B-495D-A3C0-310279A38E76}" dt="2024-12-24T13:38:42.396" v="7058" actId="692"/>
          <ac:graphicFrameMkLst>
            <pc:docMk/>
            <pc:sldMk cId="321260719" sldId="375"/>
            <ac:graphicFrameMk id="17" creationId="{1BC069FD-CC07-E9D7-3A2C-60A8819AB4CF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54284454" sldId="376"/>
        </pc:sldMkLst>
        <pc:spChg chg="add del mod">
          <ac:chgData name="Mattia Erné" userId="ad84ee6f-0a28-4445-b06f-f3738604603d" providerId="ADAL" clId="{D7217936-D10B-495D-A3C0-310279A38E76}" dt="2024-12-25T11:26:50.760" v="7248" actId="21"/>
          <ac:spMkLst>
            <pc:docMk/>
            <pc:sldMk cId="2754284454" sldId="376"/>
            <ac:spMk id="4" creationId="{50757D59-92CD-9AE4-0DAF-7F531C24DCF8}"/>
          </ac:spMkLst>
        </pc:spChg>
        <pc:spChg chg="add del mod">
          <ac:chgData name="Mattia Erné" userId="ad84ee6f-0a28-4445-b06f-f3738604603d" providerId="ADAL" clId="{D7217936-D10B-495D-A3C0-310279A38E76}" dt="2024-12-25T11:26:50.760" v="7248" actId="21"/>
          <ac:spMkLst>
            <pc:docMk/>
            <pc:sldMk cId="2754284454" sldId="376"/>
            <ac:spMk id="5" creationId="{107BF19E-3250-0293-3314-570D1DAB9949}"/>
          </ac:spMkLst>
        </pc:spChg>
        <pc:spChg chg="add del mod">
          <ac:chgData name="Mattia Erné" userId="ad84ee6f-0a28-4445-b06f-f3738604603d" providerId="ADAL" clId="{D7217936-D10B-495D-A3C0-310279A38E76}" dt="2024-12-25T11:26:50.760" v="7248" actId="21"/>
          <ac:spMkLst>
            <pc:docMk/>
            <pc:sldMk cId="2754284454" sldId="376"/>
            <ac:spMk id="6" creationId="{ED9CD90E-58A6-02E3-48F8-69D2BA58B1DE}"/>
          </ac:spMkLst>
        </pc:spChg>
        <pc:spChg chg="add mod">
          <ac:chgData name="Mattia Erné" userId="ad84ee6f-0a28-4445-b06f-f3738604603d" providerId="ADAL" clId="{D7217936-D10B-495D-A3C0-310279A38E76}" dt="2024-12-25T11:27:20.754" v="7257" actId="1076"/>
          <ac:spMkLst>
            <pc:docMk/>
            <pc:sldMk cId="2754284454" sldId="376"/>
            <ac:spMk id="7" creationId="{6C71D416-36D3-749E-9D3E-F3BDED12CED7}"/>
          </ac:spMkLst>
        </pc:spChg>
        <pc:spChg chg="add mod">
          <ac:chgData name="Mattia Erné" userId="ad84ee6f-0a28-4445-b06f-f3738604603d" providerId="ADAL" clId="{D7217936-D10B-495D-A3C0-310279A38E76}" dt="2024-12-25T11:27:50.147" v="7266" actId="1076"/>
          <ac:spMkLst>
            <pc:docMk/>
            <pc:sldMk cId="2754284454" sldId="376"/>
            <ac:spMk id="8" creationId="{BBC7B874-F8CC-A066-6B3E-C4D1528FA169}"/>
          </ac:spMkLst>
        </pc:spChg>
        <pc:spChg chg="add mod">
          <ac:chgData name="Mattia Erné" userId="ad84ee6f-0a28-4445-b06f-f3738604603d" providerId="ADAL" clId="{D7217936-D10B-495D-A3C0-310279A38E76}" dt="2024-12-25T11:27:32.183" v="7260" actId="1076"/>
          <ac:spMkLst>
            <pc:docMk/>
            <pc:sldMk cId="2754284454" sldId="376"/>
            <ac:spMk id="9" creationId="{796B7F2D-32A9-2828-DF45-4F7A192CAE61}"/>
          </ac:spMkLst>
        </pc:spChg>
        <pc:spChg chg="add mod">
          <ac:chgData name="Mattia Erné" userId="ad84ee6f-0a28-4445-b06f-f3738604603d" providerId="ADAL" clId="{D7217936-D10B-495D-A3C0-310279A38E76}" dt="2024-12-25T11:27:25.267" v="7258" actId="1076"/>
          <ac:spMkLst>
            <pc:docMk/>
            <pc:sldMk cId="2754284454" sldId="376"/>
            <ac:spMk id="10" creationId="{108CFE28-F14A-7F81-46EC-AD7EBA7BD4CC}"/>
          </ac:spMkLst>
        </pc:spChg>
        <pc:spChg chg="add mod">
          <ac:chgData name="Mattia Erné" userId="ad84ee6f-0a28-4445-b06f-f3738604603d" providerId="ADAL" clId="{D7217936-D10B-495D-A3C0-310279A38E76}" dt="2024-12-25T11:27:29.866" v="7259" actId="14100"/>
          <ac:spMkLst>
            <pc:docMk/>
            <pc:sldMk cId="2754284454" sldId="376"/>
            <ac:spMk id="11" creationId="{5293A906-5198-8AC5-D500-12B6C2000906}"/>
          </ac:spMkLst>
        </pc:spChg>
        <pc:spChg chg="add mod">
          <ac:chgData name="Mattia Erné" userId="ad84ee6f-0a28-4445-b06f-f3738604603d" providerId="ADAL" clId="{D7217936-D10B-495D-A3C0-310279A38E76}" dt="2024-12-25T11:27:53.293" v="7267" actId="14100"/>
          <ac:spMkLst>
            <pc:docMk/>
            <pc:sldMk cId="2754284454" sldId="376"/>
            <ac:spMk id="12" creationId="{44F860E6-43E3-319D-DD69-19842D08C333}"/>
          </ac:spMkLst>
        </pc:spChg>
        <pc:graphicFrameChg chg="mod">
          <ac:chgData name="Mattia Erné" userId="ad84ee6f-0a28-4445-b06f-f3738604603d" providerId="ADAL" clId="{D7217936-D10B-495D-A3C0-310279A38E76}" dt="2024-12-25T11:27:40.056" v="7263"/>
          <ac:graphicFrameMkLst>
            <pc:docMk/>
            <pc:sldMk cId="2754284454" sldId="376"/>
            <ac:graphicFrameMk id="17" creationId="{9929729B-2EDC-4107-640E-71CD0286F3B3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5-01-04T14:12:39.626" v="22232" actId="20577"/>
        <pc:sldMkLst>
          <pc:docMk/>
          <pc:sldMk cId="3814468160" sldId="377"/>
        </pc:sldMkLst>
        <pc:spChg chg="add mod">
          <ac:chgData name="Mattia Erné" userId="ad84ee6f-0a28-4445-b06f-f3738604603d" providerId="ADAL" clId="{D7217936-D10B-495D-A3C0-310279A38E76}" dt="2024-12-25T11:27:00.837" v="7252"/>
          <ac:spMkLst>
            <pc:docMk/>
            <pc:sldMk cId="3814468160" sldId="377"/>
            <ac:spMk id="14" creationId="{7AF7215F-B7B4-7D72-E83F-88AD078BE236}"/>
          </ac:spMkLst>
        </pc:spChg>
        <pc:spChg chg="add mod">
          <ac:chgData name="Mattia Erné" userId="ad84ee6f-0a28-4445-b06f-f3738604603d" providerId="ADAL" clId="{D7217936-D10B-495D-A3C0-310279A38E76}" dt="2024-12-25T11:27:00.837" v="7252"/>
          <ac:spMkLst>
            <pc:docMk/>
            <pc:sldMk cId="3814468160" sldId="377"/>
            <ac:spMk id="15" creationId="{C2D4BF95-51FA-54C9-5141-69D348BA5B48}"/>
          </ac:spMkLst>
        </pc:spChg>
        <pc:spChg chg="add mod">
          <ac:chgData name="Mattia Erné" userId="ad84ee6f-0a28-4445-b06f-f3738604603d" providerId="ADAL" clId="{D7217936-D10B-495D-A3C0-310279A38E76}" dt="2024-12-25T11:27:00.837" v="7252"/>
          <ac:spMkLst>
            <pc:docMk/>
            <pc:sldMk cId="3814468160" sldId="377"/>
            <ac:spMk id="16" creationId="{4E9ED122-A240-8153-0BA5-0DA544659CEE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18" creationId="{EFF20980-9E48-04E8-3786-C1202A28BB61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19" creationId="{879D0147-B233-496F-E7E8-0C42EB6EA7C8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20" creationId="{4BDB9614-42C0-E60D-EC43-EC9ACB1452B8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21" creationId="{9A8330F2-8637-8408-359F-EEF1C4D561BA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22" creationId="{1EE01B7B-104C-D339-F6D0-F932709E5226}"/>
          </ac:spMkLst>
        </pc:spChg>
        <pc:spChg chg="add mod">
          <ac:chgData name="Mattia Erné" userId="ad84ee6f-0a28-4445-b06f-f3738604603d" providerId="ADAL" clId="{D7217936-D10B-495D-A3C0-310279A38E76}" dt="2024-12-25T11:28:19.873" v="7275"/>
          <ac:spMkLst>
            <pc:docMk/>
            <pc:sldMk cId="3814468160" sldId="377"/>
            <ac:spMk id="23" creationId="{C23A8FD8-5398-93E7-C20C-1E0FCAEA7DE2}"/>
          </ac:spMkLst>
        </pc:spChg>
        <pc:spChg chg="add mod">
          <ac:chgData name="Mattia Erné" userId="ad84ee6f-0a28-4445-b06f-f3738604603d" providerId="ADAL" clId="{D7217936-D10B-495D-A3C0-310279A38E76}" dt="2025-01-04T14:12:39.626" v="22232" actId="20577"/>
          <ac:spMkLst>
            <pc:docMk/>
            <pc:sldMk cId="3814468160" sldId="377"/>
            <ac:spMk id="24" creationId="{2FF2BDB3-0056-97A4-D85D-FFD150FA06BB}"/>
          </ac:spMkLst>
        </pc:spChg>
      </pc:sldChg>
      <pc:sldChg chg="addSp delSp modSp new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974996375" sldId="378"/>
        </pc:sldMkLst>
        <pc:spChg chg="add mod">
          <ac:chgData name="Mattia Erné" userId="ad84ee6f-0a28-4445-b06f-f3738604603d" providerId="ADAL" clId="{D7217936-D10B-495D-A3C0-310279A38E76}" dt="2024-12-25T11:33:42.072" v="7368"/>
          <ac:spMkLst>
            <pc:docMk/>
            <pc:sldMk cId="1974996375" sldId="378"/>
            <ac:spMk id="2" creationId="{2EB5B21B-9762-D779-E739-59B5C2F393E9}"/>
          </ac:spMkLst>
        </pc:spChg>
        <pc:spChg chg="add mod">
          <ac:chgData name="Mattia Erné" userId="ad84ee6f-0a28-4445-b06f-f3738604603d" providerId="ADAL" clId="{D7217936-D10B-495D-A3C0-310279A38E76}" dt="2024-12-25T11:37:17.067" v="7381" actId="14100"/>
          <ac:spMkLst>
            <pc:docMk/>
            <pc:sldMk cId="1974996375" sldId="378"/>
            <ac:spMk id="5" creationId="{551BBBA3-A78D-EE56-BAE2-AC39C1BDB91B}"/>
          </ac:spMkLst>
        </pc:spChg>
        <pc:spChg chg="add mod">
          <ac:chgData name="Mattia Erné" userId="ad84ee6f-0a28-4445-b06f-f3738604603d" providerId="ADAL" clId="{D7217936-D10B-495D-A3C0-310279A38E76}" dt="2024-12-25T11:37:28.502" v="7383" actId="1076"/>
          <ac:spMkLst>
            <pc:docMk/>
            <pc:sldMk cId="1974996375" sldId="378"/>
            <ac:spMk id="6" creationId="{2219ACDD-6393-2568-BC3F-3213FED9941A}"/>
          </ac:spMkLst>
        </pc:spChg>
        <pc:spChg chg="add mod">
          <ac:chgData name="Mattia Erné" userId="ad84ee6f-0a28-4445-b06f-f3738604603d" providerId="ADAL" clId="{D7217936-D10B-495D-A3C0-310279A38E76}" dt="2024-12-25T11:45:08.441" v="7423" actId="1076"/>
          <ac:spMkLst>
            <pc:docMk/>
            <pc:sldMk cId="1974996375" sldId="378"/>
            <ac:spMk id="7" creationId="{16BC868A-6723-0D4F-C94C-8DEB4C64C3EC}"/>
          </ac:spMkLst>
        </pc:spChg>
        <pc:spChg chg="add mod">
          <ac:chgData name="Mattia Erné" userId="ad84ee6f-0a28-4445-b06f-f3738604603d" providerId="ADAL" clId="{D7217936-D10B-495D-A3C0-310279A38E76}" dt="2024-12-25T11:51:24.883" v="7441" actId="207"/>
          <ac:spMkLst>
            <pc:docMk/>
            <pc:sldMk cId="1974996375" sldId="378"/>
            <ac:spMk id="10" creationId="{6A4A5293-2C35-CACA-2E3D-A2063C0BB747}"/>
          </ac:spMkLst>
        </pc:spChg>
        <pc:spChg chg="add mod">
          <ac:chgData name="Mattia Erné" userId="ad84ee6f-0a28-4445-b06f-f3738604603d" providerId="ADAL" clId="{D7217936-D10B-495D-A3C0-310279A38E76}" dt="2024-12-25T12:43:28.052" v="7494" actId="1037"/>
          <ac:spMkLst>
            <pc:docMk/>
            <pc:sldMk cId="1974996375" sldId="378"/>
            <ac:spMk id="14" creationId="{6791D1A4-02E5-103F-4674-FB128FE3987F}"/>
          </ac:spMkLst>
        </pc:spChg>
        <pc:spChg chg="add mod">
          <ac:chgData name="Mattia Erné" userId="ad84ee6f-0a28-4445-b06f-f3738604603d" providerId="ADAL" clId="{D7217936-D10B-495D-A3C0-310279A38E76}" dt="2024-12-25T12:43:52.807" v="7506" actId="1037"/>
          <ac:spMkLst>
            <pc:docMk/>
            <pc:sldMk cId="1974996375" sldId="378"/>
            <ac:spMk id="15" creationId="{15630652-D7C2-548C-2ADA-66AC9D62E63D}"/>
          </ac:spMkLst>
        </pc:spChg>
        <pc:spChg chg="add mod">
          <ac:chgData name="Mattia Erné" userId="ad84ee6f-0a28-4445-b06f-f3738604603d" providerId="ADAL" clId="{D7217936-D10B-495D-A3C0-310279A38E76}" dt="2024-12-25T12:44:26.747" v="7522" actId="20577"/>
          <ac:spMkLst>
            <pc:docMk/>
            <pc:sldMk cId="1974996375" sldId="378"/>
            <ac:spMk id="16" creationId="{29B98201-CFF7-B45D-92CC-DA7F5CED228D}"/>
          </ac:spMkLst>
        </pc:spChg>
        <pc:spChg chg="add mod">
          <ac:chgData name="Mattia Erné" userId="ad84ee6f-0a28-4445-b06f-f3738604603d" providerId="ADAL" clId="{D7217936-D10B-495D-A3C0-310279A38E76}" dt="2024-12-25T12:44:23.978" v="7520" actId="20577"/>
          <ac:spMkLst>
            <pc:docMk/>
            <pc:sldMk cId="1974996375" sldId="378"/>
            <ac:spMk id="17" creationId="{FC4463E6-5CB8-EFF8-7C1F-9A7452143EDD}"/>
          </ac:spMkLst>
        </pc:spChg>
        <pc:spChg chg="add mod">
          <ac:chgData name="Mattia Erné" userId="ad84ee6f-0a28-4445-b06f-f3738604603d" providerId="ADAL" clId="{D7217936-D10B-495D-A3C0-310279A38E76}" dt="2024-12-25T12:44:17.735" v="7518" actId="20577"/>
          <ac:spMkLst>
            <pc:docMk/>
            <pc:sldMk cId="1974996375" sldId="378"/>
            <ac:spMk id="18" creationId="{913D4D45-C8D0-98AE-AA2C-9339B42B99A0}"/>
          </ac:spMkLst>
        </pc:spChg>
        <pc:picChg chg="add mod ord modCrop">
          <ac:chgData name="Mattia Erné" userId="ad84ee6f-0a28-4445-b06f-f3738604603d" providerId="ADAL" clId="{D7217936-D10B-495D-A3C0-310279A38E76}" dt="2024-12-25T13:10:15.134" v="7744" actId="167"/>
          <ac:picMkLst>
            <pc:docMk/>
            <pc:sldMk cId="1974996375" sldId="378"/>
            <ac:picMk id="4" creationId="{6548D1E1-D247-5B10-F286-61647DA47D82}"/>
          </ac:picMkLst>
        </pc:picChg>
      </pc:sldChg>
      <pc:sldChg chg="add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023031663" sldId="379"/>
        </pc:sldMkLst>
        <pc:spChg chg="add mod">
          <ac:chgData name="Mattia Erné" userId="ad84ee6f-0a28-4445-b06f-f3738604603d" providerId="ADAL" clId="{D7217936-D10B-495D-A3C0-310279A38E76}" dt="2024-12-25T12:44:52.167" v="7525"/>
          <ac:spMkLst>
            <pc:docMk/>
            <pc:sldMk cId="1023031663" sldId="379"/>
            <ac:spMk id="3" creationId="{15C3B3B7-0092-3E08-7F03-A14DC9526494}"/>
          </ac:spMkLst>
        </pc:spChg>
        <pc:spChg chg="mod">
          <ac:chgData name="Mattia Erné" userId="ad84ee6f-0a28-4445-b06f-f3738604603d" providerId="ADAL" clId="{D7217936-D10B-495D-A3C0-310279A38E76}" dt="2024-12-25T12:50:51.521" v="7594" actId="1076"/>
          <ac:spMkLst>
            <pc:docMk/>
            <pc:sldMk cId="1023031663" sldId="379"/>
            <ac:spMk id="8" creationId="{6B7D635A-3D17-D568-67FD-E3A14A7C804F}"/>
          </ac:spMkLst>
        </pc:spChg>
        <pc:spChg chg="add mod">
          <ac:chgData name="Mattia Erné" userId="ad84ee6f-0a28-4445-b06f-f3738604603d" providerId="ADAL" clId="{D7217936-D10B-495D-A3C0-310279A38E76}" dt="2024-12-25T12:44:52.167" v="7525"/>
          <ac:spMkLst>
            <pc:docMk/>
            <pc:sldMk cId="1023031663" sldId="379"/>
            <ac:spMk id="9" creationId="{C1A69EF1-F26E-F962-B98B-B4228D98A18B}"/>
          </ac:spMkLst>
        </pc:spChg>
        <pc:spChg chg="add mod">
          <ac:chgData name="Mattia Erné" userId="ad84ee6f-0a28-4445-b06f-f3738604603d" providerId="ADAL" clId="{D7217936-D10B-495D-A3C0-310279A38E76}" dt="2024-12-25T12:44:52.167" v="7525"/>
          <ac:spMkLst>
            <pc:docMk/>
            <pc:sldMk cId="1023031663" sldId="379"/>
            <ac:spMk id="10" creationId="{E9710264-9E71-709D-A4A6-085AF77E4D0E}"/>
          </ac:spMkLst>
        </pc:spChg>
        <pc:spChg chg="add mod">
          <ac:chgData name="Mattia Erné" userId="ad84ee6f-0a28-4445-b06f-f3738604603d" providerId="ADAL" clId="{D7217936-D10B-495D-A3C0-310279A38E76}" dt="2024-12-25T12:44:52.167" v="7525"/>
          <ac:spMkLst>
            <pc:docMk/>
            <pc:sldMk cId="1023031663" sldId="379"/>
            <ac:spMk id="11" creationId="{F51188BB-6869-B470-D1B4-7B1DCE16D567}"/>
          </ac:spMkLst>
        </pc:spChg>
        <pc:spChg chg="add mod">
          <ac:chgData name="Mattia Erné" userId="ad84ee6f-0a28-4445-b06f-f3738604603d" providerId="ADAL" clId="{D7217936-D10B-495D-A3C0-310279A38E76}" dt="2024-12-25T12:44:52.167" v="7525"/>
          <ac:spMkLst>
            <pc:docMk/>
            <pc:sldMk cId="1023031663" sldId="379"/>
            <ac:spMk id="12" creationId="{EE162046-A65A-BB70-60BB-61EF7501D21F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5-01-04T14:13:12.649" v="22237" actId="12788"/>
        <pc:sldMkLst>
          <pc:docMk/>
          <pc:sldMk cId="2723464765" sldId="380"/>
        </pc:sldMkLst>
        <pc:spChg chg="add mod">
          <ac:chgData name="Mattia Erné" userId="ad84ee6f-0a28-4445-b06f-f3738604603d" providerId="ADAL" clId="{D7217936-D10B-495D-A3C0-310279A38E76}" dt="2025-01-04T14:13:12.649" v="22237" actId="12788"/>
          <ac:spMkLst>
            <pc:docMk/>
            <pc:sldMk cId="2723464765" sldId="380"/>
            <ac:spMk id="3" creationId="{C1A31EFF-02D5-7021-D82E-B280CAC318FD}"/>
          </ac:spMkLst>
        </pc:spChg>
        <pc:spChg chg="add mod">
          <ac:chgData name="Mattia Erné" userId="ad84ee6f-0a28-4445-b06f-f3738604603d" providerId="ADAL" clId="{D7217936-D10B-495D-A3C0-310279A38E76}" dt="2024-12-25T12:44:50.270" v="7524"/>
          <ac:spMkLst>
            <pc:docMk/>
            <pc:sldMk cId="2723464765" sldId="380"/>
            <ac:spMk id="9" creationId="{36D394CC-B60B-B909-63F0-1FCFE1BAB685}"/>
          </ac:spMkLst>
        </pc:spChg>
        <pc:spChg chg="add mod">
          <ac:chgData name="Mattia Erné" userId="ad84ee6f-0a28-4445-b06f-f3738604603d" providerId="ADAL" clId="{D7217936-D10B-495D-A3C0-310279A38E76}" dt="2024-12-25T12:44:50.270" v="7524"/>
          <ac:spMkLst>
            <pc:docMk/>
            <pc:sldMk cId="2723464765" sldId="380"/>
            <ac:spMk id="11" creationId="{FD97E12B-A9F8-C4F8-1ED5-C3F53134CA71}"/>
          </ac:spMkLst>
        </pc:spChg>
        <pc:spChg chg="add mod">
          <ac:chgData name="Mattia Erné" userId="ad84ee6f-0a28-4445-b06f-f3738604603d" providerId="ADAL" clId="{D7217936-D10B-495D-A3C0-310279A38E76}" dt="2024-12-25T12:44:50.270" v="7524"/>
          <ac:spMkLst>
            <pc:docMk/>
            <pc:sldMk cId="2723464765" sldId="380"/>
            <ac:spMk id="12" creationId="{5050DAF1-81E7-981C-DD8C-037A3E3939E2}"/>
          </ac:spMkLst>
        </pc:spChg>
        <pc:spChg chg="add mod">
          <ac:chgData name="Mattia Erné" userId="ad84ee6f-0a28-4445-b06f-f3738604603d" providerId="ADAL" clId="{D7217936-D10B-495D-A3C0-310279A38E76}" dt="2024-12-25T12:44:50.270" v="7524"/>
          <ac:spMkLst>
            <pc:docMk/>
            <pc:sldMk cId="2723464765" sldId="380"/>
            <ac:spMk id="13" creationId="{B3D37440-E9E1-F942-A08D-0993DD2E9A48}"/>
          </ac:spMkLst>
        </pc:spChg>
        <pc:spChg chg="add mod">
          <ac:chgData name="Mattia Erné" userId="ad84ee6f-0a28-4445-b06f-f3738604603d" providerId="ADAL" clId="{D7217936-D10B-495D-A3C0-310279A38E76}" dt="2024-12-25T12:44:50.270" v="7524"/>
          <ac:spMkLst>
            <pc:docMk/>
            <pc:sldMk cId="2723464765" sldId="380"/>
            <ac:spMk id="14" creationId="{20425685-BFD4-DBE6-545B-CE33A52AC511}"/>
          </ac:spMkLst>
        </pc:spChg>
        <pc:picChg chg="add mod">
          <ac:chgData name="Mattia Erné" userId="ad84ee6f-0a28-4445-b06f-f3738604603d" providerId="ADAL" clId="{D7217936-D10B-495D-A3C0-310279A38E76}" dt="2024-12-25T13:10:45.999" v="7747"/>
          <ac:picMkLst>
            <pc:docMk/>
            <pc:sldMk cId="2723464765" sldId="380"/>
            <ac:picMk id="15" creationId="{9BFC0BCD-D5EE-689E-5B69-4F3DCE8EC220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527624594" sldId="381"/>
        </pc:sldMkLst>
        <pc:spChg chg="mod">
          <ac:chgData name="Mattia Erné" userId="ad84ee6f-0a28-4445-b06f-f3738604603d" providerId="ADAL" clId="{D7217936-D10B-495D-A3C0-310279A38E76}" dt="2024-12-25T13:12:50.933" v="7771" actId="20577"/>
          <ac:spMkLst>
            <pc:docMk/>
            <pc:sldMk cId="2527624594" sldId="381"/>
            <ac:spMk id="3" creationId="{CE477D33-0AA9-9211-676E-66D7DE4F83B2}"/>
          </ac:spMkLst>
        </pc:spChg>
        <pc:spChg chg="mod">
          <ac:chgData name="Mattia Erné" userId="ad84ee6f-0a28-4445-b06f-f3738604603d" providerId="ADAL" clId="{D7217936-D10B-495D-A3C0-310279A38E76}" dt="2024-12-25T13:12:56.233" v="7775" actId="20577"/>
          <ac:spMkLst>
            <pc:docMk/>
            <pc:sldMk cId="2527624594" sldId="381"/>
            <ac:spMk id="6" creationId="{4D41FAFC-789C-F0C0-F52D-8D17F3B5B5E5}"/>
          </ac:spMkLst>
        </pc:spChg>
        <pc:spChg chg="mod">
          <ac:chgData name="Mattia Erné" userId="ad84ee6f-0a28-4445-b06f-f3738604603d" providerId="ADAL" clId="{D7217936-D10B-495D-A3C0-310279A38E76}" dt="2024-12-25T13:09:10.881" v="7738" actId="1076"/>
          <ac:spMkLst>
            <pc:docMk/>
            <pc:sldMk cId="2527624594" sldId="381"/>
            <ac:spMk id="7" creationId="{97E05B59-C06F-FF92-6883-1A755ADBADA6}"/>
          </ac:spMkLst>
        </pc:spChg>
        <pc:spChg chg="mod">
          <ac:chgData name="Mattia Erné" userId="ad84ee6f-0a28-4445-b06f-f3738604603d" providerId="ADAL" clId="{D7217936-D10B-495D-A3C0-310279A38E76}" dt="2024-12-25T13:13:46.648" v="7779" actId="207"/>
          <ac:spMkLst>
            <pc:docMk/>
            <pc:sldMk cId="2527624594" sldId="381"/>
            <ac:spMk id="8" creationId="{F4F13C98-E3DD-9150-0E64-78DBFE8E8CA8}"/>
          </ac:spMkLst>
        </pc:spChg>
        <pc:spChg chg="mod">
          <ac:chgData name="Mattia Erné" userId="ad84ee6f-0a28-4445-b06f-f3738604603d" providerId="ADAL" clId="{D7217936-D10B-495D-A3C0-310279A38E76}" dt="2024-12-25T13:09:26.530" v="7743" actId="1076"/>
          <ac:spMkLst>
            <pc:docMk/>
            <pc:sldMk cId="2527624594" sldId="381"/>
            <ac:spMk id="9" creationId="{70A15711-9F30-F184-71BC-8DE635424CEE}"/>
          </ac:spMkLst>
        </pc:spChg>
        <pc:spChg chg="add mod">
          <ac:chgData name="Mattia Erné" userId="ad84ee6f-0a28-4445-b06f-f3738604603d" providerId="ADAL" clId="{D7217936-D10B-495D-A3C0-310279A38E76}" dt="2024-12-25T13:09:23.158" v="7742" actId="1076"/>
          <ac:spMkLst>
            <pc:docMk/>
            <pc:sldMk cId="2527624594" sldId="381"/>
            <ac:spMk id="13" creationId="{EF7201EF-7429-6B52-B776-BB3814FBC251}"/>
          </ac:spMkLst>
        </pc:spChg>
        <pc:picChg chg="mod">
          <ac:chgData name="Mattia Erné" userId="ad84ee6f-0a28-4445-b06f-f3738604603d" providerId="ADAL" clId="{D7217936-D10B-495D-A3C0-310279A38E76}" dt="2024-12-25T13:06:11.734" v="7705" actId="14826"/>
          <ac:picMkLst>
            <pc:docMk/>
            <pc:sldMk cId="2527624594" sldId="381"/>
            <ac:picMk id="4" creationId="{8ABE3723-D559-47F4-44D2-80AAA915DC38}"/>
          </ac:picMkLst>
        </pc:picChg>
      </pc:sldChg>
      <pc:sldChg chg="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040476377" sldId="382"/>
        </pc:sldMkLst>
        <pc:spChg chg="mod">
          <ac:chgData name="Mattia Erné" userId="ad84ee6f-0a28-4445-b06f-f3738604603d" providerId="ADAL" clId="{D7217936-D10B-495D-A3C0-310279A38E76}" dt="2024-12-25T13:20:43.844" v="7858" actId="1037"/>
          <ac:spMkLst>
            <pc:docMk/>
            <pc:sldMk cId="3040476377" sldId="382"/>
            <ac:spMk id="3" creationId="{2E5D92FC-456E-6626-3754-87B01D4F8407}"/>
          </ac:spMkLst>
        </pc:spChg>
        <pc:spChg chg="mod">
          <ac:chgData name="Mattia Erné" userId="ad84ee6f-0a28-4445-b06f-f3738604603d" providerId="ADAL" clId="{D7217936-D10B-495D-A3C0-310279A38E76}" dt="2024-12-25T13:17:22.419" v="7817" actId="20577"/>
          <ac:spMkLst>
            <pc:docMk/>
            <pc:sldMk cId="3040476377" sldId="382"/>
            <ac:spMk id="6" creationId="{B8C74A89-ADC2-58B2-283B-492BA98B7B27}"/>
          </ac:spMkLst>
        </pc:spChg>
        <pc:spChg chg="mod">
          <ac:chgData name="Mattia Erné" userId="ad84ee6f-0a28-4445-b06f-f3738604603d" providerId="ADAL" clId="{D7217936-D10B-495D-A3C0-310279A38E76}" dt="2024-12-25T13:20:37.047" v="7855" actId="1036"/>
          <ac:spMkLst>
            <pc:docMk/>
            <pc:sldMk cId="3040476377" sldId="382"/>
            <ac:spMk id="7" creationId="{169E121B-5E73-D689-C9E1-FB8B80F590CE}"/>
          </ac:spMkLst>
        </pc:spChg>
        <pc:spChg chg="mod">
          <ac:chgData name="Mattia Erné" userId="ad84ee6f-0a28-4445-b06f-f3738604603d" providerId="ADAL" clId="{D7217936-D10B-495D-A3C0-310279A38E76}" dt="2024-12-25T13:19:31.882" v="7853" actId="1076"/>
          <ac:spMkLst>
            <pc:docMk/>
            <pc:sldMk cId="3040476377" sldId="382"/>
            <ac:spMk id="8" creationId="{23181392-AAAB-B127-5F18-D466F6D62563}"/>
          </ac:spMkLst>
        </pc:spChg>
        <pc:spChg chg="mod">
          <ac:chgData name="Mattia Erné" userId="ad84ee6f-0a28-4445-b06f-f3738604603d" providerId="ADAL" clId="{D7217936-D10B-495D-A3C0-310279A38E76}" dt="2024-12-25T13:17:02.534" v="7807" actId="1035"/>
          <ac:spMkLst>
            <pc:docMk/>
            <pc:sldMk cId="3040476377" sldId="382"/>
            <ac:spMk id="9" creationId="{69DC41D6-EF35-67FD-68BF-7D17FABD1E75}"/>
          </ac:spMkLst>
        </pc:spChg>
        <pc:spChg chg="mod">
          <ac:chgData name="Mattia Erné" userId="ad84ee6f-0a28-4445-b06f-f3738604603d" providerId="ADAL" clId="{D7217936-D10B-495D-A3C0-310279A38E76}" dt="2024-12-25T13:17:19.258" v="7815" actId="1037"/>
          <ac:spMkLst>
            <pc:docMk/>
            <pc:sldMk cId="3040476377" sldId="382"/>
            <ac:spMk id="11" creationId="{1CCB0828-DF84-A847-864A-6F53BFA2C953}"/>
          </ac:spMkLst>
        </pc:spChg>
        <pc:spChg chg="mod">
          <ac:chgData name="Mattia Erné" userId="ad84ee6f-0a28-4445-b06f-f3738604603d" providerId="ADAL" clId="{D7217936-D10B-495D-A3C0-310279A38E76}" dt="2024-12-25T13:16:50.035" v="7796" actId="207"/>
          <ac:spMkLst>
            <pc:docMk/>
            <pc:sldMk cId="3040476377" sldId="382"/>
            <ac:spMk id="12" creationId="{F093187B-CD0B-ADC8-00C8-30DA34B40710}"/>
          </ac:spMkLst>
        </pc:spChg>
        <pc:picChg chg="mod modCrop">
          <ac:chgData name="Mattia Erné" userId="ad84ee6f-0a28-4445-b06f-f3738604603d" providerId="ADAL" clId="{D7217936-D10B-495D-A3C0-310279A38E76}" dt="2024-12-25T13:17:13.352" v="7811" actId="1076"/>
          <ac:picMkLst>
            <pc:docMk/>
            <pc:sldMk cId="3040476377" sldId="382"/>
            <ac:picMk id="4" creationId="{14B94A60-C4B2-089C-C152-D08A64FA30E0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52361283" sldId="383"/>
        </pc:sldMkLst>
        <pc:spChg chg="add mod">
          <ac:chgData name="Mattia Erné" userId="ad84ee6f-0a28-4445-b06f-f3738604603d" providerId="ADAL" clId="{D7217936-D10B-495D-A3C0-310279A38E76}" dt="2024-12-25T13:58:42.785" v="8262"/>
          <ac:spMkLst>
            <pc:docMk/>
            <pc:sldMk cId="352361283" sldId="383"/>
            <ac:spMk id="11" creationId="{BCC548FA-056F-967E-7559-E9393BCAE6FE}"/>
          </ac:spMkLst>
        </pc:spChg>
        <pc:spChg chg="add mod">
          <ac:chgData name="Mattia Erné" userId="ad84ee6f-0a28-4445-b06f-f3738604603d" providerId="ADAL" clId="{D7217936-D10B-495D-A3C0-310279A38E76}" dt="2024-12-25T13:58:42.785" v="8262"/>
          <ac:spMkLst>
            <pc:docMk/>
            <pc:sldMk cId="352361283" sldId="383"/>
            <ac:spMk id="12" creationId="{E8A72600-2956-7F7E-71B3-C32252DBA851}"/>
          </ac:spMkLst>
        </pc:spChg>
        <pc:spChg chg="add mod">
          <ac:chgData name="Mattia Erné" userId="ad84ee6f-0a28-4445-b06f-f3738604603d" providerId="ADAL" clId="{D7217936-D10B-495D-A3C0-310279A38E76}" dt="2024-12-25T13:58:42.785" v="8262"/>
          <ac:spMkLst>
            <pc:docMk/>
            <pc:sldMk cId="352361283" sldId="383"/>
            <ac:spMk id="13" creationId="{3F9A88BA-3D8F-4C4F-E5B8-05F239D27D18}"/>
          </ac:spMkLst>
        </pc:spChg>
        <pc:spChg chg="add mod">
          <ac:chgData name="Mattia Erné" userId="ad84ee6f-0a28-4445-b06f-f3738604603d" providerId="ADAL" clId="{D7217936-D10B-495D-A3C0-310279A38E76}" dt="2024-12-25T14:08:51.735" v="8466"/>
          <ac:spMkLst>
            <pc:docMk/>
            <pc:sldMk cId="352361283" sldId="383"/>
            <ac:spMk id="14" creationId="{AE26DC9D-228D-A8DA-5677-2EDF6B0707FC}"/>
          </ac:spMkLst>
        </pc:spChg>
        <pc:graphicFrameChg chg="add mod">
          <ac:chgData name="Mattia Erné" userId="ad84ee6f-0a28-4445-b06f-f3738604603d" providerId="ADAL" clId="{D7217936-D10B-495D-A3C0-310279A38E76}" dt="2024-12-25T13:59:52.454" v="8275" actId="692"/>
          <ac:graphicFrameMkLst>
            <pc:docMk/>
            <pc:sldMk cId="352361283" sldId="383"/>
            <ac:graphicFrameMk id="6" creationId="{370F42A9-9401-BC16-4D2C-AE87B2CB58D7}"/>
          </ac:graphicFrameMkLst>
        </pc:graphicFrameChg>
      </pc:sldChg>
      <pc:sldChg chg="addSp delSp modSp add del mod">
        <pc:chgData name="Mattia Erné" userId="ad84ee6f-0a28-4445-b06f-f3738604603d" providerId="ADAL" clId="{D7217936-D10B-495D-A3C0-310279A38E76}" dt="2024-12-25T13:08:21.397" v="7725" actId="2696"/>
        <pc:sldMkLst>
          <pc:docMk/>
          <pc:sldMk cId="3087277076" sldId="383"/>
        </pc:sldMkLst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091222121" sldId="384"/>
        </pc:sldMkLst>
        <pc:spChg chg="mod">
          <ac:chgData name="Mattia Erné" userId="ad84ee6f-0a28-4445-b06f-f3738604603d" providerId="ADAL" clId="{D7217936-D10B-495D-A3C0-310279A38E76}" dt="2024-12-25T13:39:57.839" v="7883" actId="207"/>
          <ac:spMkLst>
            <pc:docMk/>
            <pc:sldMk cId="3091222121" sldId="384"/>
            <ac:spMk id="4" creationId="{33E8B91C-7E98-3368-FE13-5C1DF169DDE5}"/>
          </ac:spMkLst>
        </pc:spChg>
        <pc:spChg chg="mod">
          <ac:chgData name="Mattia Erné" userId="ad84ee6f-0a28-4445-b06f-f3738604603d" providerId="ADAL" clId="{D7217936-D10B-495D-A3C0-310279A38E76}" dt="2024-12-25T13:40:02.290" v="7884" actId="207"/>
          <ac:spMkLst>
            <pc:docMk/>
            <pc:sldMk cId="3091222121" sldId="384"/>
            <ac:spMk id="5" creationId="{10616F0E-414F-1E7F-CD59-7FEA44929F35}"/>
          </ac:spMkLst>
        </pc:spChg>
        <pc:spChg chg="mod">
          <ac:chgData name="Mattia Erné" userId="ad84ee6f-0a28-4445-b06f-f3738604603d" providerId="ADAL" clId="{D7217936-D10B-495D-A3C0-310279A38E76}" dt="2024-12-25T13:39:54.053" v="7882" actId="207"/>
          <ac:spMkLst>
            <pc:docMk/>
            <pc:sldMk cId="3091222121" sldId="384"/>
            <ac:spMk id="6" creationId="{EBA3BBFE-7D40-D062-0D5C-EF0A04934BA2}"/>
          </ac:spMkLst>
        </pc:spChg>
        <pc:spChg chg="add mod">
          <ac:chgData name="Mattia Erné" userId="ad84ee6f-0a28-4445-b06f-f3738604603d" providerId="ADAL" clId="{D7217936-D10B-495D-A3C0-310279A38E76}" dt="2024-12-25T14:06:07.928" v="8460" actId="20577"/>
          <ac:spMkLst>
            <pc:docMk/>
            <pc:sldMk cId="3091222121" sldId="384"/>
            <ac:spMk id="9" creationId="{54EF6E5C-0245-2184-2A11-24430D59FAEF}"/>
          </ac:spMkLst>
        </pc:spChg>
        <pc:graphicFrameChg chg="mod">
          <ac:chgData name="Mattia Erné" userId="ad84ee6f-0a28-4445-b06f-f3738604603d" providerId="ADAL" clId="{D7217936-D10B-495D-A3C0-310279A38E76}" dt="2024-12-25T13:57:07.795" v="8258"/>
          <ac:graphicFrameMkLst>
            <pc:docMk/>
            <pc:sldMk cId="3091222121" sldId="384"/>
            <ac:graphicFrameMk id="3" creationId="{E80E07B5-8DDF-5175-E5FE-33B2E6B96F32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4-12-29T14:00:36.279" v="22035" actId="20577"/>
        <pc:sldMkLst>
          <pc:docMk/>
          <pc:sldMk cId="2430978978" sldId="385"/>
        </pc:sldMkLst>
        <pc:spChg chg="mod">
          <ac:chgData name="Mattia Erné" userId="ad84ee6f-0a28-4445-b06f-f3738604603d" providerId="ADAL" clId="{D7217936-D10B-495D-A3C0-310279A38E76}" dt="2024-12-29T14:00:36.279" v="22035" actId="20577"/>
          <ac:spMkLst>
            <pc:docMk/>
            <pc:sldMk cId="2430978978" sldId="385"/>
            <ac:spMk id="2" creationId="{7FB079F8-36AA-590D-7A1E-1C738B327902}"/>
          </ac:spMkLst>
        </pc:spChg>
        <pc:spChg chg="add mod">
          <ac:chgData name="Mattia Erné" userId="ad84ee6f-0a28-4445-b06f-f3738604603d" providerId="ADAL" clId="{D7217936-D10B-495D-A3C0-310279A38E76}" dt="2024-12-25T14:04:47.732" v="8419" actId="20577"/>
          <ac:spMkLst>
            <pc:docMk/>
            <pc:sldMk cId="2430978978" sldId="385"/>
            <ac:spMk id="17" creationId="{F0628925-762C-CF02-B1BE-5660DF91A382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786203017" sldId="386"/>
        </pc:sldMkLst>
        <pc:spChg chg="add mod">
          <ac:chgData name="Mattia Erné" userId="ad84ee6f-0a28-4445-b06f-f3738604603d" providerId="ADAL" clId="{D7217936-D10B-495D-A3C0-310279A38E76}" dt="2024-12-25T13:47:58.499" v="8031"/>
          <ac:spMkLst>
            <pc:docMk/>
            <pc:sldMk cId="3786203017" sldId="386"/>
            <ac:spMk id="10" creationId="{1EBCE259-A6E4-3C83-7BB8-A2AFA581259C}"/>
          </ac:spMkLst>
        </pc:spChg>
        <pc:spChg chg="mod">
          <ac:chgData name="Mattia Erné" userId="ad84ee6f-0a28-4445-b06f-f3738604603d" providerId="ADAL" clId="{D7217936-D10B-495D-A3C0-310279A38E76}" dt="2024-12-25T13:48:09.535" v="8032" actId="207"/>
          <ac:spMkLst>
            <pc:docMk/>
            <pc:sldMk cId="3786203017" sldId="386"/>
            <ac:spMk id="13" creationId="{EC759D8F-E8EF-C8DC-CA3F-99DD796BD000}"/>
          </ac:spMkLst>
        </pc:spChg>
        <pc:spChg chg="add mod">
          <ac:chgData name="Mattia Erné" userId="ad84ee6f-0a28-4445-b06f-f3738604603d" providerId="ADAL" clId="{D7217936-D10B-495D-A3C0-310279A38E76}" dt="2024-12-25T13:47:58.499" v="8031"/>
          <ac:spMkLst>
            <pc:docMk/>
            <pc:sldMk cId="3786203017" sldId="386"/>
            <ac:spMk id="20" creationId="{76B7B2F4-F3B8-6D23-8A18-EE1B613075D8}"/>
          </ac:spMkLst>
        </pc:spChg>
        <pc:spChg chg="add mod">
          <ac:chgData name="Mattia Erné" userId="ad84ee6f-0a28-4445-b06f-f3738604603d" providerId="ADAL" clId="{D7217936-D10B-495D-A3C0-310279A38E76}" dt="2024-12-25T13:47:58.499" v="8031"/>
          <ac:spMkLst>
            <pc:docMk/>
            <pc:sldMk cId="3786203017" sldId="386"/>
            <ac:spMk id="22" creationId="{A84FF985-E195-F2E4-3EA5-808E0BCDEFFC}"/>
          </ac:spMkLst>
        </pc:spChg>
        <pc:spChg chg="add mod">
          <ac:chgData name="Mattia Erné" userId="ad84ee6f-0a28-4445-b06f-f3738604603d" providerId="ADAL" clId="{D7217936-D10B-495D-A3C0-310279A38E76}" dt="2024-12-25T13:47:58.499" v="8031"/>
          <ac:spMkLst>
            <pc:docMk/>
            <pc:sldMk cId="3786203017" sldId="386"/>
            <ac:spMk id="25" creationId="{E17F31F3-34B5-8864-83FD-337665E782E9}"/>
          </ac:spMkLst>
        </pc:spChg>
        <pc:spChg chg="add mod">
          <ac:chgData name="Mattia Erné" userId="ad84ee6f-0a28-4445-b06f-f3738604603d" providerId="ADAL" clId="{D7217936-D10B-495D-A3C0-310279A38E76}" dt="2024-12-25T13:47:58.499" v="8031"/>
          <ac:spMkLst>
            <pc:docMk/>
            <pc:sldMk cId="3786203017" sldId="386"/>
            <ac:spMk id="30" creationId="{23E715B5-B17A-AEC0-9C29-33FA50E49530}"/>
          </ac:spMkLst>
        </pc:spChg>
        <pc:spChg chg="add mod">
          <ac:chgData name="Mattia Erné" userId="ad84ee6f-0a28-4445-b06f-f3738604603d" providerId="ADAL" clId="{D7217936-D10B-495D-A3C0-310279A38E76}" dt="2024-12-25T14:04:28.380" v="8398"/>
          <ac:spMkLst>
            <pc:docMk/>
            <pc:sldMk cId="3786203017" sldId="386"/>
            <ac:spMk id="32" creationId="{4D431454-55AF-259A-03DC-B82B513BEA02}"/>
          </ac:spMkLst>
        </pc:sp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19" creationId="{DBEA6DC2-B0EF-8882-23E6-ED408AE2B17E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1" creationId="{560451B4-C814-89D1-9042-A5EFB821DB8A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3" creationId="{8FBF3C74-36CB-4C38-A917-CB55F734135E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4" creationId="{2903CD5F-A729-179B-1431-1EB7C6444C85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6" creationId="{9D4B4D46-7AB5-3CA8-85E2-DBB1ED5069FF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7" creationId="{339ABDFE-B502-0400-1E98-6BB042E1ECCC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8" creationId="{CB891BEE-E0AE-8D3A-607F-D25EE0B457AF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29" creationId="{2769A1EA-A1DF-19A4-8613-D92B956231F7}"/>
          </ac:picMkLst>
        </pc:picChg>
        <pc:picChg chg="mod">
          <ac:chgData name="Mattia Erné" userId="ad84ee6f-0a28-4445-b06f-f3738604603d" providerId="ADAL" clId="{D7217936-D10B-495D-A3C0-310279A38E76}" dt="2024-12-25T13:47:03.631" v="8020" actId="207"/>
          <ac:picMkLst>
            <pc:docMk/>
            <pc:sldMk cId="3786203017" sldId="386"/>
            <ac:picMk id="31" creationId="{AB279D61-9450-7D1E-C5AF-13AD1984599C}"/>
          </ac:picMkLst>
        </pc:pic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37162787" sldId="387"/>
        </pc:sldMkLst>
        <pc:spChg chg="add mod">
          <ac:chgData name="Mattia Erné" userId="ad84ee6f-0a28-4445-b06f-f3738604603d" providerId="ADAL" clId="{D7217936-D10B-495D-A3C0-310279A38E76}" dt="2024-12-25T14:05:36.997" v="8431" actId="1076"/>
          <ac:spMkLst>
            <pc:docMk/>
            <pc:sldMk cId="237162787" sldId="387"/>
            <ac:spMk id="6" creationId="{501F4D04-3716-CFB2-4393-8FF7D8937637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5-01-04T14:13:54.560" v="22251" actId="20577"/>
        <pc:sldMkLst>
          <pc:docMk/>
          <pc:sldMk cId="80528908" sldId="388"/>
        </pc:sldMkLst>
        <pc:spChg chg="add mod">
          <ac:chgData name="Mattia Erné" userId="ad84ee6f-0a28-4445-b06f-f3738604603d" providerId="ADAL" clId="{D7217936-D10B-495D-A3C0-310279A38E76}" dt="2025-01-04T14:13:54.560" v="22251" actId="20577"/>
          <ac:spMkLst>
            <pc:docMk/>
            <pc:sldMk cId="80528908" sldId="388"/>
            <ac:spMk id="4" creationId="{7590ED87-8D3E-D58C-06CD-1DCBCA7C0A06}"/>
          </ac:spMkLst>
        </pc:spChg>
        <pc:spChg chg="add mod">
          <ac:chgData name="Mattia Erné" userId="ad84ee6f-0a28-4445-b06f-f3738604603d" providerId="ADAL" clId="{D7217936-D10B-495D-A3C0-310279A38E76}" dt="2024-12-25T14:10:54.972" v="8483"/>
          <ac:spMkLst>
            <pc:docMk/>
            <pc:sldMk cId="80528908" sldId="388"/>
            <ac:spMk id="5" creationId="{AE443198-882E-3A24-A096-D3B22C72D363}"/>
          </ac:spMkLst>
        </pc:spChg>
        <pc:spChg chg="add mod">
          <ac:chgData name="Mattia Erné" userId="ad84ee6f-0a28-4445-b06f-f3738604603d" providerId="ADAL" clId="{D7217936-D10B-495D-A3C0-310279A38E76}" dt="2024-12-25T14:11:24.397" v="8493" actId="1038"/>
          <ac:spMkLst>
            <pc:docMk/>
            <pc:sldMk cId="80528908" sldId="388"/>
            <ac:spMk id="8" creationId="{C91DED81-7650-B981-C797-C21F852734C4}"/>
          </ac:spMkLst>
        </pc:spChg>
        <pc:spChg chg="add mod">
          <ac:chgData name="Mattia Erné" userId="ad84ee6f-0a28-4445-b06f-f3738604603d" providerId="ADAL" clId="{D7217936-D10B-495D-A3C0-310279A38E76}" dt="2024-12-25T14:13:15.337" v="8503" actId="1037"/>
          <ac:spMkLst>
            <pc:docMk/>
            <pc:sldMk cId="80528908" sldId="388"/>
            <ac:spMk id="9" creationId="{B84D2ABD-0A03-0F28-B61C-C70351297E9C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549288847" sldId="389"/>
        </pc:sldMkLst>
        <pc:spChg chg="add mod">
          <ac:chgData name="Mattia Erné" userId="ad84ee6f-0a28-4445-b06f-f3738604603d" providerId="ADAL" clId="{D7217936-D10B-495D-A3C0-310279A38E76}" dt="2024-12-25T14:44:42.477" v="8619" actId="20577"/>
          <ac:spMkLst>
            <pc:docMk/>
            <pc:sldMk cId="3549288847" sldId="389"/>
            <ac:spMk id="3" creationId="{7B156ABB-CC4B-95A3-1B3E-B41BDD4B6CA9}"/>
          </ac:spMkLst>
        </pc:spChg>
        <pc:graphicFrameChg chg="mod">
          <ac:chgData name="Mattia Erné" userId="ad84ee6f-0a28-4445-b06f-f3738604603d" providerId="ADAL" clId="{D7217936-D10B-495D-A3C0-310279A38E76}" dt="2024-12-25T14:44:08.613" v="8609" actId="692"/>
          <ac:graphicFrameMkLst>
            <pc:docMk/>
            <pc:sldMk cId="3549288847" sldId="389"/>
            <ac:graphicFrameMk id="6" creationId="{DD69FE7F-9011-56FB-A194-5B2025E472A5}"/>
          </ac:graphicFrameMkLst>
        </pc:graphicFrame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15927608" sldId="390"/>
        </pc:sldMkLst>
        <pc:spChg chg="add del mod">
          <ac:chgData name="Mattia Erné" userId="ad84ee6f-0a28-4445-b06f-f3738604603d" providerId="ADAL" clId="{D7217936-D10B-495D-A3C0-310279A38E76}" dt="2024-12-25T14:45:01.644" v="8628" actId="478"/>
          <ac:spMkLst>
            <pc:docMk/>
            <pc:sldMk cId="315927608" sldId="390"/>
            <ac:spMk id="3" creationId="{52CAF88F-BC0A-3961-BB97-657D7A01735E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656173060" sldId="391"/>
        </pc:sldMkLst>
        <pc:spChg chg="add mod">
          <ac:chgData name="Mattia Erné" userId="ad84ee6f-0a28-4445-b06f-f3738604603d" providerId="ADAL" clId="{D7217936-D10B-495D-A3C0-310279A38E76}" dt="2024-12-25T14:46:20.684" v="8634" actId="1076"/>
          <ac:spMkLst>
            <pc:docMk/>
            <pc:sldMk cId="1656173060" sldId="391"/>
            <ac:spMk id="4" creationId="{943D6506-9AC6-A928-59F2-3ABF16F9E287}"/>
          </ac:spMkLst>
        </pc:spChg>
        <pc:spChg chg="add mod">
          <ac:chgData name="Mattia Erné" userId="ad84ee6f-0a28-4445-b06f-f3738604603d" providerId="ADAL" clId="{D7217936-D10B-495D-A3C0-310279A38E76}" dt="2024-12-25T14:46:56.198" v="8643" actId="1076"/>
          <ac:spMkLst>
            <pc:docMk/>
            <pc:sldMk cId="1656173060" sldId="391"/>
            <ac:spMk id="7" creationId="{6BC8C925-D61C-CD88-1802-496B858A3BF4}"/>
          </ac:spMkLst>
        </pc:spChg>
        <pc:spChg chg="add mod">
          <ac:chgData name="Mattia Erné" userId="ad84ee6f-0a28-4445-b06f-f3738604603d" providerId="ADAL" clId="{D7217936-D10B-495D-A3C0-310279A38E76}" dt="2024-12-25T14:47:36.410" v="8649" actId="1076"/>
          <ac:spMkLst>
            <pc:docMk/>
            <pc:sldMk cId="1656173060" sldId="391"/>
            <ac:spMk id="10" creationId="{1F02FA1E-E270-7B7B-1714-08951C9D4D1B}"/>
          </ac:spMkLst>
        </pc:spChg>
        <pc:spChg chg="add mod">
          <ac:chgData name="Mattia Erné" userId="ad84ee6f-0a28-4445-b06f-f3738604603d" providerId="ADAL" clId="{D7217936-D10B-495D-A3C0-310279A38E76}" dt="2024-12-25T14:47:42.293" v="8650" actId="1076"/>
          <ac:spMkLst>
            <pc:docMk/>
            <pc:sldMk cId="1656173060" sldId="391"/>
            <ac:spMk id="11" creationId="{2307ADFF-7AEF-1E77-8BBD-4EED6C2C4544}"/>
          </ac:spMkLst>
        </pc:spChg>
        <pc:spChg chg="add mod">
          <ac:chgData name="Mattia Erné" userId="ad84ee6f-0a28-4445-b06f-f3738604603d" providerId="ADAL" clId="{D7217936-D10B-495D-A3C0-310279A38E76}" dt="2024-12-25T14:48:13.216" v="8656" actId="1076"/>
          <ac:spMkLst>
            <pc:docMk/>
            <pc:sldMk cId="1656173060" sldId="391"/>
            <ac:spMk id="12" creationId="{EA92B1AF-5E4F-306A-71EB-7B2447CBE1E7}"/>
          </ac:spMkLst>
        </pc:spChg>
        <pc:spChg chg="add mod">
          <ac:chgData name="Mattia Erné" userId="ad84ee6f-0a28-4445-b06f-f3738604603d" providerId="ADAL" clId="{D7217936-D10B-495D-A3C0-310279A38E76}" dt="2024-12-25T14:47:54.967" v="8653" actId="1076"/>
          <ac:spMkLst>
            <pc:docMk/>
            <pc:sldMk cId="1656173060" sldId="391"/>
            <ac:spMk id="13" creationId="{F37AB145-E732-B2C1-0AED-6B73DB46407C}"/>
          </ac:spMkLst>
        </pc:spChg>
        <pc:spChg chg="add mod">
          <ac:chgData name="Mattia Erné" userId="ad84ee6f-0a28-4445-b06f-f3738604603d" providerId="ADAL" clId="{D7217936-D10B-495D-A3C0-310279A38E76}" dt="2024-12-25T14:48:21.542" v="8660" actId="1038"/>
          <ac:spMkLst>
            <pc:docMk/>
            <pc:sldMk cId="1656173060" sldId="391"/>
            <ac:spMk id="14" creationId="{19EEB293-95D4-F540-42E8-B9C6285419EC}"/>
          </ac:spMkLst>
        </pc:spChg>
        <pc:spChg chg="add mod">
          <ac:chgData name="Mattia Erné" userId="ad84ee6f-0a28-4445-b06f-f3738604603d" providerId="ADAL" clId="{D7217936-D10B-495D-A3C0-310279A38E76}" dt="2024-12-25T14:47:49.949" v="8652" actId="1076"/>
          <ac:spMkLst>
            <pc:docMk/>
            <pc:sldMk cId="1656173060" sldId="391"/>
            <ac:spMk id="15" creationId="{94C17C8C-1261-C997-DE55-F1945D4DFC4A}"/>
          </ac:spMkLst>
        </pc:spChg>
        <pc:spChg chg="add mod">
          <ac:chgData name="Mattia Erné" userId="ad84ee6f-0a28-4445-b06f-f3738604603d" providerId="ADAL" clId="{D7217936-D10B-495D-A3C0-310279A38E76}" dt="2024-12-25T14:48:05.396" v="8655" actId="1076"/>
          <ac:spMkLst>
            <pc:docMk/>
            <pc:sldMk cId="1656173060" sldId="391"/>
            <ac:spMk id="16" creationId="{F142B8C4-653C-0F2E-A525-8703C780646F}"/>
          </ac:spMkLst>
        </pc:spChg>
        <pc:graphicFrameChg chg="mod">
          <ac:chgData name="Mattia Erné" userId="ad84ee6f-0a28-4445-b06f-f3738604603d" providerId="ADAL" clId="{D7217936-D10B-495D-A3C0-310279A38E76}" dt="2024-12-25T14:47:15.328" v="8645"/>
          <ac:graphicFrameMkLst>
            <pc:docMk/>
            <pc:sldMk cId="1656173060" sldId="391"/>
            <ac:graphicFrameMk id="6" creationId="{8D07A6A1-D952-BB8D-257F-34ABE89151A5}"/>
          </ac:graphicFrameMkLst>
        </pc:graphicFrameChg>
      </pc:sldChg>
      <pc:sldChg chg="new modTransition">
        <pc:chgData name="Mattia Erné" userId="ad84ee6f-0a28-4445-b06f-f3738604603d" providerId="ADAL" clId="{D7217936-D10B-495D-A3C0-310279A38E76}" dt="2024-12-27T20:49:16.004" v="22021"/>
        <pc:sldMkLst>
          <pc:docMk/>
          <pc:sldMk cId="3718658755" sldId="392"/>
        </pc:sldMkLst>
      </pc:sldChg>
      <pc:sldChg chg="new del">
        <pc:chgData name="Mattia Erné" userId="ad84ee6f-0a28-4445-b06f-f3738604603d" providerId="ADAL" clId="{D7217936-D10B-495D-A3C0-310279A38E76}" dt="2024-12-26T16:37:35.647" v="8696" actId="47"/>
        <pc:sldMkLst>
          <pc:docMk/>
          <pc:sldMk cId="2703343887" sldId="393"/>
        </pc:sldMkLst>
      </pc:sldChg>
      <pc:sldChg chg="add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071649805" sldId="394"/>
        </pc:sldMkLst>
        <pc:spChg chg="mod">
          <ac:chgData name="Mattia Erné" userId="ad84ee6f-0a28-4445-b06f-f3738604603d" providerId="ADAL" clId="{D7217936-D10B-495D-A3C0-310279A38E76}" dt="2024-12-26T18:57:34.619" v="11048" actId="20577"/>
          <ac:spMkLst>
            <pc:docMk/>
            <pc:sldMk cId="2071649805" sldId="394"/>
            <ac:spMk id="2" creationId="{558468C3-B32D-183D-5781-CC70B748D166}"/>
          </ac:spMkLst>
        </pc:spChg>
      </pc:sldChg>
      <pc:sldChg chg="addSp delSp 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2051261593" sldId="395"/>
        </pc:sldMkLst>
        <pc:spChg chg="add mod">
          <ac:chgData name="Mattia Erné" userId="ad84ee6f-0a28-4445-b06f-f3738604603d" providerId="ADAL" clId="{D7217936-D10B-495D-A3C0-310279A38E76}" dt="2024-12-26T20:00:03.197" v="12048" actId="207"/>
          <ac:spMkLst>
            <pc:docMk/>
            <pc:sldMk cId="2051261593" sldId="395"/>
            <ac:spMk id="3" creationId="{4E395A2E-3AFF-AAEA-5025-3E2DBE4AC1C4}"/>
          </ac:spMkLst>
        </pc:spChg>
      </pc:sldChg>
      <pc:sldChg chg="addSp delSp modSp add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3461193751" sldId="396"/>
        </pc:sldMkLst>
        <pc:spChg chg="mod">
          <ac:chgData name="Mattia Erné" userId="ad84ee6f-0a28-4445-b06f-f3738604603d" providerId="ADAL" clId="{D7217936-D10B-495D-A3C0-310279A38E76}" dt="2024-12-26T17:04:23.917" v="9431" actId="20577"/>
          <ac:spMkLst>
            <pc:docMk/>
            <pc:sldMk cId="3461193751" sldId="396"/>
            <ac:spMk id="2" creationId="{46D1E645-F92C-09C5-520B-6F0851C1C2F5}"/>
          </ac:spMkLst>
        </pc:spChg>
        <pc:spChg chg="add mod">
          <ac:chgData name="Mattia Erné" userId="ad84ee6f-0a28-4445-b06f-f3738604603d" providerId="ADAL" clId="{D7217936-D10B-495D-A3C0-310279A38E76}" dt="2024-12-27T16:17:11.443" v="18176" actId="20577"/>
          <ac:spMkLst>
            <pc:docMk/>
            <pc:sldMk cId="3461193751" sldId="396"/>
            <ac:spMk id="3" creationId="{6BA4E78E-3ADC-01B3-6E0C-BAC5656326D1}"/>
          </ac:spMkLst>
        </pc:spChg>
        <pc:spChg chg="add mod">
          <ac:chgData name="Mattia Erné" userId="ad84ee6f-0a28-4445-b06f-f3738604603d" providerId="ADAL" clId="{D7217936-D10B-495D-A3C0-310279A38E76}" dt="2024-12-27T16:17:19.353" v="18190" actId="20577"/>
          <ac:spMkLst>
            <pc:docMk/>
            <pc:sldMk cId="3461193751" sldId="396"/>
            <ac:spMk id="4" creationId="{C06AE5B9-9754-4720-CDC4-0997E70D4F1C}"/>
          </ac:spMkLst>
        </pc:spChg>
        <pc:spChg chg="add mod">
          <ac:chgData name="Mattia Erné" userId="ad84ee6f-0a28-4445-b06f-f3738604603d" providerId="ADAL" clId="{D7217936-D10B-495D-A3C0-310279A38E76}" dt="2024-12-26T21:22:59.212" v="13785" actId="20577"/>
          <ac:spMkLst>
            <pc:docMk/>
            <pc:sldMk cId="3461193751" sldId="396"/>
            <ac:spMk id="5" creationId="{30E8236F-E6CE-82B5-B731-4D05F183BF83}"/>
          </ac:spMkLst>
        </pc:spChg>
        <pc:spChg chg="mod">
          <ac:chgData name="Mattia Erné" userId="ad84ee6f-0a28-4445-b06f-f3738604603d" providerId="ADAL" clId="{D7217936-D10B-495D-A3C0-310279A38E76}" dt="2024-12-26T17:36:41.870" v="10450" actId="1076"/>
          <ac:spMkLst>
            <pc:docMk/>
            <pc:sldMk cId="3461193751" sldId="396"/>
            <ac:spMk id="6" creationId="{5F78D932-8533-727C-2822-DE91533C0E50}"/>
          </ac:spMkLst>
        </pc:spChg>
        <pc:spChg chg="add mod">
          <ac:chgData name="Mattia Erné" userId="ad84ee6f-0a28-4445-b06f-f3738604603d" providerId="ADAL" clId="{D7217936-D10B-495D-A3C0-310279A38E76}" dt="2024-12-26T21:25:09.736" v="13832" actId="1076"/>
          <ac:spMkLst>
            <pc:docMk/>
            <pc:sldMk cId="3461193751" sldId="396"/>
            <ac:spMk id="17" creationId="{0F8DD620-4C6B-6AF1-149D-A6AA0062FE48}"/>
          </ac:spMkLst>
        </pc:spChg>
        <pc:cxnChg chg="add mod">
          <ac:chgData name="Mattia Erné" userId="ad84ee6f-0a28-4445-b06f-f3738604603d" providerId="ADAL" clId="{D7217936-D10B-495D-A3C0-310279A38E76}" dt="2024-12-26T17:36:48.399" v="10451" actId="1076"/>
          <ac:cxnSpMkLst>
            <pc:docMk/>
            <pc:sldMk cId="3461193751" sldId="396"/>
            <ac:cxnSpMk id="8" creationId="{A2BF630B-72FD-0183-0E2C-D98028385240}"/>
          </ac:cxnSpMkLst>
        </pc:cxnChg>
        <pc:cxnChg chg="add mod">
          <ac:chgData name="Mattia Erné" userId="ad84ee6f-0a28-4445-b06f-f3738604603d" providerId="ADAL" clId="{D7217936-D10B-495D-A3C0-310279A38E76}" dt="2024-12-26T17:36:48.399" v="10451" actId="1076"/>
          <ac:cxnSpMkLst>
            <pc:docMk/>
            <pc:sldMk cId="3461193751" sldId="396"/>
            <ac:cxnSpMk id="12" creationId="{7D86A4A0-F1AB-032C-0C37-A5374811BFA5}"/>
          </ac:cxnSpMkLst>
        </pc:cxnChg>
      </pc:sldChg>
      <pc:sldChg chg="addSp delSp modSp new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2680285025" sldId="397"/>
        </pc:sldMkLst>
        <pc:spChg chg="add mod">
          <ac:chgData name="Mattia Erné" userId="ad84ee6f-0a28-4445-b06f-f3738604603d" providerId="ADAL" clId="{D7217936-D10B-495D-A3C0-310279A38E76}" dt="2024-12-27T16:07:18.714" v="17800" actId="20577"/>
          <ac:spMkLst>
            <pc:docMk/>
            <pc:sldMk cId="2680285025" sldId="397"/>
            <ac:spMk id="2" creationId="{6A00511B-A744-1978-8D63-76112C79492A}"/>
          </ac:spMkLst>
        </pc:spChg>
        <pc:spChg chg="add mod topLvl">
          <ac:chgData name="Mattia Erné" userId="ad84ee6f-0a28-4445-b06f-f3738604603d" providerId="ADAL" clId="{D7217936-D10B-495D-A3C0-310279A38E76}" dt="2024-12-27T17:35:52.301" v="19418" actId="165"/>
          <ac:spMkLst>
            <pc:docMk/>
            <pc:sldMk cId="2680285025" sldId="397"/>
            <ac:spMk id="3" creationId="{70D72D67-1121-A3DF-EACC-9DE835901524}"/>
          </ac:spMkLst>
        </pc:spChg>
        <pc:spChg chg="add mod topLvl">
          <ac:chgData name="Mattia Erné" userId="ad84ee6f-0a28-4445-b06f-f3738604603d" providerId="ADAL" clId="{D7217936-D10B-495D-A3C0-310279A38E76}" dt="2024-12-27T17:35:52.301" v="19418" actId="165"/>
          <ac:spMkLst>
            <pc:docMk/>
            <pc:sldMk cId="2680285025" sldId="397"/>
            <ac:spMk id="4" creationId="{52071832-0BFF-AD9C-AED9-83B7105746E1}"/>
          </ac:spMkLst>
        </pc:spChg>
        <pc:spChg chg="add mod topLvl">
          <ac:chgData name="Mattia Erné" userId="ad84ee6f-0a28-4445-b06f-f3738604603d" providerId="ADAL" clId="{D7217936-D10B-495D-A3C0-310279A38E76}" dt="2024-12-27T17:35:52.301" v="19418" actId="165"/>
          <ac:spMkLst>
            <pc:docMk/>
            <pc:sldMk cId="2680285025" sldId="397"/>
            <ac:spMk id="5" creationId="{E8392BAE-F9CE-FC5C-88A8-21B613D0642D}"/>
          </ac:spMkLst>
        </pc:spChg>
        <pc:spChg chg="add mod topLvl">
          <ac:chgData name="Mattia Erné" userId="ad84ee6f-0a28-4445-b06f-f3738604603d" providerId="ADAL" clId="{D7217936-D10B-495D-A3C0-310279A38E76}" dt="2024-12-27T17:35:52.301" v="19418" actId="165"/>
          <ac:spMkLst>
            <pc:docMk/>
            <pc:sldMk cId="2680285025" sldId="397"/>
            <ac:spMk id="6" creationId="{C44B42BD-345F-AE78-ADF5-D72783327C48}"/>
          </ac:spMkLst>
        </pc:spChg>
        <pc:spChg chg="add mod topLvl">
          <ac:chgData name="Mattia Erné" userId="ad84ee6f-0a28-4445-b06f-f3738604603d" providerId="ADAL" clId="{D7217936-D10B-495D-A3C0-310279A38E76}" dt="2024-12-27T17:35:52.301" v="19418" actId="165"/>
          <ac:spMkLst>
            <pc:docMk/>
            <pc:sldMk cId="2680285025" sldId="397"/>
            <ac:spMk id="7" creationId="{14DFB8A9-70C2-E109-EA47-A633AB4C1FAC}"/>
          </ac:spMkLst>
        </pc:spChg>
        <pc:spChg chg="add mod">
          <ac:chgData name="Mattia Erné" userId="ad84ee6f-0a28-4445-b06f-f3738604603d" providerId="ADAL" clId="{D7217936-D10B-495D-A3C0-310279A38E76}" dt="2024-12-27T16:26:37.362" v="18533" actId="20577"/>
          <ac:spMkLst>
            <pc:docMk/>
            <pc:sldMk cId="2680285025" sldId="397"/>
            <ac:spMk id="20" creationId="{CF204A8A-777F-9F4E-6A9E-0E416BC5F1ED}"/>
          </ac:spMkLst>
        </pc:spChg>
        <pc:spChg chg="add mod">
          <ac:chgData name="Mattia Erné" userId="ad84ee6f-0a28-4445-b06f-f3738604603d" providerId="ADAL" clId="{D7217936-D10B-495D-A3C0-310279A38E76}" dt="2024-12-27T18:35:36.960" v="20596" actId="20577"/>
          <ac:spMkLst>
            <pc:docMk/>
            <pc:sldMk cId="2680285025" sldId="397"/>
            <ac:spMk id="21" creationId="{06E71A6C-E1BA-DFD5-D89E-C09B341F178B}"/>
          </ac:spMkLst>
        </pc:spChg>
        <pc:spChg chg="add mod">
          <ac:chgData name="Mattia Erné" userId="ad84ee6f-0a28-4445-b06f-f3738604603d" providerId="ADAL" clId="{D7217936-D10B-495D-A3C0-310279A38E76}" dt="2024-12-27T17:51:23.586" v="19890" actId="20577"/>
          <ac:spMkLst>
            <pc:docMk/>
            <pc:sldMk cId="2680285025" sldId="397"/>
            <ac:spMk id="28" creationId="{5D04FA21-3402-7FBA-A12E-D79299DD25BC}"/>
          </ac:spMkLst>
        </pc:spChg>
        <pc:spChg chg="add mod">
          <ac:chgData name="Mattia Erné" userId="ad84ee6f-0a28-4445-b06f-f3738604603d" providerId="ADAL" clId="{D7217936-D10B-495D-A3C0-310279A38E76}" dt="2024-12-27T17:43:57.012" v="19669" actId="20577"/>
          <ac:spMkLst>
            <pc:docMk/>
            <pc:sldMk cId="2680285025" sldId="397"/>
            <ac:spMk id="34" creationId="{E2C7B24B-1E6E-78A7-DB39-501E1A6C6FE4}"/>
          </ac:spMkLst>
        </pc:spChg>
        <pc:spChg chg="add mod">
          <ac:chgData name="Mattia Erné" userId="ad84ee6f-0a28-4445-b06f-f3738604603d" providerId="ADAL" clId="{D7217936-D10B-495D-A3C0-310279A38E76}" dt="2024-12-27T17:44:02.649" v="19673" actId="20577"/>
          <ac:spMkLst>
            <pc:docMk/>
            <pc:sldMk cId="2680285025" sldId="397"/>
            <ac:spMk id="38" creationId="{39D3E17C-4FF7-8D4B-101D-3C07F37747B9}"/>
          </ac:spMkLst>
        </pc:spChg>
        <pc:spChg chg="add mod">
          <ac:chgData name="Mattia Erné" userId="ad84ee6f-0a28-4445-b06f-f3738604603d" providerId="ADAL" clId="{D7217936-D10B-495D-A3C0-310279A38E76}" dt="2024-12-27T17:44:05.597" v="19675" actId="20577"/>
          <ac:spMkLst>
            <pc:docMk/>
            <pc:sldMk cId="2680285025" sldId="397"/>
            <ac:spMk id="41" creationId="{EC2FAE4A-5F19-1258-9BEF-C3DF5A4DBAF0}"/>
          </ac:spMkLst>
        </pc:spChg>
        <pc:cxnChg chg="add mod topLvl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9" creationId="{F5177B6F-B00F-2A51-739D-EF5D7C0C5EC5}"/>
          </ac:cxnSpMkLst>
        </pc:cxnChg>
        <pc:cxnChg chg="add mod topLvl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10" creationId="{21BC05DA-5DE6-DC3F-CA07-D8FBC82FEA0B}"/>
          </ac:cxnSpMkLst>
        </pc:cxnChg>
        <pc:cxnChg chg="add mod topLvl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13" creationId="{0AE037DB-D18E-860E-9ECA-1E3EFCE66301}"/>
          </ac:cxnSpMkLst>
        </pc:cxnChg>
        <pc:cxnChg chg="add mod topLvl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16" creationId="{60313B31-8EFF-694B-9BBA-9B510B8E0D8B}"/>
          </ac:cxnSpMkLst>
        </pc:cxnChg>
        <pc:cxnChg chg="add mod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22" creationId="{1B73A68B-89D1-E821-FB44-82FC8E556F1E}"/>
          </ac:cxnSpMkLst>
        </pc:cxnChg>
        <pc:cxnChg chg="add mod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30" creationId="{640890A4-FE23-2A33-456C-5A95EA565917}"/>
          </ac:cxnSpMkLst>
        </pc:cxnChg>
        <pc:cxnChg chg="add mod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35" creationId="{9ACFCE87-184F-62F1-076A-E8F66092A833}"/>
          </ac:cxnSpMkLst>
        </pc:cxnChg>
        <pc:cxnChg chg="add mod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39" creationId="{D6708F99-C9EE-11E0-07B4-8BC2B6530CD2}"/>
          </ac:cxnSpMkLst>
        </pc:cxnChg>
        <pc:cxnChg chg="add mod">
          <ac:chgData name="Mattia Erné" userId="ad84ee6f-0a28-4445-b06f-f3738604603d" providerId="ADAL" clId="{D7217936-D10B-495D-A3C0-310279A38E76}" dt="2024-12-27T17:35:48.160" v="19417" actId="12788"/>
          <ac:cxnSpMkLst>
            <pc:docMk/>
            <pc:sldMk cId="2680285025" sldId="397"/>
            <ac:cxnSpMk id="42" creationId="{EE2A15F9-3C3E-3380-CFF5-5D037D39E4D5}"/>
          </ac:cxnSpMkLst>
        </pc:cxnChg>
      </pc:sldChg>
      <pc:sldChg chg="addSp delSp modSp new mod modTransition modAnim">
        <pc:chgData name="Mattia Erné" userId="ad84ee6f-0a28-4445-b06f-f3738604603d" providerId="ADAL" clId="{D7217936-D10B-495D-A3C0-310279A38E76}" dt="2024-12-30T21:15:06.155" v="22116" actId="20577"/>
        <pc:sldMkLst>
          <pc:docMk/>
          <pc:sldMk cId="2860876969" sldId="398"/>
        </pc:sldMkLst>
        <pc:spChg chg="add mod">
          <ac:chgData name="Mattia Erné" userId="ad84ee6f-0a28-4445-b06f-f3738604603d" providerId="ADAL" clId="{D7217936-D10B-495D-A3C0-310279A38E76}" dt="2024-12-26T17:35:02.267" v="10398" actId="20577"/>
          <ac:spMkLst>
            <pc:docMk/>
            <pc:sldMk cId="2860876969" sldId="398"/>
            <ac:spMk id="2" creationId="{7B4AB140-1FC7-2AEB-79D9-E8857D1285BA}"/>
          </ac:spMkLst>
        </pc:spChg>
        <pc:spChg chg="add mod">
          <ac:chgData name="Mattia Erné" userId="ad84ee6f-0a28-4445-b06f-f3738604603d" providerId="ADAL" clId="{D7217936-D10B-495D-A3C0-310279A38E76}" dt="2024-12-26T17:46:20.548" v="10653" actId="1076"/>
          <ac:spMkLst>
            <pc:docMk/>
            <pc:sldMk cId="2860876969" sldId="398"/>
            <ac:spMk id="3" creationId="{BE3323E7-1ED1-8D3A-D6FB-60AE86310AB3}"/>
          </ac:spMkLst>
        </pc:spChg>
        <pc:spChg chg="add mod">
          <ac:chgData name="Mattia Erné" userId="ad84ee6f-0a28-4445-b06f-f3738604603d" providerId="ADAL" clId="{D7217936-D10B-495D-A3C0-310279A38E76}" dt="2024-12-26T19:01:21.937" v="11086" actId="20577"/>
          <ac:spMkLst>
            <pc:docMk/>
            <pc:sldMk cId="2860876969" sldId="398"/>
            <ac:spMk id="4" creationId="{778E4DFA-A952-F273-0F28-D48B7AD74B11}"/>
          </ac:spMkLst>
        </pc:spChg>
        <pc:spChg chg="add mod">
          <ac:chgData name="Mattia Erné" userId="ad84ee6f-0a28-4445-b06f-f3738604603d" providerId="ADAL" clId="{D7217936-D10B-495D-A3C0-310279A38E76}" dt="2024-12-26T17:46:37.556" v="10673" actId="1076"/>
          <ac:spMkLst>
            <pc:docMk/>
            <pc:sldMk cId="2860876969" sldId="398"/>
            <ac:spMk id="5" creationId="{C642F22A-288D-AAE5-2131-34A3AC8FA323}"/>
          </ac:spMkLst>
        </pc:spChg>
        <pc:spChg chg="add mod">
          <ac:chgData name="Mattia Erné" userId="ad84ee6f-0a28-4445-b06f-f3738604603d" providerId="ADAL" clId="{D7217936-D10B-495D-A3C0-310279A38E76}" dt="2024-12-26T17:47:05.263" v="10678" actId="114"/>
          <ac:spMkLst>
            <pc:docMk/>
            <pc:sldMk cId="2860876969" sldId="398"/>
            <ac:spMk id="11" creationId="{8AAFDB7C-D7D2-C9FB-14E3-6ACDF0A5BC35}"/>
          </ac:spMkLst>
        </pc:spChg>
        <pc:spChg chg="add mod">
          <ac:chgData name="Mattia Erné" userId="ad84ee6f-0a28-4445-b06f-f3738604603d" providerId="ADAL" clId="{D7217936-D10B-495D-A3C0-310279A38E76}" dt="2024-12-30T21:15:06.155" v="22116" actId="20577"/>
          <ac:spMkLst>
            <pc:docMk/>
            <pc:sldMk cId="2860876969" sldId="398"/>
            <ac:spMk id="12" creationId="{653C3502-F4C2-1B9A-DAC5-59C88529253F}"/>
          </ac:spMkLst>
        </pc:spChg>
        <pc:spChg chg="add mod">
          <ac:chgData name="Mattia Erné" userId="ad84ee6f-0a28-4445-b06f-f3738604603d" providerId="ADAL" clId="{D7217936-D10B-495D-A3C0-310279A38E76}" dt="2024-12-26T18:42:05.894" v="10769" actId="1076"/>
          <ac:spMkLst>
            <pc:docMk/>
            <pc:sldMk cId="2860876969" sldId="398"/>
            <ac:spMk id="13" creationId="{5937974E-0D1B-BB1A-6BF6-A82B9B1B606D}"/>
          </ac:spMkLst>
        </pc:spChg>
        <pc:spChg chg="add mod">
          <ac:chgData name="Mattia Erné" userId="ad84ee6f-0a28-4445-b06f-f3738604603d" providerId="ADAL" clId="{D7217936-D10B-495D-A3C0-310279A38E76}" dt="2024-12-26T18:42:36.912" v="10770" actId="1076"/>
          <ac:spMkLst>
            <pc:docMk/>
            <pc:sldMk cId="2860876969" sldId="398"/>
            <ac:spMk id="14" creationId="{88EDF089-11A0-CCF2-295B-46AD53BE8388}"/>
          </ac:spMkLst>
        </pc:spChg>
      </pc:sldChg>
      <pc:sldChg chg="addSp delSp modSp new del mod delAnim modAnim">
        <pc:chgData name="Mattia Erné" userId="ad84ee6f-0a28-4445-b06f-f3738604603d" providerId="ADAL" clId="{D7217936-D10B-495D-A3C0-310279A38E76}" dt="2024-12-26T19:07:24.340" v="11169" actId="2696"/>
        <pc:sldMkLst>
          <pc:docMk/>
          <pc:sldMk cId="1186030745" sldId="399"/>
        </pc:sldMkLst>
      </pc:sldChg>
      <pc:sldChg chg="addSp delSp modSp add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429227424" sldId="400"/>
        </pc:sldMkLst>
        <pc:spChg chg="add mod">
          <ac:chgData name="Mattia Erné" userId="ad84ee6f-0a28-4445-b06f-f3738604603d" providerId="ADAL" clId="{D7217936-D10B-495D-A3C0-310279A38E76}" dt="2024-12-27T16:18:43.445" v="18272"/>
          <ac:spMkLst>
            <pc:docMk/>
            <pc:sldMk cId="429227424" sldId="400"/>
            <ac:spMk id="2" creationId="{274F71C0-AC68-851E-8E61-60EA1C84B84B}"/>
          </ac:spMkLst>
        </pc:spChg>
        <pc:spChg chg="mod">
          <ac:chgData name="Mattia Erné" userId="ad84ee6f-0a28-4445-b06f-f3738604603d" providerId="ADAL" clId="{D7217936-D10B-495D-A3C0-310279A38E76}" dt="2024-12-26T21:24:20.406" v="13790" actId="1076"/>
          <ac:spMkLst>
            <pc:docMk/>
            <pc:sldMk cId="429227424" sldId="400"/>
            <ac:spMk id="5" creationId="{73BDC52D-BBA5-1E45-6284-52F8EBC1432A}"/>
          </ac:spMkLst>
        </pc:spChg>
        <pc:spChg chg="mod">
          <ac:chgData name="Mattia Erné" userId="ad84ee6f-0a28-4445-b06f-f3738604603d" providerId="ADAL" clId="{D7217936-D10B-495D-A3C0-310279A38E76}" dt="2024-12-27T16:24:44.607" v="18468" actId="20577"/>
          <ac:spMkLst>
            <pc:docMk/>
            <pc:sldMk cId="429227424" sldId="400"/>
            <ac:spMk id="11" creationId="{5B8396D7-BCE6-2A90-9F72-9ED60F242EFE}"/>
          </ac:spMkLst>
        </pc:spChg>
      </pc:sldChg>
      <pc:sldChg chg="addSp delSp modSp add mod ord modTransition delAnim modAnim">
        <pc:chgData name="Mattia Erné" userId="ad84ee6f-0a28-4445-b06f-f3738604603d" providerId="ADAL" clId="{D7217936-D10B-495D-A3C0-310279A38E76}" dt="2024-12-27T20:49:16.004" v="22021"/>
        <pc:sldMkLst>
          <pc:docMk/>
          <pc:sldMk cId="2482820609" sldId="401"/>
        </pc:sldMkLst>
        <pc:spChg chg="add mod">
          <ac:chgData name="Mattia Erné" userId="ad84ee6f-0a28-4445-b06f-f3738604603d" providerId="ADAL" clId="{D7217936-D10B-495D-A3C0-310279A38E76}" dt="2024-12-27T16:24:58.353" v="18470"/>
          <ac:spMkLst>
            <pc:docMk/>
            <pc:sldMk cId="2482820609" sldId="401"/>
            <ac:spMk id="2" creationId="{AB7F9415-3B37-C45F-6BCE-5D36C744BED7}"/>
          </ac:spMkLst>
        </pc:spChg>
        <pc:spChg chg="mod">
          <ac:chgData name="Mattia Erné" userId="ad84ee6f-0a28-4445-b06f-f3738604603d" providerId="ADAL" clId="{D7217936-D10B-495D-A3C0-310279A38E76}" dt="2024-12-27T16:18:39.110" v="18270" actId="1076"/>
          <ac:spMkLst>
            <pc:docMk/>
            <pc:sldMk cId="2482820609" sldId="401"/>
            <ac:spMk id="4" creationId="{15E6A0EB-89BD-BB2B-9414-61C462CAA1BA}"/>
          </ac:spMkLst>
        </pc:spChg>
        <pc:spChg chg="mod">
          <ac:chgData name="Mattia Erné" userId="ad84ee6f-0a28-4445-b06f-f3738604603d" providerId="ADAL" clId="{D7217936-D10B-495D-A3C0-310279A38E76}" dt="2024-12-26T21:24:08.156" v="13787" actId="1076"/>
          <ac:spMkLst>
            <pc:docMk/>
            <pc:sldMk cId="2482820609" sldId="401"/>
            <ac:spMk id="5" creationId="{5BDC5915-A76D-8E4B-895C-EEB301B801AF}"/>
          </ac:spMkLst>
        </pc:spChg>
      </pc:sldChg>
      <pc:sldChg chg="addSp delSp modSp new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431200952" sldId="402"/>
        </pc:sldMkLst>
        <pc:spChg chg="add mod">
          <ac:chgData name="Mattia Erné" userId="ad84ee6f-0a28-4445-b06f-f3738604603d" providerId="ADAL" clId="{D7217936-D10B-495D-A3C0-310279A38E76}" dt="2024-12-26T20:40:00.685" v="13085" actId="20577"/>
          <ac:spMkLst>
            <pc:docMk/>
            <pc:sldMk cId="431200952" sldId="402"/>
            <ac:spMk id="2" creationId="{E6692191-9201-7E86-F10E-0F371535C270}"/>
          </ac:spMkLst>
        </pc:spChg>
        <pc:spChg chg="add mod">
          <ac:chgData name="Mattia Erné" userId="ad84ee6f-0a28-4445-b06f-f3738604603d" providerId="ADAL" clId="{D7217936-D10B-495D-A3C0-310279A38E76}" dt="2024-12-26T20:13:24.558" v="12258"/>
          <ac:spMkLst>
            <pc:docMk/>
            <pc:sldMk cId="431200952" sldId="402"/>
            <ac:spMk id="3" creationId="{5DC33AA7-0546-9129-AAAB-FD31C028A645}"/>
          </ac:spMkLst>
        </pc:spChg>
        <pc:spChg chg="add mod">
          <ac:chgData name="Mattia Erné" userId="ad84ee6f-0a28-4445-b06f-f3738604603d" providerId="ADAL" clId="{D7217936-D10B-495D-A3C0-310279A38E76}" dt="2024-12-26T20:38:07.609" v="13076" actId="20577"/>
          <ac:spMkLst>
            <pc:docMk/>
            <pc:sldMk cId="431200952" sldId="402"/>
            <ac:spMk id="4" creationId="{F962C091-8E3F-E7B2-9D90-B171595C294A}"/>
          </ac:spMkLst>
        </pc:spChg>
        <pc:spChg chg="add mod">
          <ac:chgData name="Mattia Erné" userId="ad84ee6f-0a28-4445-b06f-f3738604603d" providerId="ADAL" clId="{D7217936-D10B-495D-A3C0-310279A38E76}" dt="2024-12-26T20:27:42.048" v="12608" actId="1076"/>
          <ac:spMkLst>
            <pc:docMk/>
            <pc:sldMk cId="431200952" sldId="402"/>
            <ac:spMk id="10" creationId="{D16304C9-84E2-A745-FB05-B1A9D30B1BCF}"/>
          </ac:spMkLst>
        </pc:spChg>
      </pc:sldChg>
      <pc:sldChg chg="modSp add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3968592606" sldId="403"/>
        </pc:sldMkLst>
        <pc:spChg chg="mod">
          <ac:chgData name="Mattia Erné" userId="ad84ee6f-0a28-4445-b06f-f3738604603d" providerId="ADAL" clId="{D7217936-D10B-495D-A3C0-310279A38E76}" dt="2024-12-26T20:40:04.187" v="13087" actId="20577"/>
          <ac:spMkLst>
            <pc:docMk/>
            <pc:sldMk cId="3968592606" sldId="403"/>
            <ac:spMk id="2" creationId="{14A60B30-C0FB-EBD0-2D1B-70F5237CB2CF}"/>
          </ac:spMkLst>
        </pc:spChg>
        <pc:spChg chg="mod">
          <ac:chgData name="Mattia Erné" userId="ad84ee6f-0a28-4445-b06f-f3738604603d" providerId="ADAL" clId="{D7217936-D10B-495D-A3C0-310279A38E76}" dt="2024-12-26T20:36:35.646" v="13015" actId="1076"/>
          <ac:spMkLst>
            <pc:docMk/>
            <pc:sldMk cId="3968592606" sldId="403"/>
            <ac:spMk id="3" creationId="{6F82A733-ED74-8D90-EE54-3F0858A3F477}"/>
          </ac:spMkLst>
        </pc:spChg>
        <pc:spChg chg="mod">
          <ac:chgData name="Mattia Erné" userId="ad84ee6f-0a28-4445-b06f-f3738604603d" providerId="ADAL" clId="{D7217936-D10B-495D-A3C0-310279A38E76}" dt="2024-12-26T20:38:24.700" v="13080"/>
          <ac:spMkLst>
            <pc:docMk/>
            <pc:sldMk cId="3968592606" sldId="403"/>
            <ac:spMk id="4" creationId="{B5EC5833-39B2-8EB1-76AD-6C1AB481C0A5}"/>
          </ac:spMkLst>
        </pc:spChg>
        <pc:spChg chg="mod">
          <ac:chgData name="Mattia Erné" userId="ad84ee6f-0a28-4445-b06f-f3738604603d" providerId="ADAL" clId="{D7217936-D10B-495D-A3C0-310279A38E76}" dt="2024-12-27T10:03:07.417" v="15289" actId="1076"/>
          <ac:spMkLst>
            <pc:docMk/>
            <pc:sldMk cId="3968592606" sldId="403"/>
            <ac:spMk id="10" creationId="{1AB3BA29-54E9-BB11-5DB9-47730B75EDC7}"/>
          </ac:spMkLst>
        </pc:spChg>
      </pc:sldChg>
      <pc:sldChg chg="addSp delSp modSp add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3893787721" sldId="404"/>
        </pc:sldMkLst>
        <pc:spChg chg="mod">
          <ac:chgData name="Mattia Erné" userId="ad84ee6f-0a28-4445-b06f-f3738604603d" providerId="ADAL" clId="{D7217936-D10B-495D-A3C0-310279A38E76}" dt="2024-12-26T20:40:07.847" v="13091" actId="20577"/>
          <ac:spMkLst>
            <pc:docMk/>
            <pc:sldMk cId="3893787721" sldId="404"/>
            <ac:spMk id="2" creationId="{D6FBA228-5DB7-C1EA-A4FE-B52D9002AE9C}"/>
          </ac:spMkLst>
        </pc:spChg>
        <pc:spChg chg="mod">
          <ac:chgData name="Mattia Erné" userId="ad84ee6f-0a28-4445-b06f-f3738604603d" providerId="ADAL" clId="{D7217936-D10B-495D-A3C0-310279A38E76}" dt="2024-12-26T21:04:09.344" v="13480" actId="1076"/>
          <ac:spMkLst>
            <pc:docMk/>
            <pc:sldMk cId="3893787721" sldId="404"/>
            <ac:spMk id="3" creationId="{2967F492-52EE-3A98-F4A1-0520BFD0BF66}"/>
          </ac:spMkLst>
        </pc:spChg>
        <pc:spChg chg="add mod">
          <ac:chgData name="Mattia Erné" userId="ad84ee6f-0a28-4445-b06f-f3738604603d" providerId="ADAL" clId="{D7217936-D10B-495D-A3C0-310279A38E76}" dt="2024-12-26T21:03:11.402" v="13475" actId="1076"/>
          <ac:spMkLst>
            <pc:docMk/>
            <pc:sldMk cId="3893787721" sldId="404"/>
            <ac:spMk id="5" creationId="{A2C71E93-7D96-63D6-32F3-475D2CE5FE38}"/>
          </ac:spMkLst>
        </pc:spChg>
        <pc:spChg chg="add mod">
          <ac:chgData name="Mattia Erné" userId="ad84ee6f-0a28-4445-b06f-f3738604603d" providerId="ADAL" clId="{D7217936-D10B-495D-A3C0-310279A38E76}" dt="2024-12-27T11:10:31.832" v="16136" actId="1076"/>
          <ac:spMkLst>
            <pc:docMk/>
            <pc:sldMk cId="3893787721" sldId="404"/>
            <ac:spMk id="11" creationId="{E40A3F8D-373E-C8F1-6232-392CBF979B92}"/>
          </ac:spMkLst>
        </pc:spChg>
        <pc:spChg chg="add mod">
          <ac:chgData name="Mattia Erné" userId="ad84ee6f-0a28-4445-b06f-f3738604603d" providerId="ADAL" clId="{D7217936-D10B-495D-A3C0-310279A38E76}" dt="2024-12-27T11:10:27.385" v="16135" actId="1076"/>
          <ac:spMkLst>
            <pc:docMk/>
            <pc:sldMk cId="3893787721" sldId="404"/>
            <ac:spMk id="12" creationId="{99CB0749-7140-972D-DC2C-F0807F715EEB}"/>
          </ac:spMkLst>
        </pc:spChg>
        <pc:spChg chg="add mod">
          <ac:chgData name="Mattia Erné" userId="ad84ee6f-0a28-4445-b06f-f3738604603d" providerId="ADAL" clId="{D7217936-D10B-495D-A3C0-310279A38E76}" dt="2024-12-26T21:10:33.993" v="13558" actId="20577"/>
          <ac:spMkLst>
            <pc:docMk/>
            <pc:sldMk cId="3893787721" sldId="404"/>
            <ac:spMk id="13" creationId="{970E47CD-4513-B9CA-FB2C-1C75D42ACB1A}"/>
          </ac:spMkLst>
        </pc:spChg>
      </pc:sldChg>
      <pc:sldChg chg="addSp delSp modSp add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2148739462" sldId="405"/>
        </pc:sldMkLst>
        <pc:spChg chg="mod">
          <ac:chgData name="Mattia Erné" userId="ad84ee6f-0a28-4445-b06f-f3738604603d" providerId="ADAL" clId="{D7217936-D10B-495D-A3C0-310279A38E76}" dt="2024-12-26T21:13:15.225" v="13589" actId="1076"/>
          <ac:spMkLst>
            <pc:docMk/>
            <pc:sldMk cId="2148739462" sldId="405"/>
            <ac:spMk id="3" creationId="{F48A1A73-ED44-547F-A91B-13F6FB7B841A}"/>
          </ac:spMkLst>
        </pc:spChg>
        <pc:spChg chg="add mod">
          <ac:chgData name="Mattia Erné" userId="ad84ee6f-0a28-4445-b06f-f3738604603d" providerId="ADAL" clId="{D7217936-D10B-495D-A3C0-310279A38E76}" dt="2024-12-27T11:10:47.054" v="16140"/>
          <ac:spMkLst>
            <pc:docMk/>
            <pc:sldMk cId="2148739462" sldId="405"/>
            <ac:spMk id="6" creationId="{3F3A3055-A291-8F9A-799A-A630ABDBBC16}"/>
          </ac:spMkLst>
        </pc:spChg>
        <pc:spChg chg="add mod">
          <ac:chgData name="Mattia Erné" userId="ad84ee6f-0a28-4445-b06f-f3738604603d" providerId="ADAL" clId="{D7217936-D10B-495D-A3C0-310279A38E76}" dt="2024-12-27T11:10:47.054" v="16140"/>
          <ac:spMkLst>
            <pc:docMk/>
            <pc:sldMk cId="2148739462" sldId="405"/>
            <ac:spMk id="9" creationId="{743B5021-D955-6D0A-E255-7716689D5A01}"/>
          </ac:spMkLst>
        </pc:spChg>
        <pc:spChg chg="add mod">
          <ac:chgData name="Mattia Erné" userId="ad84ee6f-0a28-4445-b06f-f3738604603d" providerId="ADAL" clId="{D7217936-D10B-495D-A3C0-310279A38E76}" dt="2024-12-27T11:10:47.054" v="16140"/>
          <ac:spMkLst>
            <pc:docMk/>
            <pc:sldMk cId="2148739462" sldId="405"/>
            <ac:spMk id="10" creationId="{049A968E-493A-B6ED-D233-878B8E87AA0D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4129115626" sldId="406"/>
        </pc:sldMkLst>
        <pc:spChg chg="add mod">
          <ac:chgData name="Mattia Erné" userId="ad84ee6f-0a28-4445-b06f-f3738604603d" providerId="ADAL" clId="{D7217936-D10B-495D-A3C0-310279A38E76}" dt="2024-12-26T21:16:54.970" v="13677" actId="1076"/>
          <ac:spMkLst>
            <pc:docMk/>
            <pc:sldMk cId="4129115626" sldId="406"/>
            <ac:spMk id="6" creationId="{14A55D97-FB2B-EEBE-A176-00AC6A92277C}"/>
          </ac:spMkLst>
        </pc:spChg>
        <pc:spChg chg="add mod">
          <ac:chgData name="Mattia Erné" userId="ad84ee6f-0a28-4445-b06f-f3738604603d" providerId="ADAL" clId="{D7217936-D10B-495D-A3C0-310279A38E76}" dt="2024-12-26T21:20:33.331" v="13781" actId="20577"/>
          <ac:spMkLst>
            <pc:docMk/>
            <pc:sldMk cId="4129115626" sldId="406"/>
            <ac:spMk id="9" creationId="{728BBA1D-E8CA-6440-30A0-0AACE706EE3F}"/>
          </ac:spMkLst>
        </pc:spChg>
      </pc:sldChg>
      <pc:sldChg chg="addSp delSp modSp new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3155747338" sldId="407"/>
        </pc:sldMkLst>
        <pc:spChg chg="add mod">
          <ac:chgData name="Mattia Erné" userId="ad84ee6f-0a28-4445-b06f-f3738604603d" providerId="ADAL" clId="{D7217936-D10B-495D-A3C0-310279A38E76}" dt="2024-12-26T21:36:53.290" v="13876" actId="20577"/>
          <ac:spMkLst>
            <pc:docMk/>
            <pc:sldMk cId="3155747338" sldId="407"/>
            <ac:spMk id="2" creationId="{121EE9A1-349B-EA73-9F81-B1906DA8A6FE}"/>
          </ac:spMkLst>
        </pc:spChg>
        <pc:spChg chg="add mod">
          <ac:chgData name="Mattia Erné" userId="ad84ee6f-0a28-4445-b06f-f3738604603d" providerId="ADAL" clId="{D7217936-D10B-495D-A3C0-310279A38E76}" dt="2024-12-26T21:52:47.208" v="14294" actId="1076"/>
          <ac:spMkLst>
            <pc:docMk/>
            <pc:sldMk cId="3155747338" sldId="407"/>
            <ac:spMk id="3" creationId="{3382D212-8A8C-DB4A-6579-7179B8DF6E2B}"/>
          </ac:spMkLst>
        </pc:spChg>
        <pc:spChg chg="add mod">
          <ac:chgData name="Mattia Erné" userId="ad84ee6f-0a28-4445-b06f-f3738604603d" providerId="ADAL" clId="{D7217936-D10B-495D-A3C0-310279A38E76}" dt="2024-12-27T12:45:10.449" v="17620" actId="20577"/>
          <ac:spMkLst>
            <pc:docMk/>
            <pc:sldMk cId="3155747338" sldId="407"/>
            <ac:spMk id="4" creationId="{A906FE30-E56B-47B0-6C78-B4B9EB4F8DE6}"/>
          </ac:spMkLst>
        </pc:spChg>
      </pc:sldChg>
      <pc:sldChg chg="addSp delSp modSp add del mod">
        <pc:chgData name="Mattia Erné" userId="ad84ee6f-0a28-4445-b06f-f3738604603d" providerId="ADAL" clId="{D7217936-D10B-495D-A3C0-310279A38E76}" dt="2024-12-27T12:44:43.667" v="17608" actId="2696"/>
        <pc:sldMkLst>
          <pc:docMk/>
          <pc:sldMk cId="3604916702" sldId="408"/>
        </pc:sldMkLst>
      </pc:sldChg>
      <pc:sldChg chg="addSp delSp modSp new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741784727" sldId="409"/>
        </pc:sldMkLst>
        <pc:spChg chg="add mod">
          <ac:chgData name="Mattia Erné" userId="ad84ee6f-0a28-4445-b06f-f3738604603d" providerId="ADAL" clId="{D7217936-D10B-495D-A3C0-310279A38E76}" dt="2024-12-26T22:02:00.114" v="14615"/>
          <ac:spMkLst>
            <pc:docMk/>
            <pc:sldMk cId="741784727" sldId="409"/>
            <ac:spMk id="2" creationId="{8CE8A4B6-9EF6-1535-F9AE-E36268E04B24}"/>
          </ac:spMkLst>
        </pc:spChg>
        <pc:spChg chg="add mod">
          <ac:chgData name="Mattia Erné" userId="ad84ee6f-0a28-4445-b06f-f3738604603d" providerId="ADAL" clId="{D7217936-D10B-495D-A3C0-310279A38E76}" dt="2024-12-26T22:57:58.859" v="15288" actId="20577"/>
          <ac:spMkLst>
            <pc:docMk/>
            <pc:sldMk cId="741784727" sldId="409"/>
            <ac:spMk id="3" creationId="{11ED4B58-730A-78B2-DB32-C7B07FA9F559}"/>
          </ac:spMkLst>
        </pc:spChg>
        <pc:spChg chg="add mod">
          <ac:chgData name="Mattia Erné" userId="ad84ee6f-0a28-4445-b06f-f3738604603d" providerId="ADAL" clId="{D7217936-D10B-495D-A3C0-310279A38E76}" dt="2024-12-26T22:07:13.226" v="14710"/>
          <ac:spMkLst>
            <pc:docMk/>
            <pc:sldMk cId="741784727" sldId="409"/>
            <ac:spMk id="4" creationId="{7BDA279C-90E6-7FC0-717E-6BB30907A027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5" creationId="{126DB7EC-E84A-E2AA-2FC6-034CD1634B91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6" creationId="{E5C090A5-D6C1-FEEB-5B88-D49144DCAA7C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7" creationId="{64771D24-530E-0DB5-D635-ECF90861A5A1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8" creationId="{5E289336-13FD-4525-5E03-2FBBE4014DD1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9" creationId="{D5225016-5B5B-52EA-CA62-D1D4BD6D7230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0" creationId="{2EA8AD13-BBE9-15C2-0ECF-BB36B33ABB1F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1" creationId="{0790FF30-A353-15D6-B633-369C78042DE4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2" creationId="{F979B2C2-87C3-DAE3-62CF-AC5F063FE310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3" creationId="{085AAC5A-46A4-D82A-C52B-E04F5C323149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4" creationId="{E5AE0CDC-6707-1305-DA76-D800544A2148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8" creationId="{3FCB2B10-0169-F79A-01AC-DA41BF0D63E3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19" creationId="{61CC3D59-C373-6977-9091-C39CDEF6066F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0" creationId="{A1AD33A7-5131-7DD3-C49C-0E921B8B02BD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1" creationId="{10EC0B2D-BD3D-8686-90CD-2A67EE287E4F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2" creationId="{B6E2B45E-C318-89E6-007B-073738D0C03C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3" creationId="{4E4B2B8D-648F-2072-1C4A-14407EE0ED35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" creationId="{0BD0FDC9-5A53-5A9A-BC41-0C8173B31C7A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7" creationId="{9C9EC0D4-579C-828D-158D-A2178130AC4D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8" creationId="{1E07CE3C-A76A-0492-C3C5-D2EA5ACFFA15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9" creationId="{E4BD8A9B-35EE-0E46-541A-7616864AC57B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58" creationId="{4E40E22C-E341-3D4B-C1D3-019B7C9BBC16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59" creationId="{F1B9776C-7B54-372F-CAC1-92C979A90D98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0" creationId="{248DC3EF-49E7-1242-47AE-F9457E35499F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1" creationId="{6F52203F-BF0C-DA60-7AF7-770CB7415616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2" creationId="{38572232-3CA8-B851-D4B4-3FA3F3B51372}"/>
          </ac:spMkLst>
        </pc:spChg>
        <pc:spChg chg="add mod">
          <ac:chgData name="Mattia Erné" userId="ad84ee6f-0a28-4445-b06f-f3738604603d" providerId="ADAL" clId="{D7217936-D10B-495D-A3C0-310279A38E76}" dt="2024-12-27T10:22:05.685" v="15429" actId="1076"/>
          <ac:spMkLst>
            <pc:docMk/>
            <pc:sldMk cId="741784727" sldId="409"/>
            <ac:spMk id="263" creationId="{7BDCA665-5928-D1FB-46B4-DB7FED9209EB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4" creationId="{7F9E0E27-524B-F9FA-6A63-DF5533530F5D}"/>
          </ac:spMkLst>
        </pc:spChg>
        <pc:spChg chg="add mod">
          <ac:chgData name="Mattia Erné" userId="ad84ee6f-0a28-4445-b06f-f3738604603d" providerId="ADAL" clId="{D7217936-D10B-495D-A3C0-310279A38E76}" dt="2024-12-27T10:22:09.979" v="15431" actId="1076"/>
          <ac:spMkLst>
            <pc:docMk/>
            <pc:sldMk cId="741784727" sldId="409"/>
            <ac:spMk id="265" creationId="{CEEEE8A2-7BB5-AB46-499D-915C9ADB3ECD}"/>
          </ac:spMkLst>
        </pc:spChg>
        <pc:spChg chg="add mod">
          <ac:chgData name="Mattia Erné" userId="ad84ee6f-0a28-4445-b06f-f3738604603d" providerId="ADAL" clId="{D7217936-D10B-495D-A3C0-310279A38E76}" dt="2024-12-27T10:21:21.708" v="15426" actId="1076"/>
          <ac:spMkLst>
            <pc:docMk/>
            <pc:sldMk cId="741784727" sldId="409"/>
            <ac:spMk id="266" creationId="{8E3A7068-59FE-95B0-471D-217B894C7194}"/>
          </ac:spMkLst>
        </pc:spChg>
        <pc:spChg chg="add mod">
          <ac:chgData name="Mattia Erné" userId="ad84ee6f-0a28-4445-b06f-f3738604603d" providerId="ADAL" clId="{D7217936-D10B-495D-A3C0-310279A38E76}" dt="2024-12-27T10:21:57.389" v="15428" actId="1076"/>
          <ac:spMkLst>
            <pc:docMk/>
            <pc:sldMk cId="741784727" sldId="409"/>
            <ac:spMk id="267" creationId="{6A8462FC-8407-093A-C360-3E53C3F32A03}"/>
          </ac:spMkLst>
        </pc:spChg>
        <pc:spChg chg="add mod">
          <ac:chgData name="Mattia Erné" userId="ad84ee6f-0a28-4445-b06f-f3738604603d" providerId="ADAL" clId="{D7217936-D10B-495D-A3C0-310279A38E76}" dt="2024-12-27T10:21:52.007" v="15427" actId="1076"/>
          <ac:spMkLst>
            <pc:docMk/>
            <pc:sldMk cId="741784727" sldId="409"/>
            <ac:spMk id="268" creationId="{B2BD2390-FBB0-F2FE-652E-AE3A09225492}"/>
          </ac:spMkLst>
        </pc:sp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31" creationId="{F41A8C21-B2D5-EDFD-AE7E-8A176AF0A0EA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32" creationId="{B45AD028-7FBC-F2BD-8343-0D3026A7AD38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35" creationId="{455F4BE9-2278-721E-80B6-F5DFD748291B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41" creationId="{43196C6D-34D3-228C-7F5B-1450EEB22274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47" creationId="{AC5873CC-614B-47E7-D9B5-97E2DC5CACAF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53" creationId="{7CE3229F-850D-EFF8-76A6-C8DBFB5583C5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58" creationId="{681C0745-5662-56A2-0A6C-B8086899EAB1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62" creationId="{375FE29F-FCDC-1EEF-F719-7B41EDED6D22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72" creationId="{B213D47B-A151-02E7-6779-2810B0E1C086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75" creationId="{3C0C32CB-72D2-58A9-9FF9-70D1A2BA21A2}"/>
          </ac:cxnSpMkLst>
        </pc:cxnChg>
        <pc:cxnChg chg="add mod">
          <ac:chgData name="Mattia Erné" userId="ad84ee6f-0a28-4445-b06f-f3738604603d" providerId="ADAL" clId="{D7217936-D10B-495D-A3C0-310279A38E76}" dt="2024-12-27T10:21:21.708" v="15426" actId="1076"/>
          <ac:cxnSpMkLst>
            <pc:docMk/>
            <pc:sldMk cId="741784727" sldId="409"/>
            <ac:cxnSpMk id="79" creationId="{B08F18CC-7B4B-6F56-6037-5B3C8936931B}"/>
          </ac:cxnSpMkLst>
        </pc:cxnChg>
      </pc:sldChg>
      <pc:sldChg chg="addSp delSp modSp new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692403208" sldId="410"/>
        </pc:sldMkLst>
        <pc:spChg chg="add mod">
          <ac:chgData name="Mattia Erné" userId="ad84ee6f-0a28-4445-b06f-f3738604603d" providerId="ADAL" clId="{D7217936-D10B-495D-A3C0-310279A38E76}" dt="2024-12-27T11:04:52.478" v="16000" actId="20577"/>
          <ac:spMkLst>
            <pc:docMk/>
            <pc:sldMk cId="692403208" sldId="410"/>
            <ac:spMk id="2" creationId="{7E3F02B3-8112-6D1A-3EC6-5F160356E4D6}"/>
          </ac:spMkLst>
        </pc:spChg>
        <pc:spChg chg="add mod">
          <ac:chgData name="Mattia Erné" userId="ad84ee6f-0a28-4445-b06f-f3738604603d" providerId="ADAL" clId="{D7217936-D10B-495D-A3C0-310279A38E76}" dt="2024-12-27T10:55:00.363" v="15774" actId="1076"/>
          <ac:spMkLst>
            <pc:docMk/>
            <pc:sldMk cId="692403208" sldId="410"/>
            <ac:spMk id="3" creationId="{3B9D8F0D-28A6-E263-956E-456F68441E68}"/>
          </ac:spMkLst>
        </pc:spChg>
        <pc:spChg chg="add mod">
          <ac:chgData name="Mattia Erné" userId="ad84ee6f-0a28-4445-b06f-f3738604603d" providerId="ADAL" clId="{D7217936-D10B-495D-A3C0-310279A38E76}" dt="2024-12-27T15:05:17.781" v="17651" actId="113"/>
          <ac:spMkLst>
            <pc:docMk/>
            <pc:sldMk cId="692403208" sldId="410"/>
            <ac:spMk id="4" creationId="{775002D9-9D26-D8D0-11DF-DC635B3A3CF5}"/>
          </ac:spMkLst>
        </pc:spChg>
        <pc:spChg chg="add mod topLvl">
          <ac:chgData name="Mattia Erné" userId="ad84ee6f-0a28-4445-b06f-f3738604603d" providerId="ADAL" clId="{D7217936-D10B-495D-A3C0-310279A38E76}" dt="2024-12-27T10:59:45.955" v="15800" actId="14100"/>
          <ac:spMkLst>
            <pc:docMk/>
            <pc:sldMk cId="692403208" sldId="410"/>
            <ac:spMk id="7" creationId="{A72B1CB9-70E5-D008-E5A4-6BECCACCCEAF}"/>
          </ac:spMkLst>
        </pc:spChg>
        <pc:spChg chg="add mod topLvl">
          <ac:chgData name="Mattia Erné" userId="ad84ee6f-0a28-4445-b06f-f3738604603d" providerId="ADAL" clId="{D7217936-D10B-495D-A3C0-310279A38E76}" dt="2024-12-27T11:00:43.988" v="15813" actId="14100"/>
          <ac:spMkLst>
            <pc:docMk/>
            <pc:sldMk cId="692403208" sldId="410"/>
            <ac:spMk id="8" creationId="{FCCBCB13-0CCD-6538-A121-CE4650591DFA}"/>
          </ac:spMkLst>
        </pc:spChg>
        <pc:spChg chg="add mod topLvl">
          <ac:chgData name="Mattia Erné" userId="ad84ee6f-0a28-4445-b06f-f3738604603d" providerId="ADAL" clId="{D7217936-D10B-495D-A3C0-310279A38E76}" dt="2024-12-27T10:59:39.842" v="15798" actId="14100"/>
          <ac:spMkLst>
            <pc:docMk/>
            <pc:sldMk cId="692403208" sldId="410"/>
            <ac:spMk id="9" creationId="{381CA343-09A1-A432-EB68-42C6F6A8D9E8}"/>
          </ac:spMkLst>
        </pc:spChg>
        <pc:spChg chg="add mod topLvl">
          <ac:chgData name="Mattia Erné" userId="ad84ee6f-0a28-4445-b06f-f3738604603d" providerId="ADAL" clId="{D7217936-D10B-495D-A3C0-310279A38E76}" dt="2024-12-27T11:01:29.176" v="15828" actId="14100"/>
          <ac:spMkLst>
            <pc:docMk/>
            <pc:sldMk cId="692403208" sldId="410"/>
            <ac:spMk id="10" creationId="{DA144398-2DC8-06B9-0609-06148E231022}"/>
          </ac:spMkLst>
        </pc:spChg>
        <pc:spChg chg="add mod topLvl">
          <ac:chgData name="Mattia Erné" userId="ad84ee6f-0a28-4445-b06f-f3738604603d" providerId="ADAL" clId="{D7217936-D10B-495D-A3C0-310279A38E76}" dt="2024-12-27T11:01:46.450" v="15830" actId="1076"/>
          <ac:spMkLst>
            <pc:docMk/>
            <pc:sldMk cId="692403208" sldId="410"/>
            <ac:spMk id="11" creationId="{AC2997D6-CBAA-AD0B-7327-DFA69425F71F}"/>
          </ac:spMkLst>
        </pc:spChg>
        <pc:spChg chg="add mod">
          <ac:chgData name="Mattia Erné" userId="ad84ee6f-0a28-4445-b06f-f3738604603d" providerId="ADAL" clId="{D7217936-D10B-495D-A3C0-310279A38E76}" dt="2024-12-27T10:53:41.917" v="15740" actId="1076"/>
          <ac:spMkLst>
            <pc:docMk/>
            <pc:sldMk cId="692403208" sldId="410"/>
            <ac:spMk id="13" creationId="{BF50E836-ECA8-ADA6-F274-1DEAD111E9F8}"/>
          </ac:spMkLst>
        </pc:spChg>
        <pc:spChg chg="add mod">
          <ac:chgData name="Mattia Erné" userId="ad84ee6f-0a28-4445-b06f-f3738604603d" providerId="ADAL" clId="{D7217936-D10B-495D-A3C0-310279A38E76}" dt="2024-12-27T10:53:48.905" v="15747" actId="20577"/>
          <ac:spMkLst>
            <pc:docMk/>
            <pc:sldMk cId="692403208" sldId="410"/>
            <ac:spMk id="14" creationId="{7D62AFF2-E3E2-905C-0441-D89AED98516F}"/>
          </ac:spMkLst>
        </pc:spChg>
        <pc:spChg chg="add mod">
          <ac:chgData name="Mattia Erné" userId="ad84ee6f-0a28-4445-b06f-f3738604603d" providerId="ADAL" clId="{D7217936-D10B-495D-A3C0-310279A38E76}" dt="2024-12-27T10:54:16.698" v="15755" actId="20577"/>
          <ac:spMkLst>
            <pc:docMk/>
            <pc:sldMk cId="692403208" sldId="410"/>
            <ac:spMk id="15" creationId="{4DC1AB84-A37E-2ADE-CC03-F1D16AB3D939}"/>
          </ac:spMkLst>
        </pc:spChg>
        <pc:spChg chg="add mod">
          <ac:chgData name="Mattia Erné" userId="ad84ee6f-0a28-4445-b06f-f3738604603d" providerId="ADAL" clId="{D7217936-D10B-495D-A3C0-310279A38E76}" dt="2024-12-27T10:54:32.229" v="15764" actId="20577"/>
          <ac:spMkLst>
            <pc:docMk/>
            <pc:sldMk cId="692403208" sldId="410"/>
            <ac:spMk id="16" creationId="{40C4EB8A-AED4-BB83-4244-E76583D8D1B9}"/>
          </ac:spMkLst>
        </pc:spChg>
        <pc:spChg chg="add mod">
          <ac:chgData name="Mattia Erné" userId="ad84ee6f-0a28-4445-b06f-f3738604603d" providerId="ADAL" clId="{D7217936-D10B-495D-A3C0-310279A38E76}" dt="2024-12-27T10:54:51.464" v="15773" actId="20577"/>
          <ac:spMkLst>
            <pc:docMk/>
            <pc:sldMk cId="692403208" sldId="410"/>
            <ac:spMk id="17" creationId="{EF8C9B23-EF8C-5993-0923-0BC38D33D70B}"/>
          </ac:spMkLst>
        </pc:spChg>
        <pc:spChg chg="add mod">
          <ac:chgData name="Mattia Erné" userId="ad84ee6f-0a28-4445-b06f-f3738604603d" providerId="ADAL" clId="{D7217936-D10B-495D-A3C0-310279A38E76}" dt="2024-12-27T11:00:25.139" v="15810" actId="20577"/>
          <ac:spMkLst>
            <pc:docMk/>
            <pc:sldMk cId="692403208" sldId="410"/>
            <ac:spMk id="18" creationId="{A374E7A5-91CB-6F96-C7DF-079F7B02050D}"/>
          </ac:spMkLst>
        </pc:spChg>
        <pc:spChg chg="add mod">
          <ac:chgData name="Mattia Erné" userId="ad84ee6f-0a28-4445-b06f-f3738604603d" providerId="ADAL" clId="{D7217936-D10B-495D-A3C0-310279A38E76}" dt="2024-12-27T11:00:18.223" v="15808" actId="20577"/>
          <ac:spMkLst>
            <pc:docMk/>
            <pc:sldMk cId="692403208" sldId="410"/>
            <ac:spMk id="19" creationId="{AC329382-A96B-ABF9-DF1A-00258C7F168A}"/>
          </ac:spMkLst>
        </pc:spChg>
        <pc:spChg chg="add mod">
          <ac:chgData name="Mattia Erné" userId="ad84ee6f-0a28-4445-b06f-f3738604603d" providerId="ADAL" clId="{D7217936-D10B-495D-A3C0-310279A38E76}" dt="2024-12-27T11:00:46.912" v="15815" actId="20577"/>
          <ac:spMkLst>
            <pc:docMk/>
            <pc:sldMk cId="692403208" sldId="410"/>
            <ac:spMk id="20" creationId="{2126D646-B307-468D-0731-F3C0BFD84891}"/>
          </ac:spMkLst>
        </pc:spChg>
        <pc:spChg chg="add mod">
          <ac:chgData name="Mattia Erné" userId="ad84ee6f-0a28-4445-b06f-f3738604603d" providerId="ADAL" clId="{D7217936-D10B-495D-A3C0-310279A38E76}" dt="2024-12-27T11:01:11.061" v="15823" actId="1076"/>
          <ac:spMkLst>
            <pc:docMk/>
            <pc:sldMk cId="692403208" sldId="410"/>
            <ac:spMk id="21" creationId="{B9A02D1D-B099-FE3E-7772-D25C7D17D676}"/>
          </ac:spMkLst>
        </pc:spChg>
        <pc:spChg chg="add mod">
          <ac:chgData name="Mattia Erné" userId="ad84ee6f-0a28-4445-b06f-f3738604603d" providerId="ADAL" clId="{D7217936-D10B-495D-A3C0-310279A38E76}" dt="2024-12-27T11:01:32.633" v="15829" actId="1076"/>
          <ac:spMkLst>
            <pc:docMk/>
            <pc:sldMk cId="692403208" sldId="410"/>
            <ac:spMk id="22" creationId="{42DF1321-876D-D1A4-DBD4-B4F2FC8C3AA2}"/>
          </ac:spMkLst>
        </pc:spChg>
        <pc:cxnChg chg="add mod">
          <ac:chgData name="Mattia Erné" userId="ad84ee6f-0a28-4445-b06f-f3738604603d" providerId="ADAL" clId="{D7217936-D10B-495D-A3C0-310279A38E76}" dt="2024-12-27T10:51:05.286" v="15697" actId="208"/>
          <ac:cxnSpMkLst>
            <pc:docMk/>
            <pc:sldMk cId="692403208" sldId="410"/>
            <ac:cxnSpMk id="6" creationId="{DBCCA07B-335D-A8D0-D28E-E3885962360F}"/>
          </ac:cxnSpMkLst>
        </pc:cxn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945724219" sldId="411"/>
        </pc:sldMkLst>
        <pc:spChg chg="mod">
          <ac:chgData name="Mattia Erné" userId="ad84ee6f-0a28-4445-b06f-f3738604603d" providerId="ADAL" clId="{D7217936-D10B-495D-A3C0-310279A38E76}" dt="2024-12-27T10:25:42.498" v="15438" actId="207"/>
          <ac:spMkLst>
            <pc:docMk/>
            <pc:sldMk cId="1945724219" sldId="411"/>
            <ac:spMk id="4" creationId="{4A42B3C7-186A-D9FF-C8B1-0442BDDE8970}"/>
          </ac:spMkLst>
        </pc:spChg>
        <pc:spChg chg="mod">
          <ac:chgData name="Mattia Erné" userId="ad84ee6f-0a28-4445-b06f-f3738604603d" providerId="ADAL" clId="{D7217936-D10B-495D-A3C0-310279A38E76}" dt="2024-12-27T10:25:07.387" v="15434" actId="208"/>
          <ac:spMkLst>
            <pc:docMk/>
            <pc:sldMk cId="1945724219" sldId="411"/>
            <ac:spMk id="7" creationId="{DA4A5FD1-5126-223C-7BE2-D3E2313EBDD5}"/>
          </ac:spMkLst>
        </pc:spChg>
        <pc:spChg chg="mod">
          <ac:chgData name="Mattia Erné" userId="ad84ee6f-0a28-4445-b06f-f3738604603d" providerId="ADAL" clId="{D7217936-D10B-495D-A3C0-310279A38E76}" dt="2024-12-27T10:25:07.387" v="15434" actId="208"/>
          <ac:spMkLst>
            <pc:docMk/>
            <pc:sldMk cId="1945724219" sldId="411"/>
            <ac:spMk id="8" creationId="{5238FE94-7DFA-EA37-9AB1-2F2FB2C8FAE0}"/>
          </ac:spMkLst>
        </pc:spChg>
        <pc:spChg chg="mod">
          <ac:chgData name="Mattia Erné" userId="ad84ee6f-0a28-4445-b06f-f3738604603d" providerId="ADAL" clId="{D7217936-D10B-495D-A3C0-310279A38E76}" dt="2024-12-27T10:25:07.387" v="15434" actId="208"/>
          <ac:spMkLst>
            <pc:docMk/>
            <pc:sldMk cId="1945724219" sldId="411"/>
            <ac:spMk id="9" creationId="{D83B1E83-C70A-761C-AAB8-47613B04BFE8}"/>
          </ac:spMkLst>
        </pc:spChg>
        <pc:spChg chg="mod">
          <ac:chgData name="Mattia Erné" userId="ad84ee6f-0a28-4445-b06f-f3738604603d" providerId="ADAL" clId="{D7217936-D10B-495D-A3C0-310279A38E76}" dt="2024-12-27T10:24:26.737" v="15433" actId="208"/>
          <ac:spMkLst>
            <pc:docMk/>
            <pc:sldMk cId="1945724219" sldId="411"/>
            <ac:spMk id="11" creationId="{9C29464B-3FDD-E892-42A7-AC0EC2C1E97F}"/>
          </ac:spMkLst>
        </pc:spChg>
        <pc:spChg chg="mod">
          <ac:chgData name="Mattia Erné" userId="ad84ee6f-0a28-4445-b06f-f3738604603d" providerId="ADAL" clId="{D7217936-D10B-495D-A3C0-310279A38E76}" dt="2024-12-27T10:25:07.387" v="15434" actId="208"/>
          <ac:spMkLst>
            <pc:docMk/>
            <pc:sldMk cId="1945724219" sldId="411"/>
            <ac:spMk id="12" creationId="{C14BDCF1-A6FA-D2C8-8203-0D738A064ED4}"/>
          </ac:spMkLst>
        </pc:spChg>
        <pc:cxnChg chg="mod">
          <ac:chgData name="Mattia Erné" userId="ad84ee6f-0a28-4445-b06f-f3738604603d" providerId="ADAL" clId="{D7217936-D10B-495D-A3C0-310279A38E76}" dt="2024-12-27T10:25:27.792" v="15435" actId="208"/>
          <ac:cxnSpMkLst>
            <pc:docMk/>
            <pc:sldMk cId="1945724219" sldId="411"/>
            <ac:cxnSpMk id="31" creationId="{70B78C84-0458-79B4-5121-7F4801AB8E99}"/>
          </ac:cxnSpMkLst>
        </pc:cxnChg>
        <pc:cxnChg chg="mod">
          <ac:chgData name="Mattia Erné" userId="ad84ee6f-0a28-4445-b06f-f3738604603d" providerId="ADAL" clId="{D7217936-D10B-495D-A3C0-310279A38E76}" dt="2024-12-27T10:25:27.792" v="15435" actId="208"/>
          <ac:cxnSpMkLst>
            <pc:docMk/>
            <pc:sldMk cId="1945724219" sldId="411"/>
            <ac:cxnSpMk id="32" creationId="{F3ED6471-F349-E7D6-1667-381166EE926B}"/>
          </ac:cxnSpMkLst>
        </pc:cxnChg>
        <pc:cxnChg chg="mod">
          <ac:chgData name="Mattia Erné" userId="ad84ee6f-0a28-4445-b06f-f3738604603d" providerId="ADAL" clId="{D7217936-D10B-495D-A3C0-310279A38E76}" dt="2024-12-27T10:25:27.792" v="15435" actId="208"/>
          <ac:cxnSpMkLst>
            <pc:docMk/>
            <pc:sldMk cId="1945724219" sldId="411"/>
            <ac:cxnSpMk id="58" creationId="{A0D386E3-4D26-FBB0-B542-0EC208FB86CA}"/>
          </ac:cxnSpMkLst>
        </pc:cxnChg>
        <pc:cxnChg chg="mod">
          <ac:chgData name="Mattia Erné" userId="ad84ee6f-0a28-4445-b06f-f3738604603d" providerId="ADAL" clId="{D7217936-D10B-495D-A3C0-310279A38E76}" dt="2024-12-27T10:25:27.792" v="15435" actId="208"/>
          <ac:cxnSpMkLst>
            <pc:docMk/>
            <pc:sldMk cId="1945724219" sldId="411"/>
            <ac:cxnSpMk id="62" creationId="{8E4806FD-2DA5-9205-6658-FE4B2EBADEAA}"/>
          </ac:cxnSpMkLst>
        </pc:cxnChg>
      </pc:sldChg>
      <pc:sldChg chg="modSp add mo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3999010371" sldId="412"/>
        </pc:sldMkLst>
        <pc:spChg chg="mod">
          <ac:chgData name="Mattia Erné" userId="ad84ee6f-0a28-4445-b06f-f3738604603d" providerId="ADAL" clId="{D7217936-D10B-495D-A3C0-310279A38E76}" dt="2024-12-27T10:27:11.715" v="15446" actId="207"/>
          <ac:spMkLst>
            <pc:docMk/>
            <pc:sldMk cId="3999010371" sldId="412"/>
            <ac:spMk id="4" creationId="{871BDFFF-708B-CF5A-6244-F32DA4166BBC}"/>
          </ac:spMkLst>
        </pc:spChg>
        <pc:spChg chg="mod">
          <ac:chgData name="Mattia Erné" userId="ad84ee6f-0a28-4445-b06f-f3738604603d" providerId="ADAL" clId="{D7217936-D10B-495D-A3C0-310279A38E76}" dt="2024-12-27T10:26:57.364" v="15445" actId="208"/>
          <ac:spMkLst>
            <pc:docMk/>
            <pc:sldMk cId="3999010371" sldId="412"/>
            <ac:spMk id="5" creationId="{3E5422A5-0A41-6A14-0BE9-DDB2317D2342}"/>
          </ac:spMkLst>
        </pc:spChg>
        <pc:spChg chg="mod">
          <ac:chgData name="Mattia Erné" userId="ad84ee6f-0a28-4445-b06f-f3738604603d" providerId="ADAL" clId="{D7217936-D10B-495D-A3C0-310279A38E76}" dt="2024-12-27T10:26:26.949" v="15442" actId="208"/>
          <ac:spMkLst>
            <pc:docMk/>
            <pc:sldMk cId="3999010371" sldId="412"/>
            <ac:spMk id="6" creationId="{A814A465-B1C9-81FE-7B97-5B61D2C32C4E}"/>
          </ac:spMkLst>
        </pc:spChg>
        <pc:spChg chg="mod">
          <ac:chgData name="Mattia Erné" userId="ad84ee6f-0a28-4445-b06f-f3738604603d" providerId="ADAL" clId="{D7217936-D10B-495D-A3C0-310279A38E76}" dt="2024-12-27T10:26:26.949" v="15442" actId="208"/>
          <ac:spMkLst>
            <pc:docMk/>
            <pc:sldMk cId="3999010371" sldId="412"/>
            <ac:spMk id="9" creationId="{8BF283F2-414F-4311-3464-FC0C2D52D977}"/>
          </ac:spMkLst>
        </pc:spChg>
        <pc:spChg chg="mod">
          <ac:chgData name="Mattia Erné" userId="ad84ee6f-0a28-4445-b06f-f3738604603d" providerId="ADAL" clId="{D7217936-D10B-495D-A3C0-310279A38E76}" dt="2024-12-27T10:26:26.949" v="15442" actId="208"/>
          <ac:spMkLst>
            <pc:docMk/>
            <pc:sldMk cId="3999010371" sldId="412"/>
            <ac:spMk id="11" creationId="{2F1F0779-AD21-1DF2-3EA5-075FE325216A}"/>
          </ac:spMkLst>
        </pc:spChg>
        <pc:spChg chg="mod">
          <ac:chgData name="Mattia Erné" userId="ad84ee6f-0a28-4445-b06f-f3738604603d" providerId="ADAL" clId="{D7217936-D10B-495D-A3C0-310279A38E76}" dt="2024-12-27T10:26:26.949" v="15442" actId="208"/>
          <ac:spMkLst>
            <pc:docMk/>
            <pc:sldMk cId="3999010371" sldId="412"/>
            <ac:spMk id="13" creationId="{FE3776A5-06DB-D4E4-EE5D-36CE29B02278}"/>
          </ac:spMkLst>
        </pc:spChg>
        <pc:spChg chg="mod">
          <ac:chgData name="Mattia Erné" userId="ad84ee6f-0a28-4445-b06f-f3738604603d" providerId="ADAL" clId="{D7217936-D10B-495D-A3C0-310279A38E76}" dt="2024-12-27T10:26:26.949" v="15442" actId="208"/>
          <ac:spMkLst>
            <pc:docMk/>
            <pc:sldMk cId="3999010371" sldId="412"/>
            <ac:spMk id="14" creationId="{05DA0051-EB29-9F50-2C2E-F026526F783E}"/>
          </ac:spMkLst>
        </pc:spChg>
        <pc:spChg chg="mod">
          <ac:chgData name="Mattia Erné" userId="ad84ee6f-0a28-4445-b06f-f3738604603d" providerId="ADAL" clId="{D7217936-D10B-495D-A3C0-310279A38E76}" dt="2024-12-27T10:26:51.515" v="15444" actId="2085"/>
          <ac:spMkLst>
            <pc:docMk/>
            <pc:sldMk cId="3999010371" sldId="412"/>
            <ac:spMk id="27" creationId="{356BD0EF-0E6A-3BDD-92E7-EA1B70D36DB1}"/>
          </ac:spMkLst>
        </pc:spChg>
        <pc:cxnChg chg="mod">
          <ac:chgData name="Mattia Erné" userId="ad84ee6f-0a28-4445-b06f-f3738604603d" providerId="ADAL" clId="{D7217936-D10B-495D-A3C0-310279A38E76}" dt="2024-12-27T10:26:47.753" v="15443" actId="208"/>
          <ac:cxnSpMkLst>
            <pc:docMk/>
            <pc:sldMk cId="3999010371" sldId="412"/>
            <ac:cxnSpMk id="35" creationId="{17641554-2A2F-10EA-B4A7-413DDBDE1FBB}"/>
          </ac:cxnSpMkLst>
        </pc:cxnChg>
        <pc:cxnChg chg="mod">
          <ac:chgData name="Mattia Erné" userId="ad84ee6f-0a28-4445-b06f-f3738604603d" providerId="ADAL" clId="{D7217936-D10B-495D-A3C0-310279A38E76}" dt="2024-12-27T10:26:47.753" v="15443" actId="208"/>
          <ac:cxnSpMkLst>
            <pc:docMk/>
            <pc:sldMk cId="3999010371" sldId="412"/>
            <ac:cxnSpMk id="53" creationId="{846CC4FD-FC27-53B2-905C-56D03BEA823D}"/>
          </ac:cxnSpMkLst>
        </pc:cxnChg>
        <pc:cxnChg chg="mod">
          <ac:chgData name="Mattia Erné" userId="ad84ee6f-0a28-4445-b06f-f3738604603d" providerId="ADAL" clId="{D7217936-D10B-495D-A3C0-310279A38E76}" dt="2024-12-27T10:26:47.753" v="15443" actId="208"/>
          <ac:cxnSpMkLst>
            <pc:docMk/>
            <pc:sldMk cId="3999010371" sldId="412"/>
            <ac:cxnSpMk id="72" creationId="{85D4A588-9B27-B40D-2049-F508C36937F9}"/>
          </ac:cxnSpMkLst>
        </pc:cxnChg>
        <pc:cxnChg chg="mod">
          <ac:chgData name="Mattia Erné" userId="ad84ee6f-0a28-4445-b06f-f3738604603d" providerId="ADAL" clId="{D7217936-D10B-495D-A3C0-310279A38E76}" dt="2024-12-27T10:26:47.753" v="15443" actId="208"/>
          <ac:cxnSpMkLst>
            <pc:docMk/>
            <pc:sldMk cId="3999010371" sldId="412"/>
            <ac:cxnSpMk id="75" creationId="{73F0633F-4C33-2AFF-ACAF-DBD003752110}"/>
          </ac:cxnSpMkLst>
        </pc:cxnChg>
        <pc:cxnChg chg="mod">
          <ac:chgData name="Mattia Erné" userId="ad84ee6f-0a28-4445-b06f-f3738604603d" providerId="ADAL" clId="{D7217936-D10B-495D-A3C0-310279A38E76}" dt="2024-12-27T10:41:51" v="15454" actId="208"/>
          <ac:cxnSpMkLst>
            <pc:docMk/>
            <pc:sldMk cId="3999010371" sldId="412"/>
            <ac:cxnSpMk id="79" creationId="{4D3B0D9A-0417-1846-D22F-94416527DA88}"/>
          </ac:cxnSpMkLst>
        </pc:cxnChg>
      </pc:sldChg>
      <pc:sldChg chg="ad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1162660796" sldId="413"/>
        </pc:sldMkLst>
      </pc:sldChg>
      <pc:sldChg chg="addSp delSp modSp add mod ord modTransition">
        <pc:chgData name="Mattia Erné" userId="ad84ee6f-0a28-4445-b06f-f3738604603d" providerId="ADAL" clId="{D7217936-D10B-495D-A3C0-310279A38E76}" dt="2025-02-25T20:48:04.097" v="22255"/>
        <pc:sldMkLst>
          <pc:docMk/>
          <pc:sldMk cId="3332090301" sldId="414"/>
        </pc:sldMkLst>
        <pc:spChg chg="add mod">
          <ac:chgData name="Mattia Erné" userId="ad84ee6f-0a28-4445-b06f-f3738604603d" providerId="ADAL" clId="{D7217936-D10B-495D-A3C0-310279A38E76}" dt="2024-12-27T11:04:47.264" v="15990" actId="20577"/>
          <ac:spMkLst>
            <pc:docMk/>
            <pc:sldMk cId="3332090301" sldId="414"/>
            <ac:spMk id="5" creationId="{591B6445-5851-7116-5E3C-1DE9569C0B33}"/>
          </ac:spMkLst>
        </pc:spChg>
        <pc:spChg chg="add mod">
          <ac:chgData name="Mattia Erné" userId="ad84ee6f-0a28-4445-b06f-f3738604603d" providerId="ADAL" clId="{D7217936-D10B-495D-A3C0-310279A38E76}" dt="2024-12-27T11:19:30.395" v="16197"/>
          <ac:spMkLst>
            <pc:docMk/>
            <pc:sldMk cId="3332090301" sldId="414"/>
            <ac:spMk id="12" creationId="{8CFFF9B3-55C4-99D8-265E-A254CFF87CB5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094862973" sldId="415"/>
        </pc:sldMkLst>
        <pc:spChg chg="add mod">
          <ac:chgData name="Mattia Erné" userId="ad84ee6f-0a28-4445-b06f-f3738604603d" providerId="ADAL" clId="{D7217936-D10B-495D-A3C0-310279A38E76}" dt="2024-12-27T11:21:45.623" v="16338" actId="20577"/>
          <ac:spMkLst>
            <pc:docMk/>
            <pc:sldMk cId="1094862973" sldId="415"/>
            <ac:spMk id="2" creationId="{096563FD-1101-EBC4-0165-EFEBF253527A}"/>
          </ac:spMkLst>
        </pc:spChg>
        <pc:spChg chg="mod">
          <ac:chgData name="Mattia Erné" userId="ad84ee6f-0a28-4445-b06f-f3738604603d" providerId="ADAL" clId="{D7217936-D10B-495D-A3C0-310279A38E76}" dt="2024-12-27T11:22:52.446" v="16349" actId="14100"/>
          <ac:spMkLst>
            <pc:docMk/>
            <pc:sldMk cId="1094862973" sldId="415"/>
            <ac:spMk id="7" creationId="{2889A229-9E85-61BB-2189-F0EB0890E291}"/>
          </ac:spMkLst>
        </pc:spChg>
        <pc:spChg chg="mod">
          <ac:chgData name="Mattia Erné" userId="ad84ee6f-0a28-4445-b06f-f3738604603d" providerId="ADAL" clId="{D7217936-D10B-495D-A3C0-310279A38E76}" dt="2024-12-27T11:25:34.414" v="16377" actId="14100"/>
          <ac:spMkLst>
            <pc:docMk/>
            <pc:sldMk cId="1094862973" sldId="415"/>
            <ac:spMk id="8" creationId="{74107205-6F70-2476-2DA5-30AFEB55976E}"/>
          </ac:spMkLst>
        </pc:spChg>
        <pc:spChg chg="mod">
          <ac:chgData name="Mattia Erné" userId="ad84ee6f-0a28-4445-b06f-f3738604603d" providerId="ADAL" clId="{D7217936-D10B-495D-A3C0-310279A38E76}" dt="2024-12-27T11:23:11.817" v="16352" actId="14100"/>
          <ac:spMkLst>
            <pc:docMk/>
            <pc:sldMk cId="1094862973" sldId="415"/>
            <ac:spMk id="9" creationId="{AE7A9A1D-6ABD-2230-D53C-A666653145DC}"/>
          </ac:spMkLst>
        </pc:spChg>
        <pc:spChg chg="mod">
          <ac:chgData name="Mattia Erné" userId="ad84ee6f-0a28-4445-b06f-f3738604603d" providerId="ADAL" clId="{D7217936-D10B-495D-A3C0-310279A38E76}" dt="2024-12-27T11:22:38.569" v="16345" actId="14100"/>
          <ac:spMkLst>
            <pc:docMk/>
            <pc:sldMk cId="1094862973" sldId="415"/>
            <ac:spMk id="10" creationId="{F8E08284-2255-4FD4-D4A4-E6B27D92F69E}"/>
          </ac:spMkLst>
        </pc:spChg>
        <pc:spChg chg="mod">
          <ac:chgData name="Mattia Erné" userId="ad84ee6f-0a28-4445-b06f-f3738604603d" providerId="ADAL" clId="{D7217936-D10B-495D-A3C0-310279A38E76}" dt="2024-12-27T11:25:53.166" v="16382" actId="14100"/>
          <ac:spMkLst>
            <pc:docMk/>
            <pc:sldMk cId="1094862973" sldId="415"/>
            <ac:spMk id="11" creationId="{076BAA27-CD17-E3AB-B7A8-E18D09DE40DA}"/>
          </ac:spMkLst>
        </pc:spChg>
        <pc:spChg chg="mod">
          <ac:chgData name="Mattia Erné" userId="ad84ee6f-0a28-4445-b06f-f3738604603d" providerId="ADAL" clId="{D7217936-D10B-495D-A3C0-310279A38E76}" dt="2024-12-27T11:23:40.823" v="16360" actId="20577"/>
          <ac:spMkLst>
            <pc:docMk/>
            <pc:sldMk cId="1094862973" sldId="415"/>
            <ac:spMk id="18" creationId="{4E7B3BCB-21E7-633D-8934-B1849D59EC8A}"/>
          </ac:spMkLst>
        </pc:spChg>
        <pc:spChg chg="mod">
          <ac:chgData name="Mattia Erné" userId="ad84ee6f-0a28-4445-b06f-f3738604603d" providerId="ADAL" clId="{D7217936-D10B-495D-A3C0-310279A38E76}" dt="2024-12-27T11:25:55.636" v="16383" actId="1076"/>
          <ac:spMkLst>
            <pc:docMk/>
            <pc:sldMk cId="1094862973" sldId="415"/>
            <ac:spMk id="19" creationId="{822985DF-2EA8-233F-F97E-F399B94469A4}"/>
          </ac:spMkLst>
        </pc:spChg>
        <pc:spChg chg="mod">
          <ac:chgData name="Mattia Erné" userId="ad84ee6f-0a28-4445-b06f-f3738604603d" providerId="ADAL" clId="{D7217936-D10B-495D-A3C0-310279A38E76}" dt="2024-12-27T11:25:31.062" v="16376" actId="1076"/>
          <ac:spMkLst>
            <pc:docMk/>
            <pc:sldMk cId="1094862973" sldId="415"/>
            <ac:spMk id="20" creationId="{E9FA03D3-E8ED-C7C9-27A2-22209D4ABB71}"/>
          </ac:spMkLst>
        </pc:spChg>
        <pc:spChg chg="mod">
          <ac:chgData name="Mattia Erné" userId="ad84ee6f-0a28-4445-b06f-f3738604603d" providerId="ADAL" clId="{D7217936-D10B-495D-A3C0-310279A38E76}" dt="2024-12-27T11:25:45.059" v="16380" actId="1076"/>
          <ac:spMkLst>
            <pc:docMk/>
            <pc:sldMk cId="1094862973" sldId="415"/>
            <ac:spMk id="21" creationId="{8F12955B-AD55-B89A-3985-9B2D9325CB37}"/>
          </ac:spMkLst>
        </pc:spChg>
        <pc:spChg chg="mod">
          <ac:chgData name="Mattia Erné" userId="ad84ee6f-0a28-4445-b06f-f3738604603d" providerId="ADAL" clId="{D7217936-D10B-495D-A3C0-310279A38E76}" dt="2024-12-27T11:25:41.267" v="16379" actId="1076"/>
          <ac:spMkLst>
            <pc:docMk/>
            <pc:sldMk cId="1094862973" sldId="415"/>
            <ac:spMk id="22" creationId="{605EE43A-312D-FF76-4CF3-5019C90BBF67}"/>
          </ac:spMkLst>
        </pc:sp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806451091" sldId="416"/>
        </pc:sldMkLst>
        <pc:spChg chg="mod">
          <ac:chgData name="Mattia Erné" userId="ad84ee6f-0a28-4445-b06f-f3738604603d" providerId="ADAL" clId="{D7217936-D10B-495D-A3C0-310279A38E76}" dt="2024-12-27T11:27:17.284" v="16429" actId="20577"/>
          <ac:spMkLst>
            <pc:docMk/>
            <pc:sldMk cId="806451091" sldId="416"/>
            <ac:spMk id="2" creationId="{2C3E7ADA-566D-BE42-C9EA-3F519F2DB228}"/>
          </ac:spMkLst>
        </pc:spChg>
        <pc:spChg chg="mod">
          <ac:chgData name="Mattia Erné" userId="ad84ee6f-0a28-4445-b06f-f3738604603d" providerId="ADAL" clId="{D7217936-D10B-495D-A3C0-310279A38E76}" dt="2024-12-27T11:32:32.566" v="16500" actId="14100"/>
          <ac:spMkLst>
            <pc:docMk/>
            <pc:sldMk cId="806451091" sldId="416"/>
            <ac:spMk id="7" creationId="{03B0AF1A-52EB-C305-62C2-8C6AAF34702D}"/>
          </ac:spMkLst>
        </pc:spChg>
        <pc:spChg chg="mod">
          <ac:chgData name="Mattia Erné" userId="ad84ee6f-0a28-4445-b06f-f3738604603d" providerId="ADAL" clId="{D7217936-D10B-495D-A3C0-310279A38E76}" dt="2024-12-27T11:32:27.593" v="16499" actId="14100"/>
          <ac:spMkLst>
            <pc:docMk/>
            <pc:sldMk cId="806451091" sldId="416"/>
            <ac:spMk id="8" creationId="{A83FE88B-46D9-7757-A8E5-996862CF7368}"/>
          </ac:spMkLst>
        </pc:spChg>
        <pc:spChg chg="mod">
          <ac:chgData name="Mattia Erné" userId="ad84ee6f-0a28-4445-b06f-f3738604603d" providerId="ADAL" clId="{D7217936-D10B-495D-A3C0-310279A38E76}" dt="2024-12-27T11:32:47.653" v="16504" actId="14100"/>
          <ac:spMkLst>
            <pc:docMk/>
            <pc:sldMk cId="806451091" sldId="416"/>
            <ac:spMk id="9" creationId="{CBE7A4BE-1478-7C0F-4A25-374354EFF721}"/>
          </ac:spMkLst>
        </pc:spChg>
        <pc:spChg chg="mod">
          <ac:chgData name="Mattia Erné" userId="ad84ee6f-0a28-4445-b06f-f3738604603d" providerId="ADAL" clId="{D7217936-D10B-495D-A3C0-310279A38E76}" dt="2024-12-27T11:32:39.688" v="16502" actId="14100"/>
          <ac:spMkLst>
            <pc:docMk/>
            <pc:sldMk cId="806451091" sldId="416"/>
            <ac:spMk id="10" creationId="{D8063E30-6DD2-06B8-4878-178A86F6875E}"/>
          </ac:spMkLst>
        </pc:spChg>
        <pc:spChg chg="mod">
          <ac:chgData name="Mattia Erné" userId="ad84ee6f-0a28-4445-b06f-f3738604603d" providerId="ADAL" clId="{D7217936-D10B-495D-A3C0-310279A38E76}" dt="2024-12-27T11:32:43.886" v="16503" actId="14100"/>
          <ac:spMkLst>
            <pc:docMk/>
            <pc:sldMk cId="806451091" sldId="416"/>
            <ac:spMk id="11" creationId="{C5A781FD-5D54-5232-01BF-436DE871C099}"/>
          </ac:spMkLst>
        </pc:spChg>
        <pc:spChg chg="mod">
          <ac:chgData name="Mattia Erné" userId="ad84ee6f-0a28-4445-b06f-f3738604603d" providerId="ADAL" clId="{D7217936-D10B-495D-A3C0-310279A38E76}" dt="2024-12-27T11:33:08.472" v="16510" actId="1076"/>
          <ac:spMkLst>
            <pc:docMk/>
            <pc:sldMk cId="806451091" sldId="416"/>
            <ac:spMk id="18" creationId="{F4A90CBE-1309-FF74-6C75-14EB27808BDD}"/>
          </ac:spMkLst>
        </pc:spChg>
        <pc:spChg chg="mod">
          <ac:chgData name="Mattia Erné" userId="ad84ee6f-0a28-4445-b06f-f3738604603d" providerId="ADAL" clId="{D7217936-D10B-495D-A3C0-310279A38E76}" dt="2024-12-27T11:32:55.249" v="16507" actId="1076"/>
          <ac:spMkLst>
            <pc:docMk/>
            <pc:sldMk cId="806451091" sldId="416"/>
            <ac:spMk id="19" creationId="{CE2AAA25-5814-3292-EA46-5C08A682ECC7}"/>
          </ac:spMkLst>
        </pc:spChg>
        <pc:spChg chg="mod">
          <ac:chgData name="Mattia Erné" userId="ad84ee6f-0a28-4445-b06f-f3738604603d" providerId="ADAL" clId="{D7217936-D10B-495D-A3C0-310279A38E76}" dt="2024-12-27T11:32:59.717" v="16508" actId="1076"/>
          <ac:spMkLst>
            <pc:docMk/>
            <pc:sldMk cId="806451091" sldId="416"/>
            <ac:spMk id="20" creationId="{CC87A29C-C006-97CD-21E9-66AE5B453BE9}"/>
          </ac:spMkLst>
        </pc:spChg>
        <pc:spChg chg="mod">
          <ac:chgData name="Mattia Erné" userId="ad84ee6f-0a28-4445-b06f-f3738604603d" providerId="ADAL" clId="{D7217936-D10B-495D-A3C0-310279A38E76}" dt="2024-12-27T11:33:03.673" v="16509" actId="1076"/>
          <ac:spMkLst>
            <pc:docMk/>
            <pc:sldMk cId="806451091" sldId="416"/>
            <ac:spMk id="21" creationId="{547CA30D-2C7C-30C4-941D-AEA710F5EDA2}"/>
          </ac:spMkLst>
        </pc:spChg>
        <pc:spChg chg="mod">
          <ac:chgData name="Mattia Erné" userId="ad84ee6f-0a28-4445-b06f-f3738604603d" providerId="ADAL" clId="{D7217936-D10B-495D-A3C0-310279A38E76}" dt="2024-12-27T11:32:52.854" v="16506" actId="1076"/>
          <ac:spMkLst>
            <pc:docMk/>
            <pc:sldMk cId="806451091" sldId="416"/>
            <ac:spMk id="22" creationId="{215DDBC1-E845-1251-B01F-0EDFAA3C8F51}"/>
          </ac:spMkLst>
        </pc:spChg>
      </pc:sldChg>
      <pc:sldChg chg="add del">
        <pc:chgData name="Mattia Erné" userId="ad84ee6f-0a28-4445-b06f-f3738604603d" providerId="ADAL" clId="{D7217936-D10B-495D-A3C0-310279A38E76}" dt="2024-12-27T11:26:28.163" v="16384" actId="2696"/>
        <pc:sldMkLst>
          <pc:docMk/>
          <pc:sldMk cId="999667978" sldId="417"/>
        </pc:sldMkLst>
      </pc:sldChg>
      <pc:sldChg chg="add ord modTransition">
        <pc:chgData name="Mattia Erné" userId="ad84ee6f-0a28-4445-b06f-f3738604603d" providerId="ADAL" clId="{D7217936-D10B-495D-A3C0-310279A38E76}" dt="2024-12-27T20:49:16.004" v="22021"/>
        <pc:sldMkLst>
          <pc:docMk/>
          <pc:sldMk cId="1337832762" sldId="417"/>
        </pc:sldMkLst>
      </pc:sldChg>
      <pc:sldChg chg="addSp delSp modSp new mod modTransition">
        <pc:chgData name="Mattia Erné" userId="ad84ee6f-0a28-4445-b06f-f3738604603d" providerId="ADAL" clId="{D7217936-D10B-495D-A3C0-310279A38E76}" dt="2024-12-28T22:53:28.747" v="22026" actId="20577"/>
        <pc:sldMkLst>
          <pc:docMk/>
          <pc:sldMk cId="560323188" sldId="418"/>
        </pc:sldMkLst>
        <pc:spChg chg="add mod">
          <ac:chgData name="Mattia Erné" userId="ad84ee6f-0a28-4445-b06f-f3738604603d" providerId="ADAL" clId="{D7217936-D10B-495D-A3C0-310279A38E76}" dt="2024-12-27T11:47:26.317" v="16512"/>
          <ac:spMkLst>
            <pc:docMk/>
            <pc:sldMk cId="560323188" sldId="418"/>
            <ac:spMk id="2" creationId="{ACE3862D-CE93-AECF-8D3F-AA9E0A24B5E9}"/>
          </ac:spMkLst>
        </pc:spChg>
        <pc:spChg chg="add mod">
          <ac:chgData name="Mattia Erné" userId="ad84ee6f-0a28-4445-b06f-f3738604603d" providerId="ADAL" clId="{D7217936-D10B-495D-A3C0-310279A38E76}" dt="2024-12-27T12:04:15.384" v="16978" actId="1076"/>
          <ac:spMkLst>
            <pc:docMk/>
            <pc:sldMk cId="560323188" sldId="418"/>
            <ac:spMk id="3" creationId="{25F78854-A554-31CB-E18D-BD3398DE32B5}"/>
          </ac:spMkLst>
        </pc:spChg>
        <pc:spChg chg="add mod">
          <ac:chgData name="Mattia Erné" userId="ad84ee6f-0a28-4445-b06f-f3738604603d" providerId="ADAL" clId="{D7217936-D10B-495D-A3C0-310279A38E76}" dt="2024-12-28T22:53:28.747" v="22026" actId="20577"/>
          <ac:spMkLst>
            <pc:docMk/>
            <pc:sldMk cId="560323188" sldId="418"/>
            <ac:spMk id="4" creationId="{A8DB2900-38ED-BB48-7F21-A2C91746FF04}"/>
          </ac:spMkLst>
        </pc:spChg>
        <pc:spChg chg="add mod">
          <ac:chgData name="Mattia Erné" userId="ad84ee6f-0a28-4445-b06f-f3738604603d" providerId="ADAL" clId="{D7217936-D10B-495D-A3C0-310279A38E76}" dt="2024-12-27T12:16:25.619" v="17273" actId="20577"/>
          <ac:spMkLst>
            <pc:docMk/>
            <pc:sldMk cId="560323188" sldId="418"/>
            <ac:spMk id="6" creationId="{9527CC9C-69F8-CED5-A5DA-DCB6178228CD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8T22:53:36.115" v="22030" actId="20577"/>
        <pc:sldMkLst>
          <pc:docMk/>
          <pc:sldMk cId="480925853" sldId="419"/>
        </pc:sldMkLst>
        <pc:spChg chg="mod">
          <ac:chgData name="Mattia Erné" userId="ad84ee6f-0a28-4445-b06f-f3738604603d" providerId="ADAL" clId="{D7217936-D10B-495D-A3C0-310279A38E76}" dt="2024-12-27T12:11:30.012" v="17155" actId="1076"/>
          <ac:spMkLst>
            <pc:docMk/>
            <pc:sldMk cId="480925853" sldId="419"/>
            <ac:spMk id="3" creationId="{24C9CA8C-C21D-1FD9-7121-250626E46B86}"/>
          </ac:spMkLst>
        </pc:spChg>
        <pc:spChg chg="mod">
          <ac:chgData name="Mattia Erné" userId="ad84ee6f-0a28-4445-b06f-f3738604603d" providerId="ADAL" clId="{D7217936-D10B-495D-A3C0-310279A38E76}" dt="2024-12-28T22:53:36.115" v="22030" actId="20577"/>
          <ac:spMkLst>
            <pc:docMk/>
            <pc:sldMk cId="480925853" sldId="419"/>
            <ac:spMk id="4" creationId="{96F72350-2DE7-7E4F-3BF5-C50717587068}"/>
          </ac:spMkLst>
        </pc:spChg>
        <pc:spChg chg="add mod">
          <ac:chgData name="Mattia Erné" userId="ad84ee6f-0a28-4445-b06f-f3738604603d" providerId="ADAL" clId="{D7217936-D10B-495D-A3C0-310279A38E76}" dt="2024-12-27T12:16:22.570" v="17271" actId="20577"/>
          <ac:spMkLst>
            <pc:docMk/>
            <pc:sldMk cId="480925853" sldId="419"/>
            <ac:spMk id="5" creationId="{6ED3E89B-AE4E-DE14-BF21-AA55F2522AF0}"/>
          </ac:spMkLst>
        </pc:sp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085876809" sldId="420"/>
        </pc:sldMkLst>
        <pc:spChg chg="mod">
          <ac:chgData name="Mattia Erné" userId="ad84ee6f-0a28-4445-b06f-f3738604603d" providerId="ADAL" clId="{D7217936-D10B-495D-A3C0-310279A38E76}" dt="2024-12-27T12:17:15.233" v="17290" actId="1076"/>
          <ac:spMkLst>
            <pc:docMk/>
            <pc:sldMk cId="1085876809" sldId="420"/>
            <ac:spMk id="3" creationId="{6AC14EDE-DA04-2FBA-F8EF-B83332358BFE}"/>
          </ac:spMkLst>
        </pc:spChg>
        <pc:spChg chg="mod">
          <ac:chgData name="Mattia Erné" userId="ad84ee6f-0a28-4445-b06f-f3738604603d" providerId="ADAL" clId="{D7217936-D10B-495D-A3C0-310279A38E76}" dt="2024-12-27T12:15:01.868" v="17234" actId="20577"/>
          <ac:spMkLst>
            <pc:docMk/>
            <pc:sldMk cId="1085876809" sldId="420"/>
            <ac:spMk id="4" creationId="{4308E631-3869-C861-5720-4A9E0BAA2BA3}"/>
          </ac:spMkLst>
        </pc:spChg>
        <pc:spChg chg="mod">
          <ac:chgData name="Mattia Erné" userId="ad84ee6f-0a28-4445-b06f-f3738604603d" providerId="ADAL" clId="{D7217936-D10B-495D-A3C0-310279A38E76}" dt="2024-12-27T12:16:19.632" v="17269" actId="20577"/>
          <ac:spMkLst>
            <pc:docMk/>
            <pc:sldMk cId="1085876809" sldId="420"/>
            <ac:spMk id="5" creationId="{4665BD37-AF2E-0215-F54F-346C885291DB}"/>
          </ac:spMkLst>
        </pc:sp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1848831292" sldId="421"/>
        </pc:sldMkLst>
        <pc:spChg chg="mod">
          <ac:chgData name="Mattia Erné" userId="ad84ee6f-0a28-4445-b06f-f3738604603d" providerId="ADAL" clId="{D7217936-D10B-495D-A3C0-310279A38E76}" dt="2024-12-27T14:55:55.335" v="17621" actId="14100"/>
          <ac:spMkLst>
            <pc:docMk/>
            <pc:sldMk cId="1848831292" sldId="421"/>
            <ac:spMk id="2" creationId="{F8980038-2B31-446C-2359-4F739A24CAB4}"/>
          </ac:spMkLst>
        </pc:spChg>
        <pc:spChg chg="mod">
          <ac:chgData name="Mattia Erné" userId="ad84ee6f-0a28-4445-b06f-f3738604603d" providerId="ADAL" clId="{D7217936-D10B-495D-A3C0-310279A38E76}" dt="2024-12-27T12:20:29.038" v="17359" actId="1076"/>
          <ac:spMkLst>
            <pc:docMk/>
            <pc:sldMk cId="1848831292" sldId="421"/>
            <ac:spMk id="3" creationId="{6D0AD2C5-C603-D1BA-12DB-0623F654F2B3}"/>
          </ac:spMkLst>
        </pc:spChg>
      </pc:sldChg>
      <pc:sldChg chg="addSp delSp 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747773417" sldId="422"/>
        </pc:sldMkLst>
        <pc:spChg chg="add mod">
          <ac:chgData name="Mattia Erné" userId="ad84ee6f-0a28-4445-b06f-f3738604603d" providerId="ADAL" clId="{D7217936-D10B-495D-A3C0-310279A38E76}" dt="2024-12-27T12:39:43.968" v="17514" actId="1076"/>
          <ac:spMkLst>
            <pc:docMk/>
            <pc:sldMk cId="2747773417" sldId="422"/>
            <ac:spMk id="3" creationId="{33F3E7CF-3BC7-C79E-214C-EFC5998A0305}"/>
          </ac:spMkLst>
        </pc:spChg>
        <pc:spChg chg="add mod">
          <ac:chgData name="Mattia Erné" userId="ad84ee6f-0a28-4445-b06f-f3738604603d" providerId="ADAL" clId="{D7217936-D10B-495D-A3C0-310279A38E76}" dt="2024-12-27T12:40:08.157" v="17540" actId="1076"/>
          <ac:spMkLst>
            <pc:docMk/>
            <pc:sldMk cId="2747773417" sldId="422"/>
            <ac:spMk id="4" creationId="{FC33650F-F6D4-BB00-992F-3B3EF9F1A82E}"/>
          </ac:spMkLst>
        </pc:spChg>
        <pc:spChg chg="mod">
          <ac:chgData name="Mattia Erné" userId="ad84ee6f-0a28-4445-b06f-f3738604603d" providerId="ADAL" clId="{D7217936-D10B-495D-A3C0-310279A38E76}" dt="2024-12-27T12:36:16.850" v="17382" actId="1076"/>
          <ac:spMkLst>
            <pc:docMk/>
            <pc:sldMk cId="2747773417" sldId="422"/>
            <ac:spMk id="6" creationId="{75470560-CCB0-B6AA-22F3-BEC306942F91}"/>
          </ac:spMkLst>
        </pc:spChg>
        <pc:graphicFrameChg chg="add del mod modGraphic">
          <ac:chgData name="Mattia Erné" userId="ad84ee6f-0a28-4445-b06f-f3738604603d" providerId="ADAL" clId="{D7217936-D10B-495D-A3C0-310279A38E76}" dt="2024-12-27T12:44:28.958" v="17607"/>
          <ac:graphicFrameMkLst>
            <pc:docMk/>
            <pc:sldMk cId="2747773417" sldId="422"/>
            <ac:graphicFrameMk id="5" creationId="{C05E8C93-E741-9EAD-7366-9A74EC859067}"/>
          </ac:graphicFrameMkLst>
        </pc:graphicFrameChg>
      </pc:sldChg>
      <pc:sldChg chg="addSp delSp modSp add mod modTransition modAnim">
        <pc:chgData name="Mattia Erné" userId="ad84ee6f-0a28-4445-b06f-f3738604603d" providerId="ADAL" clId="{D7217936-D10B-495D-A3C0-310279A38E76}" dt="2025-02-25T21:06:06.461" v="22276" actId="12788"/>
        <pc:sldMkLst>
          <pc:docMk/>
          <pc:sldMk cId="343046287" sldId="423"/>
        </pc:sldMkLst>
        <pc:spChg chg="mod">
          <ac:chgData name="Mattia Erné" userId="ad84ee6f-0a28-4445-b06f-f3738604603d" providerId="ADAL" clId="{D7217936-D10B-495D-A3C0-310279A38E76}" dt="2025-02-25T21:06:06.461" v="22276" actId="12788"/>
          <ac:spMkLst>
            <pc:docMk/>
            <pc:sldMk cId="343046287" sldId="423"/>
            <ac:spMk id="2" creationId="{155BB6E0-110A-10A8-640C-0598F9C806C9}"/>
          </ac:spMkLst>
        </pc:spChg>
        <pc:spChg chg="mod topLvl">
          <ac:chgData name="Mattia Erné" userId="ad84ee6f-0a28-4445-b06f-f3738604603d" providerId="ADAL" clId="{D7217936-D10B-495D-A3C0-310279A38E76}" dt="2024-12-27T17:55:18.505" v="19923" actId="20577"/>
          <ac:spMkLst>
            <pc:docMk/>
            <pc:sldMk cId="343046287" sldId="423"/>
            <ac:spMk id="3" creationId="{BF0F1EDE-DA7B-6755-5AE7-6B50A3AA2115}"/>
          </ac:spMkLst>
        </pc:spChg>
        <pc:spChg chg="mod topLvl">
          <ac:chgData name="Mattia Erné" userId="ad84ee6f-0a28-4445-b06f-f3738604603d" providerId="ADAL" clId="{D7217936-D10B-495D-A3C0-310279A38E76}" dt="2024-12-27T17:49:32.905" v="19872" actId="20577"/>
          <ac:spMkLst>
            <pc:docMk/>
            <pc:sldMk cId="343046287" sldId="423"/>
            <ac:spMk id="4" creationId="{128A6429-9773-CB6E-56CE-27425ECF4072}"/>
          </ac:spMkLst>
        </pc:spChg>
        <pc:spChg chg="mod topLvl">
          <ac:chgData name="Mattia Erné" userId="ad84ee6f-0a28-4445-b06f-f3738604603d" providerId="ADAL" clId="{D7217936-D10B-495D-A3C0-310279A38E76}" dt="2024-12-27T17:47:02.397" v="19836" actId="165"/>
          <ac:spMkLst>
            <pc:docMk/>
            <pc:sldMk cId="343046287" sldId="423"/>
            <ac:spMk id="5" creationId="{216992FD-7787-F7A2-42DC-36B8356CBA4C}"/>
          </ac:spMkLst>
        </pc:spChg>
        <pc:spChg chg="mod topLvl">
          <ac:chgData name="Mattia Erné" userId="ad84ee6f-0a28-4445-b06f-f3738604603d" providerId="ADAL" clId="{D7217936-D10B-495D-A3C0-310279A38E76}" dt="2024-12-27T17:47:02.397" v="19836" actId="165"/>
          <ac:spMkLst>
            <pc:docMk/>
            <pc:sldMk cId="343046287" sldId="423"/>
            <ac:spMk id="6" creationId="{881E1F81-23F8-993C-60CE-2D631B0C683E}"/>
          </ac:spMkLst>
        </pc:spChg>
        <pc:spChg chg="mod topLvl">
          <ac:chgData name="Mattia Erné" userId="ad84ee6f-0a28-4445-b06f-f3738604603d" providerId="ADAL" clId="{D7217936-D10B-495D-A3C0-310279A38E76}" dt="2024-12-27T17:47:02.397" v="19836" actId="165"/>
          <ac:spMkLst>
            <pc:docMk/>
            <pc:sldMk cId="343046287" sldId="423"/>
            <ac:spMk id="7" creationId="{59B60125-997E-2464-E002-0E4D050D7C73}"/>
          </ac:spMkLst>
        </pc:spChg>
        <pc:spChg chg="mod">
          <ac:chgData name="Mattia Erné" userId="ad84ee6f-0a28-4445-b06f-f3738604603d" providerId="ADAL" clId="{D7217936-D10B-495D-A3C0-310279A38E76}" dt="2025-02-25T21:05:14.812" v="22261" actId="20577"/>
          <ac:spMkLst>
            <pc:docMk/>
            <pc:sldMk cId="343046287" sldId="423"/>
            <ac:spMk id="20" creationId="{B23D282D-A248-1BFA-98F6-F99566DDBC2C}"/>
          </ac:spMkLst>
        </pc:spChg>
        <pc:spChg chg="mod topLvl">
          <ac:chgData name="Mattia Erné" userId="ad84ee6f-0a28-4445-b06f-f3738604603d" providerId="ADAL" clId="{D7217936-D10B-495D-A3C0-310279A38E76}" dt="2024-12-27T19:04:03.313" v="21437" actId="20577"/>
          <ac:spMkLst>
            <pc:docMk/>
            <pc:sldMk cId="343046287" sldId="423"/>
            <ac:spMk id="21" creationId="{D819A749-E0BF-B909-0B11-51173748FEFC}"/>
          </ac:spMkLst>
        </pc:spChg>
        <pc:spChg chg="mod topLvl">
          <ac:chgData name="Mattia Erné" userId="ad84ee6f-0a28-4445-b06f-f3738604603d" providerId="ADAL" clId="{D7217936-D10B-495D-A3C0-310279A38E76}" dt="2024-12-27T17:48:12.689" v="19860" actId="1076"/>
          <ac:spMkLst>
            <pc:docMk/>
            <pc:sldMk cId="343046287" sldId="423"/>
            <ac:spMk id="28" creationId="{DCA0FD9C-1ACD-A865-32C5-3A2F41AE3D6E}"/>
          </ac:spMkLst>
        </pc:spChg>
        <pc:spChg chg="mod topLvl">
          <ac:chgData name="Mattia Erné" userId="ad84ee6f-0a28-4445-b06f-f3738604603d" providerId="ADAL" clId="{D7217936-D10B-495D-A3C0-310279A38E76}" dt="2024-12-27T17:46:41.505" v="19834" actId="1076"/>
          <ac:spMkLst>
            <pc:docMk/>
            <pc:sldMk cId="343046287" sldId="423"/>
            <ac:spMk id="34" creationId="{3319035C-860C-C188-9F25-6C62E1C1A844}"/>
          </ac:spMkLst>
        </pc:spChg>
        <pc:spChg chg="mod topLvl">
          <ac:chgData name="Mattia Erné" userId="ad84ee6f-0a28-4445-b06f-f3738604603d" providerId="ADAL" clId="{D7217936-D10B-495D-A3C0-310279A38E76}" dt="2024-12-27T17:44:47.229" v="19678" actId="20577"/>
          <ac:spMkLst>
            <pc:docMk/>
            <pc:sldMk cId="343046287" sldId="423"/>
            <ac:spMk id="38" creationId="{4D2E7BF1-0C60-FDBC-446F-9F6253DE0B1E}"/>
          </ac:spMkLst>
        </pc:spChg>
        <pc:spChg chg="mod topLvl">
          <ac:chgData name="Mattia Erné" userId="ad84ee6f-0a28-4445-b06f-f3738604603d" providerId="ADAL" clId="{D7217936-D10B-495D-A3C0-310279A38E76}" dt="2024-12-27T18:30:59.351" v="20520" actId="20577"/>
          <ac:spMkLst>
            <pc:docMk/>
            <pc:sldMk cId="343046287" sldId="423"/>
            <ac:spMk id="41" creationId="{6A8EF7AD-77F0-F5AC-EE1D-B6BC362EFE7F}"/>
          </ac:spMkLst>
        </pc:spChg>
        <pc:spChg chg="add mod topLvl">
          <ac:chgData name="Mattia Erné" userId="ad84ee6f-0a28-4445-b06f-f3738604603d" providerId="ADAL" clId="{D7217936-D10B-495D-A3C0-310279A38E76}" dt="2024-12-27T17:47:02.397" v="19836" actId="165"/>
          <ac:spMkLst>
            <pc:docMk/>
            <pc:sldMk cId="343046287" sldId="423"/>
            <ac:spMk id="88" creationId="{F905DAF5-0375-ADCC-E4BA-F3E73166CC25}"/>
          </ac:spMkLst>
        </pc:spChg>
        <pc:spChg chg="add mod topLvl">
          <ac:chgData name="Mattia Erné" userId="ad84ee6f-0a28-4445-b06f-f3738604603d" providerId="ADAL" clId="{D7217936-D10B-495D-A3C0-310279A38E76}" dt="2024-12-27T17:46:46.969" v="19835" actId="1076"/>
          <ac:spMkLst>
            <pc:docMk/>
            <pc:sldMk cId="343046287" sldId="423"/>
            <ac:spMk id="89" creationId="{0F0E3A13-B799-4439-A337-F149C02A66F0}"/>
          </ac:spMkLst>
        </pc:spChg>
        <pc:cxnChg chg="mod topLvl">
          <ac:chgData name="Mattia Erné" userId="ad84ee6f-0a28-4445-b06f-f3738604603d" providerId="ADAL" clId="{D7217936-D10B-495D-A3C0-310279A38E76}" dt="2024-12-27T17:42:25.667" v="19518" actId="12788"/>
          <ac:cxnSpMkLst>
            <pc:docMk/>
            <pc:sldMk cId="343046287" sldId="423"/>
            <ac:cxnSpMk id="9" creationId="{E75E6CCC-7FEC-BC1A-6C04-F1378B867F81}"/>
          </ac:cxnSpMkLst>
        </pc:cxnChg>
        <pc:cxnChg chg="mod topLvl">
          <ac:chgData name="Mattia Erné" userId="ad84ee6f-0a28-4445-b06f-f3738604603d" providerId="ADAL" clId="{D7217936-D10B-495D-A3C0-310279A38E76}" dt="2024-12-27T17:42:25.667" v="19518" actId="12788"/>
          <ac:cxnSpMkLst>
            <pc:docMk/>
            <pc:sldMk cId="343046287" sldId="423"/>
            <ac:cxnSpMk id="10" creationId="{19072EA1-056C-505F-F85B-8B665DA8CFC5}"/>
          </ac:cxnSpMkLst>
        </pc:cxnChg>
        <pc:cxnChg chg="mod topLvl">
          <ac:chgData name="Mattia Erné" userId="ad84ee6f-0a28-4445-b06f-f3738604603d" providerId="ADAL" clId="{D7217936-D10B-495D-A3C0-310279A38E76}" dt="2024-12-27T17:42:25.667" v="19518" actId="12788"/>
          <ac:cxnSpMkLst>
            <pc:docMk/>
            <pc:sldMk cId="343046287" sldId="423"/>
            <ac:cxnSpMk id="13" creationId="{D6593406-1F33-93F4-FCA9-3BEF75499BBD}"/>
          </ac:cxnSpMkLst>
        </pc:cxnChg>
        <pc:cxnChg chg="mod topLvl">
          <ac:chgData name="Mattia Erné" userId="ad84ee6f-0a28-4445-b06f-f3738604603d" providerId="ADAL" clId="{D7217936-D10B-495D-A3C0-310279A38E76}" dt="2024-12-27T17:42:25.667" v="19518" actId="12788"/>
          <ac:cxnSpMkLst>
            <pc:docMk/>
            <pc:sldMk cId="343046287" sldId="423"/>
            <ac:cxnSpMk id="16" creationId="{F67650D5-EF77-4E5B-8840-8F2EE63EAFE6}"/>
          </ac:cxnSpMkLst>
        </pc:cxnChg>
        <pc:cxnChg chg="mod topLvl">
          <ac:chgData name="Mattia Erné" userId="ad84ee6f-0a28-4445-b06f-f3738604603d" providerId="ADAL" clId="{D7217936-D10B-495D-A3C0-310279A38E76}" dt="2024-12-27T17:46:22.276" v="19832" actId="1076"/>
          <ac:cxnSpMkLst>
            <pc:docMk/>
            <pc:sldMk cId="343046287" sldId="423"/>
            <ac:cxnSpMk id="22" creationId="{EE513740-3E05-E3C9-4261-3F00445CD42C}"/>
          </ac:cxnSpMkLst>
        </pc:cxnChg>
        <pc:cxnChg chg="mod topLvl">
          <ac:chgData name="Mattia Erné" userId="ad84ee6f-0a28-4445-b06f-f3738604603d" providerId="ADAL" clId="{D7217936-D10B-495D-A3C0-310279A38E76}" dt="2024-12-27T17:48:12.689" v="19860" actId="1076"/>
          <ac:cxnSpMkLst>
            <pc:docMk/>
            <pc:sldMk cId="343046287" sldId="423"/>
            <ac:cxnSpMk id="30" creationId="{B81FE06B-9214-7AD5-2C42-580D76D148DC}"/>
          </ac:cxnSpMkLst>
        </pc:cxnChg>
        <pc:cxnChg chg="mod topLvl">
          <ac:chgData name="Mattia Erné" userId="ad84ee6f-0a28-4445-b06f-f3738604603d" providerId="ADAL" clId="{D7217936-D10B-495D-A3C0-310279A38E76}" dt="2024-12-27T17:46:41.505" v="19834" actId="1076"/>
          <ac:cxnSpMkLst>
            <pc:docMk/>
            <pc:sldMk cId="343046287" sldId="423"/>
            <ac:cxnSpMk id="35" creationId="{978C285E-70A8-F640-F3EA-124F873855CE}"/>
          </ac:cxnSpMkLst>
        </pc:cxnChg>
        <pc:cxnChg chg="mod topLvl">
          <ac:chgData name="Mattia Erné" userId="ad84ee6f-0a28-4445-b06f-f3738604603d" providerId="ADAL" clId="{D7217936-D10B-495D-A3C0-310279A38E76}" dt="2024-12-27T17:43:34.338" v="19665" actId="1076"/>
          <ac:cxnSpMkLst>
            <pc:docMk/>
            <pc:sldMk cId="343046287" sldId="423"/>
            <ac:cxnSpMk id="39" creationId="{49E41737-24CA-5442-4B9E-86E8487196C1}"/>
          </ac:cxnSpMkLst>
        </pc:cxnChg>
        <pc:cxnChg chg="mod topLvl">
          <ac:chgData name="Mattia Erné" userId="ad84ee6f-0a28-4445-b06f-f3738604603d" providerId="ADAL" clId="{D7217936-D10B-495D-A3C0-310279A38E76}" dt="2024-12-27T17:48:16.496" v="19861" actId="1076"/>
          <ac:cxnSpMkLst>
            <pc:docMk/>
            <pc:sldMk cId="343046287" sldId="423"/>
            <ac:cxnSpMk id="42" creationId="{8BD11845-120D-F3B5-F64E-C242CDA7D402}"/>
          </ac:cxnSpMkLst>
        </pc:cxnChg>
        <pc:cxnChg chg="add mod topLvl">
          <ac:chgData name="Mattia Erné" userId="ad84ee6f-0a28-4445-b06f-f3738604603d" providerId="ADAL" clId="{D7217936-D10B-495D-A3C0-310279A38E76}" dt="2024-12-27T17:46:46.969" v="19835" actId="1076"/>
          <ac:cxnSpMkLst>
            <pc:docMk/>
            <pc:sldMk cId="343046287" sldId="423"/>
            <ac:cxnSpMk id="90" creationId="{A9A05540-7A2E-A725-5676-EF9C3BAC3833}"/>
          </ac:cxnSpMkLst>
        </pc:cxnChg>
        <pc:cxnChg chg="add mod topLvl">
          <ac:chgData name="Mattia Erné" userId="ad84ee6f-0a28-4445-b06f-f3738604603d" providerId="ADAL" clId="{D7217936-D10B-495D-A3C0-310279A38E76}" dt="2024-12-27T17:42:25.667" v="19518" actId="12788"/>
          <ac:cxnSpMkLst>
            <pc:docMk/>
            <pc:sldMk cId="343046287" sldId="423"/>
            <ac:cxnSpMk id="92" creationId="{635DEAB4-2590-E8FE-39B7-EE8F0699C793}"/>
          </ac:cxnSpMkLst>
        </pc:cxnChg>
      </pc:sldChg>
      <pc:sldChg chg="addSp delSp modSp add mod modTransition modAnim">
        <pc:chgData name="Mattia Erné" userId="ad84ee6f-0a28-4445-b06f-f3738604603d" providerId="ADAL" clId="{D7217936-D10B-495D-A3C0-310279A38E76}" dt="2025-02-25T21:06:16.746" v="22277" actId="12788"/>
        <pc:sldMkLst>
          <pc:docMk/>
          <pc:sldMk cId="2420945412" sldId="424"/>
        </pc:sldMkLst>
        <pc:spChg chg="mod">
          <ac:chgData name="Mattia Erné" userId="ad84ee6f-0a28-4445-b06f-f3738604603d" providerId="ADAL" clId="{D7217936-D10B-495D-A3C0-310279A38E76}" dt="2025-02-25T21:06:16.746" v="22277" actId="12788"/>
          <ac:spMkLst>
            <pc:docMk/>
            <pc:sldMk cId="2420945412" sldId="424"/>
            <ac:spMk id="2" creationId="{558253BC-F4B0-7B25-3F4B-60B5BE8C86D8}"/>
          </ac:spMkLst>
        </pc:spChg>
        <pc:spChg chg="mod">
          <ac:chgData name="Mattia Erné" userId="ad84ee6f-0a28-4445-b06f-f3738604603d" providerId="ADAL" clId="{D7217936-D10B-495D-A3C0-310279A38E76}" dt="2024-12-27T17:55:56.240" v="19943" actId="20577"/>
          <ac:spMkLst>
            <pc:docMk/>
            <pc:sldMk cId="2420945412" sldId="424"/>
            <ac:spMk id="3" creationId="{D0CDB26E-20AB-6F75-5FAA-6BDB821BE9A4}"/>
          </ac:spMkLst>
        </pc:spChg>
        <pc:spChg chg="add mod">
          <ac:chgData name="Mattia Erné" userId="ad84ee6f-0a28-4445-b06f-f3738604603d" providerId="ADAL" clId="{D7217936-D10B-495D-A3C0-310279A38E76}" dt="2025-02-25T21:05:20.212" v="22264" actId="20577"/>
          <ac:spMkLst>
            <pc:docMk/>
            <pc:sldMk cId="2420945412" sldId="424"/>
            <ac:spMk id="8" creationId="{E113D457-849F-98B5-5EEE-9DC6A1F19A74}"/>
          </ac:spMkLst>
        </pc:spChg>
        <pc:spChg chg="add mod">
          <ac:chgData name="Mattia Erné" userId="ad84ee6f-0a28-4445-b06f-f3738604603d" providerId="ADAL" clId="{D7217936-D10B-495D-A3C0-310279A38E76}" dt="2024-12-27T18:00:48.021" v="20029" actId="1076"/>
          <ac:spMkLst>
            <pc:docMk/>
            <pc:sldMk cId="2420945412" sldId="424"/>
            <ac:spMk id="11" creationId="{80618E52-E6EA-C3EF-EE75-D1092FADF36B}"/>
          </ac:spMkLst>
        </pc:spChg>
        <pc:spChg chg="add mod">
          <ac:chgData name="Mattia Erné" userId="ad84ee6f-0a28-4445-b06f-f3738604603d" providerId="ADAL" clId="{D7217936-D10B-495D-A3C0-310279A38E76}" dt="2024-12-27T18:06:56.224" v="20231" actId="1076"/>
          <ac:spMkLst>
            <pc:docMk/>
            <pc:sldMk cId="2420945412" sldId="424"/>
            <ac:spMk id="18" creationId="{CB50327E-28E9-101F-288E-295B83494957}"/>
          </ac:spMkLst>
        </pc:spChg>
        <pc:cxnChg chg="add mod">
          <ac:chgData name="Mattia Erné" userId="ad84ee6f-0a28-4445-b06f-f3738604603d" providerId="ADAL" clId="{D7217936-D10B-495D-A3C0-310279A38E76}" dt="2024-12-27T18:02:32.433" v="20036" actId="1582"/>
          <ac:cxnSpMkLst>
            <pc:docMk/>
            <pc:sldMk cId="2420945412" sldId="424"/>
            <ac:cxnSpMk id="14" creationId="{D96466B8-62C5-3E73-B379-53335BD7BFB5}"/>
          </ac:cxnSpMkLst>
        </pc:cxnChg>
      </pc:sldChg>
      <pc:sldChg chg="new modTransition">
        <pc:chgData name="Mattia Erné" userId="ad84ee6f-0a28-4445-b06f-f3738604603d" providerId="ADAL" clId="{D7217936-D10B-495D-A3C0-310279A38E76}" dt="2024-12-27T20:49:16.004" v="22021"/>
        <pc:sldMkLst>
          <pc:docMk/>
          <pc:sldMk cId="2457622706" sldId="425"/>
        </pc:sldMkLst>
      </pc:sldChg>
      <pc:sldChg chg="addSp modSp add mod modTransition modAnim">
        <pc:chgData name="Mattia Erné" userId="ad84ee6f-0a28-4445-b06f-f3738604603d" providerId="ADAL" clId="{D7217936-D10B-495D-A3C0-310279A38E76}" dt="2025-02-25T21:06:21.076" v="22278" actId="12788"/>
        <pc:sldMkLst>
          <pc:docMk/>
          <pc:sldMk cId="3579429859" sldId="426"/>
        </pc:sldMkLst>
        <pc:spChg chg="mod">
          <ac:chgData name="Mattia Erné" userId="ad84ee6f-0a28-4445-b06f-f3738604603d" providerId="ADAL" clId="{D7217936-D10B-495D-A3C0-310279A38E76}" dt="2025-02-25T21:06:21.076" v="22278" actId="12788"/>
          <ac:spMkLst>
            <pc:docMk/>
            <pc:sldMk cId="3579429859" sldId="426"/>
            <ac:spMk id="2" creationId="{3F4CA598-FB64-311C-2620-7A7FD41E60BB}"/>
          </ac:spMkLst>
        </pc:spChg>
        <pc:spChg chg="mod">
          <ac:chgData name="Mattia Erné" userId="ad84ee6f-0a28-4445-b06f-f3738604603d" providerId="ADAL" clId="{D7217936-D10B-495D-A3C0-310279A38E76}" dt="2025-02-25T21:05:31.157" v="22270" actId="20577"/>
          <ac:spMkLst>
            <pc:docMk/>
            <pc:sldMk cId="3579429859" sldId="426"/>
            <ac:spMk id="8" creationId="{2E66681E-DA1C-5FB5-6C39-8DA69678BEA2}"/>
          </ac:spMkLst>
        </pc:spChg>
        <pc:spChg chg="mod">
          <ac:chgData name="Mattia Erné" userId="ad84ee6f-0a28-4445-b06f-f3738604603d" providerId="ADAL" clId="{D7217936-D10B-495D-A3C0-310279A38E76}" dt="2024-12-27T18:08:23.556" v="20267" actId="20577"/>
          <ac:spMkLst>
            <pc:docMk/>
            <pc:sldMk cId="3579429859" sldId="426"/>
            <ac:spMk id="11" creationId="{942BA200-B213-6305-0ECB-A8A4D2F48703}"/>
          </ac:spMkLst>
        </pc:spChg>
        <pc:spChg chg="add mod">
          <ac:chgData name="Mattia Erné" userId="ad84ee6f-0a28-4445-b06f-f3738604603d" providerId="ADAL" clId="{D7217936-D10B-495D-A3C0-310279A38E76}" dt="2024-12-27T18:28:46.473" v="20478" actId="1076"/>
          <ac:spMkLst>
            <pc:docMk/>
            <pc:sldMk cId="3579429859" sldId="426"/>
            <ac:spMk id="21" creationId="{E17C7908-865E-EAFC-BD44-FB05B588E353}"/>
          </ac:spMkLst>
        </pc:spChg>
        <pc:cxnChg chg="add mod">
          <ac:chgData name="Mattia Erné" userId="ad84ee6f-0a28-4445-b06f-f3738604603d" providerId="ADAL" clId="{D7217936-D10B-495D-A3C0-310279A38E76}" dt="2024-12-27T18:28:46.473" v="20478" actId="1076"/>
          <ac:cxnSpMkLst>
            <pc:docMk/>
            <pc:sldMk cId="3579429859" sldId="426"/>
            <ac:cxnSpMk id="12" creationId="{4FD87DCE-AF06-0A9A-0FCF-254F6A22FAD2}"/>
          </ac:cxnSpMkLst>
        </pc:cxnChg>
      </pc:sldChg>
      <pc:sldChg chg="addSp delSp modSp new del mod ord delAnim modAnim">
        <pc:chgData name="Mattia Erné" userId="ad84ee6f-0a28-4445-b06f-f3738604603d" providerId="ADAL" clId="{D7217936-D10B-495D-A3C0-310279A38E76}" dt="2024-12-27T19:40:34.885" v="22006" actId="47"/>
        <pc:sldMkLst>
          <pc:docMk/>
          <pc:sldMk cId="971225062" sldId="427"/>
        </pc:sldMkLst>
      </pc:sldChg>
      <pc:sldChg chg="addSp delSp modSp add mod modTransition modAnim">
        <pc:chgData name="Mattia Erné" userId="ad84ee6f-0a28-4445-b06f-f3738604603d" providerId="ADAL" clId="{D7217936-D10B-495D-A3C0-310279A38E76}" dt="2025-02-25T21:06:31.917" v="22279" actId="12788"/>
        <pc:sldMkLst>
          <pc:docMk/>
          <pc:sldMk cId="3812834411" sldId="428"/>
        </pc:sldMkLst>
        <pc:spChg chg="mod">
          <ac:chgData name="Mattia Erné" userId="ad84ee6f-0a28-4445-b06f-f3738604603d" providerId="ADAL" clId="{D7217936-D10B-495D-A3C0-310279A38E76}" dt="2025-02-25T21:06:31.917" v="22279" actId="12788"/>
          <ac:spMkLst>
            <pc:docMk/>
            <pc:sldMk cId="3812834411" sldId="428"/>
            <ac:spMk id="2" creationId="{B246FD99-1DA1-1758-3778-8D85C60EBD3E}"/>
          </ac:spMkLst>
        </pc:spChg>
        <pc:spChg chg="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3" creationId="{11651E94-3A99-16EB-D699-58FEDF722407}"/>
          </ac:spMkLst>
        </pc:spChg>
        <pc:spChg chg="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4" creationId="{E250596E-0563-07A3-AE7D-DB06473D43D2}"/>
          </ac:spMkLst>
        </pc:spChg>
        <pc:spChg chg="add 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9" creationId="{79076F5D-0AA1-7E11-5F2E-0F4283AF0312}"/>
          </ac:spMkLst>
        </pc:spChg>
        <pc:spChg chg="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10" creationId="{B2050BB5-A0D8-48C1-AB5B-5F0D9F6A8E90}"/>
          </ac:spMkLst>
        </pc:spChg>
        <pc:spChg chg="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26" creationId="{CEC9E9D2-2753-1B39-1F45-B689F0360727}"/>
          </ac:spMkLst>
        </pc:spChg>
        <pc:spChg chg="mod">
          <ac:chgData name="Mattia Erné" userId="ad84ee6f-0a28-4445-b06f-f3738604603d" providerId="ADAL" clId="{D7217936-D10B-495D-A3C0-310279A38E76}" dt="2024-12-27T19:37:34.107" v="21971" actId="1036"/>
          <ac:spMkLst>
            <pc:docMk/>
            <pc:sldMk cId="3812834411" sldId="428"/>
            <ac:spMk id="30" creationId="{FE220033-C7F1-57E3-69EE-655FD6196330}"/>
          </ac:spMkLst>
        </pc:spChg>
        <pc:cxnChg chg="mod topLvl">
          <ac:chgData name="Mattia Erné" userId="ad84ee6f-0a28-4445-b06f-f3738604603d" providerId="ADAL" clId="{D7217936-D10B-495D-A3C0-310279A38E76}" dt="2024-12-27T19:37:34.107" v="21971" actId="1036"/>
          <ac:cxnSpMkLst>
            <pc:docMk/>
            <pc:sldMk cId="3812834411" sldId="428"/>
            <ac:cxnSpMk id="5" creationId="{3D3E0C96-76E5-69F4-F8CA-01628BF4EFDB}"/>
          </ac:cxnSpMkLst>
        </pc:cxnChg>
        <pc:cxnChg chg="mod topLvl">
          <ac:chgData name="Mattia Erné" userId="ad84ee6f-0a28-4445-b06f-f3738604603d" providerId="ADAL" clId="{D7217936-D10B-495D-A3C0-310279A38E76}" dt="2024-12-27T19:37:34.107" v="21971" actId="1036"/>
          <ac:cxnSpMkLst>
            <pc:docMk/>
            <pc:sldMk cId="3812834411" sldId="428"/>
            <ac:cxnSpMk id="11" creationId="{8DE69FAD-9038-E797-373D-B83068FC88BB}"/>
          </ac:cxnSpMkLst>
        </pc:cxnChg>
        <pc:cxnChg chg="mod">
          <ac:chgData name="Mattia Erné" userId="ad84ee6f-0a28-4445-b06f-f3738604603d" providerId="ADAL" clId="{D7217936-D10B-495D-A3C0-310279A38E76}" dt="2024-12-27T19:37:34.107" v="21971" actId="1036"/>
          <ac:cxnSpMkLst>
            <pc:docMk/>
            <pc:sldMk cId="3812834411" sldId="428"/>
            <ac:cxnSpMk id="27" creationId="{D5EE5FD5-6E6E-F015-73E1-771ADE81EACF}"/>
          </ac:cxnSpMkLst>
        </pc:cxnChg>
      </pc:sldChg>
      <pc:sldChg chg="addSp delSp modSp add del mod delAnim modAnim">
        <pc:chgData name="Mattia Erné" userId="ad84ee6f-0a28-4445-b06f-f3738604603d" providerId="ADAL" clId="{D7217936-D10B-495D-A3C0-310279A38E76}" dt="2024-12-27T19:40:32.305" v="22005" actId="47"/>
        <pc:sldMkLst>
          <pc:docMk/>
          <pc:sldMk cId="1364421471" sldId="429"/>
        </pc:sldMkLst>
      </pc:sldChg>
      <pc:sldChg chg="modSp add del">
        <pc:chgData name="Mattia Erné" userId="ad84ee6f-0a28-4445-b06f-f3738604603d" providerId="ADAL" clId="{D7217936-D10B-495D-A3C0-310279A38E76}" dt="2024-12-27T19:11:35.537" v="21482" actId="2696"/>
        <pc:sldMkLst>
          <pc:docMk/>
          <pc:sldMk cId="1147377561" sldId="430"/>
        </pc:sldMkLst>
      </pc:sldChg>
      <pc:sldChg chg="addSp delSp modSp new mod modTransition modAnim">
        <pc:chgData name="Mattia Erné" userId="ad84ee6f-0a28-4445-b06f-f3738604603d" providerId="ADAL" clId="{D7217936-D10B-495D-A3C0-310279A38E76}" dt="2024-12-27T20:49:16.004" v="22021"/>
        <pc:sldMkLst>
          <pc:docMk/>
          <pc:sldMk cId="1882702895" sldId="430"/>
        </pc:sldMkLst>
        <pc:spChg chg="add mod">
          <ac:chgData name="Mattia Erné" userId="ad84ee6f-0a28-4445-b06f-f3738604603d" providerId="ADAL" clId="{D7217936-D10B-495D-A3C0-310279A38E76}" dt="2024-12-27T19:23:38.218" v="21662"/>
          <ac:spMkLst>
            <pc:docMk/>
            <pc:sldMk cId="1882702895" sldId="430"/>
            <ac:spMk id="3" creationId="{6E8C6E6D-8D38-00F1-A8E3-2019B75712E2}"/>
          </ac:spMkLst>
        </pc:spChg>
        <pc:spChg chg="add mod">
          <ac:chgData name="Mattia Erné" userId="ad84ee6f-0a28-4445-b06f-f3738604603d" providerId="ADAL" clId="{D7217936-D10B-495D-A3C0-310279A38E76}" dt="2024-12-27T19:35:36.008" v="21938" actId="1036"/>
          <ac:spMkLst>
            <pc:docMk/>
            <pc:sldMk cId="1882702895" sldId="430"/>
            <ac:spMk id="4" creationId="{7165FFDC-6091-FEA5-D1AB-438D1EF3617C}"/>
          </ac:spMkLst>
        </pc:spChg>
        <pc:spChg chg="add mod">
          <ac:chgData name="Mattia Erné" userId="ad84ee6f-0a28-4445-b06f-f3738604603d" providerId="ADAL" clId="{D7217936-D10B-495D-A3C0-310279A38E76}" dt="2024-12-27T19:35:36.008" v="21938" actId="1036"/>
          <ac:spMkLst>
            <pc:docMk/>
            <pc:sldMk cId="1882702895" sldId="430"/>
            <ac:spMk id="5" creationId="{7D9E46D8-DA18-8FED-BA1A-5C63E2901588}"/>
          </ac:spMkLst>
        </pc:spChg>
        <pc:spChg chg="add mod">
          <ac:chgData name="Mattia Erné" userId="ad84ee6f-0a28-4445-b06f-f3738604603d" providerId="ADAL" clId="{D7217936-D10B-495D-A3C0-310279A38E76}" dt="2024-12-27T19:41:49.050" v="22017" actId="20577"/>
          <ac:spMkLst>
            <pc:docMk/>
            <pc:sldMk cId="1882702895" sldId="430"/>
            <ac:spMk id="6" creationId="{3CE6B5F0-251A-A7C7-8A39-A77767AD6B1F}"/>
          </ac:spMkLst>
        </pc:spChg>
      </pc:sldChg>
      <pc:sldChg chg="modSp add mod modTransition">
        <pc:chgData name="Mattia Erné" userId="ad84ee6f-0a28-4445-b06f-f3738604603d" providerId="ADAL" clId="{D7217936-D10B-495D-A3C0-310279A38E76}" dt="2025-02-25T21:06:36.214" v="22280" actId="12788"/>
        <pc:sldMkLst>
          <pc:docMk/>
          <pc:sldMk cId="2922675725" sldId="431"/>
        </pc:sldMkLst>
        <pc:spChg chg="mod">
          <ac:chgData name="Mattia Erné" userId="ad84ee6f-0a28-4445-b06f-f3738604603d" providerId="ADAL" clId="{D7217936-D10B-495D-A3C0-310279A38E76}" dt="2025-02-25T21:06:36.214" v="22280" actId="12788"/>
          <ac:spMkLst>
            <pc:docMk/>
            <pc:sldMk cId="2922675725" sldId="431"/>
            <ac:spMk id="2" creationId="{2FFE038E-3FBC-FF22-31D2-1E7D6E7108F2}"/>
          </ac:spMkLst>
        </pc:spChg>
        <pc:spChg chg="mod">
          <ac:chgData name="Mattia Erné" userId="ad84ee6f-0a28-4445-b06f-f3738604603d" providerId="ADAL" clId="{D7217936-D10B-495D-A3C0-310279A38E76}" dt="2024-12-27T19:38:38.111" v="21977"/>
          <ac:spMkLst>
            <pc:docMk/>
            <pc:sldMk cId="2922675725" sldId="431"/>
            <ac:spMk id="9" creationId="{1E1C267B-4A25-3FFF-5243-6C0F10817AB7}"/>
          </ac:spMkLst>
        </pc:spChg>
        <pc:spChg chg="mod">
          <ac:chgData name="Mattia Erné" userId="ad84ee6f-0a28-4445-b06f-f3738604603d" providerId="ADAL" clId="{D7217936-D10B-495D-A3C0-310279A38E76}" dt="2024-12-27T19:38:08.637" v="21975" actId="20577"/>
          <ac:spMkLst>
            <pc:docMk/>
            <pc:sldMk cId="2922675725" sldId="431"/>
            <ac:spMk id="26" creationId="{704AB9EB-BB5B-8B82-9DC1-A0FD8D61F021}"/>
          </ac:spMkLst>
        </pc:spChg>
        <pc:spChg chg="mod">
          <ac:chgData name="Mattia Erné" userId="ad84ee6f-0a28-4445-b06f-f3738604603d" providerId="ADAL" clId="{D7217936-D10B-495D-A3C0-310279A38E76}" dt="2024-12-27T19:38:18.692" v="21976"/>
          <ac:spMkLst>
            <pc:docMk/>
            <pc:sldMk cId="2922675725" sldId="431"/>
            <ac:spMk id="30" creationId="{3E711863-0580-A0DA-E308-384C84996F82}"/>
          </ac:spMkLst>
        </pc:spChg>
      </pc:sldChg>
      <pc:sldChg chg="modSp add mod modTransition">
        <pc:chgData name="Mattia Erné" userId="ad84ee6f-0a28-4445-b06f-f3738604603d" providerId="ADAL" clId="{D7217936-D10B-495D-A3C0-310279A38E76}" dt="2024-12-27T20:49:16.004" v="22021"/>
        <pc:sldMkLst>
          <pc:docMk/>
          <pc:sldMk cId="2511717398" sldId="432"/>
        </pc:sldMkLst>
        <pc:spChg chg="mod">
          <ac:chgData name="Mattia Erné" userId="ad84ee6f-0a28-4445-b06f-f3738604603d" providerId="ADAL" clId="{D7217936-D10B-495D-A3C0-310279A38E76}" dt="2024-12-27T19:40:21.829" v="22004"/>
          <ac:spMkLst>
            <pc:docMk/>
            <pc:sldMk cId="2511717398" sldId="432"/>
            <ac:spMk id="9" creationId="{0FF0E8AA-0117-C795-0E47-B6EA788C048B}"/>
          </ac:spMkLst>
        </pc:spChg>
        <pc:spChg chg="mod">
          <ac:chgData name="Mattia Erné" userId="ad84ee6f-0a28-4445-b06f-f3738604603d" providerId="ADAL" clId="{D7217936-D10B-495D-A3C0-310279A38E76}" dt="2024-12-27T19:39:04.231" v="21979" actId="20577"/>
          <ac:spMkLst>
            <pc:docMk/>
            <pc:sldMk cId="2511717398" sldId="432"/>
            <ac:spMk id="26" creationId="{B1453012-E68B-C3A0-F10E-1ACEC5C7AF42}"/>
          </ac:spMkLst>
        </pc:spChg>
        <pc:spChg chg="mod">
          <ac:chgData name="Mattia Erné" userId="ad84ee6f-0a28-4445-b06f-f3738604603d" providerId="ADAL" clId="{D7217936-D10B-495D-A3C0-310279A38E76}" dt="2024-12-27T19:39:32.301" v="21996" actId="1038"/>
          <ac:spMkLst>
            <pc:docMk/>
            <pc:sldMk cId="2511717398" sldId="432"/>
            <ac:spMk id="30" creationId="{32B9ED1F-1B87-2C92-226C-B0BD219A1700}"/>
          </ac:spMkLst>
        </pc:spChg>
      </pc:sldChg>
      <pc:sldChg chg="modSp add del mod modTransition">
        <pc:chgData name="Mattia Erné" userId="ad84ee6f-0a28-4445-b06f-f3738604603d" providerId="ADAL" clId="{D7217936-D10B-495D-A3C0-310279A38E76}" dt="2024-12-29T15:07:21.138" v="22096" actId="47"/>
        <pc:sldMkLst>
          <pc:docMk/>
          <pc:sldMk cId="2667298995" sldId="433"/>
        </pc:sldMkLst>
      </pc:sldChg>
      <pc:sldChg chg="add">
        <pc:chgData name="Mattia Erné" userId="ad84ee6f-0a28-4445-b06f-f3738604603d" providerId="ADAL" clId="{D7217936-D10B-495D-A3C0-310279A38E76}" dt="2024-12-29T15:07:21.430" v="22097"/>
        <pc:sldMkLst>
          <pc:docMk/>
          <pc:sldMk cId="2753526069" sldId="433"/>
        </pc:sldMkLst>
      </pc:sldChg>
      <pc:sldChg chg="modSp add mod">
        <pc:chgData name="Mattia Erné" userId="ad84ee6f-0a28-4445-b06f-f3738604603d" providerId="ADAL" clId="{D7217936-D10B-495D-A3C0-310279A38E76}" dt="2025-01-04T17:22:02.208" v="22253" actId="20577"/>
        <pc:sldMkLst>
          <pc:docMk/>
          <pc:sldMk cId="2788860793" sldId="434"/>
        </pc:sldMkLst>
        <pc:spChg chg="mod">
          <ac:chgData name="Mattia Erné" userId="ad84ee6f-0a28-4445-b06f-f3738604603d" providerId="ADAL" clId="{D7217936-D10B-495D-A3C0-310279A38E76}" dt="2025-01-04T17:22:02.208" v="22253" actId="20577"/>
          <ac:spMkLst>
            <pc:docMk/>
            <pc:sldMk cId="2788860793" sldId="434"/>
            <ac:spMk id="13" creationId="{76F2EF80-B821-797E-C27E-F6CA6415C5FB}"/>
          </ac:spMkLst>
        </pc:spChg>
      </pc:sldChg>
    </pc:docChg>
  </pc:docChgLst>
  <pc:docChgLst>
    <pc:chgData name="Mattia Erné" userId="ad84ee6f-0a28-4445-b06f-f3738604603d" providerId="ADAL" clId="{9687D444-E114-0A4F-A1FF-520F349F097F}"/>
    <pc:docChg chg="modSld">
      <pc:chgData name="Mattia Erné" userId="ad84ee6f-0a28-4445-b06f-f3738604603d" providerId="ADAL" clId="{9687D444-E114-0A4F-A1FF-520F349F097F}" dt="2024-12-18T12:03:41.063" v="1" actId="20577"/>
      <pc:docMkLst>
        <pc:docMk/>
      </pc:docMkLst>
      <pc:sldChg chg="modSp">
        <pc:chgData name="Mattia Erné" userId="ad84ee6f-0a28-4445-b06f-f3738604603d" providerId="ADAL" clId="{9687D444-E114-0A4F-A1FF-520F349F097F}" dt="2024-12-18T12:03:41.063" v="1" actId="20577"/>
        <pc:sldMkLst>
          <pc:docMk/>
          <pc:sldMk cId="3365087147" sldId="332"/>
        </pc:sldMkLst>
        <pc:spChg chg="mod">
          <ac:chgData name="Mattia Erné" userId="ad84ee6f-0a28-4445-b06f-f3738604603d" providerId="ADAL" clId="{9687D444-E114-0A4F-A1FF-520F349F097F}" dt="2024-12-18T12:03:41.063" v="1" actId="20577"/>
          <ac:spMkLst>
            <pc:docMk/>
            <pc:sldMk cId="3365087147" sldId="332"/>
            <ac:spMk id="17" creationId="{7AEF6DD8-8477-E98A-FBF1-5157F415CCC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648011484724554E-2"/>
          <c:y val="3.082909635549104E-2"/>
          <c:w val="0.96470397703055089"/>
          <c:h val="0.943479990014933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dPt>
            <c:idx val="4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14A-4E1E-B78C-8051863CDCF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14A-4E1E-B78C-8051863CDCF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14A-4E1E-B78C-8051863CDCF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314A-4E1E-B78C-8051863CDCFC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314A-4E1E-B78C-8051863CDCFC}"/>
              </c:ext>
            </c:extLst>
          </c:dPt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Difficulty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Number</a:t>
                </a:r>
                <a:r>
                  <a:rPr lang="en-GB" baseline="0" dirty="0"/>
                  <a:t> of pages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5">
                    <a:lumMod val="40000"/>
                    <a:lumOff val="60000"/>
                  </a:schemeClr>
                </a:solidFill>
                <a:ln w="104775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4B1-4A48-A2F0-4F8373CF58B6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4B1-4A48-A2F0-4F8373CF58B6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349-4F62-A5B9-DE4A6099B7F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349-4F62-A5B9-DE4A6099B7F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349-4F62-A5B9-DE4A6099B7F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4B1-4A48-A2F0-4F8373CF58B6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349-4F62-A5B9-DE4A6099B7FC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349-4F62-A5B9-DE4A6099B7FC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349-4F62-A5B9-DE4A6099B7F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349-4F62-A5B9-DE4A6099B7F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349-4F62-A5B9-DE4A6099B7F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4B1-4A48-A2F0-4F8373CF58B6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349-4F62-A5B9-DE4A6099B7FC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349-4F62-A5B9-DE4A6099B7FC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349-4F62-A5B9-DE4A6099B7F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349-4F62-A5B9-DE4A6099B7F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DE-48D1-9D26-7894AEA6885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349-4F62-A5B9-DE4A6099B7F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DE-48D1-9D26-7894AEA6885A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4B1-4A48-A2F0-4F8373CF58B6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DE-48D1-9D26-7894AEA6885A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349-4F62-A5B9-DE4A6099B7FC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349-4F62-A5B9-DE4A6099B7FC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F6-4FA8-BF4D-0E43926B7F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CC99"/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CB6-489B-AA1C-7F35FD82618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CB6-489B-AA1C-7F35FD82618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CB6-489B-AA1C-7F35FD82618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CB6-489B-AA1C-7F35FD82618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CB6-489B-AA1C-7F35FD826182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CB6-489B-AA1C-7F35FD826182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CB6-489B-AA1C-7F35FD826182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0CB6-489B-AA1C-7F35FD826182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0CB6-489B-AA1C-7F35FD826182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CB6-489B-AA1C-7F35FD8261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CB6-489B-AA1C-7F35FD82618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CB6-489B-AA1C-7F35FD82618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CB6-489B-AA1C-7F35FD82618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CB6-489B-AA1C-7F35FD82618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CB6-489B-AA1C-7F35FD826182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CB6-489B-AA1C-7F35FD826182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CB6-489B-AA1C-7F35FD826182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0CB6-489B-AA1C-7F35FD826182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0CB6-489B-AA1C-7F35FD826182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CB6-489B-AA1C-7F35FD8261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40000"/>
                  <a:lumOff val="60000"/>
                </a:schemeClr>
              </a:solidFill>
              <a:ln w="10477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8E4-45F3-8E10-C9A50DCAB7C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8E4-45F3-8E10-C9A50DCAB7C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8E4-45F3-8E10-C9A50DCAB7C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8E4-45F3-8E10-C9A50DCAB7C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8E4-45F3-8E10-C9A50DCAB7C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8E4-45F3-8E10-C9A50DCAB7C7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8E4-45F3-8E10-C9A50DCAB7C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8E4-45F3-8E10-C9A50DCAB7C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8E4-45F3-8E10-C9A50DCAB7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E8E4-45F3-8E10-C9A50DCAB7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40000"/>
                  <a:lumOff val="60000"/>
                </a:schemeClr>
              </a:solidFill>
              <a:ln w="10477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8E4-45F3-8E10-C9A50DCAB7C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8E4-45F3-8E10-C9A50DCAB7C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8E4-45F3-8E10-C9A50DCAB7C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8E4-45F3-8E10-C9A50DCAB7C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8E4-45F3-8E10-C9A50DCAB7C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8E4-45F3-8E10-C9A50DCAB7C7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8E4-45F3-8E10-C9A50DCAB7C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8E4-45F3-8E10-C9A50DCAB7C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8E4-45F3-8E10-C9A50DCAB7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E8E4-45F3-8E10-C9A50DCAB7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04775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8E4-45F3-8E10-C9A50DCAB7C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8E4-45F3-8E10-C9A50DCAB7C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8E4-45F3-8E10-C9A50DCAB7C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8E4-45F3-8E10-C9A50DCAB7C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8E4-45F3-8E10-C9A50DCAB7C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8E4-45F3-8E10-C9A50DCAB7C7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8E4-45F3-8E10-C9A50DCAB7C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8E4-45F3-8E10-C9A50DCAB7C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bg1">
                    <a:lumMod val="50000"/>
                  </a:schemeClr>
                </a:solidFill>
                <a:ln w="104775">
                  <a:solidFill>
                    <a:schemeClr val="bg1">
                      <a:lumMod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8E4-45F3-8E10-C9A50DCAB7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E8E4-45F3-8E10-C9A50DCAB7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40000"/>
                  <a:lumOff val="60000"/>
                </a:schemeClr>
              </a:solidFill>
              <a:ln w="10477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8E4-45F3-8E10-C9A50DCAB7C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8E4-45F3-8E10-C9A50DCAB7C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8E4-45F3-8E10-C9A50DCAB7C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8E4-45F3-8E10-C9A50DCAB7C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8E4-45F3-8E10-C9A50DCAB7C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8E4-45F3-8E10-C9A50DCAB7C7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8E4-45F3-8E10-C9A50DCAB7C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8E4-45F3-8E10-C9A50DCAB7C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8E4-45F3-8E10-C9A50DCAB7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E8E4-45F3-8E10-C9A50DCAB7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40000"/>
                  <a:lumOff val="60000"/>
                </a:schemeClr>
              </a:solidFill>
              <a:ln w="10477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8E4-45F3-8E10-C9A50DCAB7C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8E4-45F3-8E10-C9A50DCAB7C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8E4-45F3-8E10-C9A50DCAB7C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40000"/>
                    <a:lumOff val="60000"/>
                  </a:schemeClr>
                </a:solidFill>
                <a:ln w="104775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E8E4-45F3-8E10-C9A50DCAB7C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E8E4-45F3-8E10-C9A50DCAB7C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8E4-45F3-8E10-C9A50DCAB7C7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CC99"/>
                </a:solidFill>
                <a:ln w="104775">
                  <a:solidFill>
                    <a:srgbClr val="FFCC99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E8E4-45F3-8E10-C9A50DCAB7C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E8E4-45F3-8E10-C9A50DCAB7C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FF7C80"/>
                </a:solidFill>
                <a:ln w="104775">
                  <a:solidFill>
                    <a:srgbClr val="FF7C8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E8E4-45F3-8E10-C9A50DCAB7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12</c:v>
                </c:pt>
                <c:pt idx="8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E8E4-45F3-8E10-C9A50DCAB7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03857663"/>
        <c:axId val="1303859103"/>
      </c:scatterChart>
      <c:valAx>
        <c:axId val="1303857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9103"/>
        <c:crosses val="autoZero"/>
        <c:crossBetween val="midCat"/>
      </c:valAx>
      <c:valAx>
        <c:axId val="13038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8576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3F309-F644-4EA2-A440-C2C49DB356E4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C7FBC-A444-4308-842E-5615B96833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61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485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06CD5-0374-6052-35C8-0A44B6CE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768B4-5FB7-6A30-4CC6-EB5765C67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EE3A1-7079-C703-A5A2-478681AA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3F32-B799-9A75-3B3B-E3EC9E86D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181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A653-465D-FA64-7939-F940B8F4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DBD2E-B2A4-543C-4C45-2CA9CA87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9998C-699F-1520-7D60-03B5C7450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E40CD-72BC-C472-5040-9651E4909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14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3995-05B8-0309-4E65-F0952532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A4756-AEB4-CFF3-863C-D13A0BA1F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12557-B3BE-EC89-5C12-E86EA3CD0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F1916-5D76-0CB6-7B20-3F7CEF7D4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9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DF92-C6B8-7661-6BB8-49B8E47F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F4262-AE74-4286-2E7B-7996E8DC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D2141-ED3E-B451-C634-02AFE704A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7D05-DCC9-B0A8-8AC3-EAF36AB51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318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AFB6-8A83-F650-4477-4585A21F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3F591-ECFD-4939-12DD-769AB44BF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4E222-4C7F-7ED0-A182-5326B717C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1A465-DB73-47FF-863F-E317F3E2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78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8D50-DB6F-236D-287C-8A595C88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CD8F4-E6C7-7FE0-9287-AAB47BDEB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16DE4-1D41-2221-C04B-686FFB744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2E0BD-142A-0D5C-55B5-72FAA898B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115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B583-239F-3EB4-D5CC-1E7A571D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1CAB2-5812-92AD-8582-A1163E566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40108-FBC1-D381-C12D-07B80B8C5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6F05F-849D-9FF5-D8FD-2BE7B233C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99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C7FBC-A444-4308-842E-5615B9683332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03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7507-D71F-16CD-2025-BFC48FBD3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296B9-4C2A-A895-E69D-274325C07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21C8-EA39-791D-07A2-43D05DCC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A3D1-95BE-6E4D-55B1-ED7FC865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0F8BA-521B-3994-7166-EF27A8C1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63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8B77-4098-54EE-E0E3-76CAB20A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3119-EDFF-DD0C-FAEB-D4B0A7D35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1585-8ECB-98D8-99D2-96C2C377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F9E4-F1C7-9E23-3D56-653570E6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52C1-0A09-4D38-FC7E-B1AD3136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531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4E91-9FAB-A3A3-04DB-3DF0B3F8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E92E-5643-9280-A013-7CEC5C85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D2BF-6C5D-C7D3-DFD9-E3BE0D6F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CFB6-DC85-41DF-AFF6-28EA54C8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9199-7029-3BE0-1D2C-211585D0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345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D090-4060-C39C-F5F2-E7A5FAB7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AEFD-E172-6AF3-F37B-4FC76CCED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E16A0-A675-BDDC-D821-1E3BE2C29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319BE-318D-784E-177C-30FEB567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F1E76-C288-FA23-43C5-87A49EF9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3276D-836C-3FB1-8493-5A0283AA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85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2690-A817-6D45-55D7-ABDF00D8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C5E7-BC49-9F52-5360-9C1255129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4602B-CF37-0F7F-248D-529B8B1A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6B5A4-C10F-7E83-C20E-07EC76AE8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C39-A657-D9EA-7763-5BAEE5C5D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6620C-668D-E678-908B-EDB98A70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06584-08A2-47EE-F0DF-4AFAF7C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9A4A0-0CA4-7512-AE3D-6A75B02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4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E628-F0A0-D129-5A46-48DFB735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660B6-77E2-0F5A-A677-72C3ADCC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9492F-8821-E30E-3756-68508002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D79CB-FED1-2F57-27D3-3B3F398A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75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8770C-61C7-C55F-76A5-0F073B38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2E4E4-2F7F-F845-80EC-45C4D9FA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BA8E5-4DDA-9110-5541-AFA9D5EC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90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9A2E-EC2B-94E6-ADB2-930A6A59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068E-4472-1AC7-6415-2C9539F5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74CE-1D3C-E343-248F-352C59712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2EC12-90CE-45A6-7441-72CA81BC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3F95A-AC1E-75C8-D38A-9C9EDA87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C3D48-B0ED-0023-62B2-6AE373CA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83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1677-7EFA-E88B-A3B8-10C6527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CBB30-AB17-CC3C-79FF-88CBD366B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38C48-6CAD-91A4-D200-8DB246D7D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A72EB-78DC-DDA0-879D-AE551440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282A-7BA1-6036-AA88-9AFA14A9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8411-B3DD-7659-7F6E-B74B9B2F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90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D500-FF98-05B5-10AC-2DBD4857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51D7A-6C58-E4A0-3B1F-36E9B6D4F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1341-B221-88D1-0CD9-17AEC38B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1E882-435A-7347-0D46-0C02F94C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D11D-BE43-FD0C-55A3-95363B9C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7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41BDD-C808-5714-E477-C4AFD1935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41EE4-BA96-C14D-50BC-CEC26812A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2A95-8D16-A05E-FBBA-BBA13376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98B6-C424-D4D6-4E91-8EF2A484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6016C-8545-BF27-90F8-4E79F766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044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EF667-8DC9-3E08-6F98-4DE9B470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D6BB-D958-058B-3C0A-92135CE44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70F1-EE1E-D3CB-9757-940F920B6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fld id="{0F4301EB-A6DF-40A8-A43A-0A0571203EA5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F5D1-2B74-1926-DFB7-327F82607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DC4D-0399-B3C3-63ED-C710996D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fld id="{BFF54E24-3336-4311-8C52-952D9A02FA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74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40000"/>
              <a:lumOff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10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8.svg"/><Relationship Id="rId5" Type="http://schemas.openxmlformats.org/officeDocument/2006/relationships/image" Target="../media/image16.sv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10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5" Type="http://schemas.openxmlformats.org/officeDocument/2006/relationships/image" Target="../media/image16.sv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.sv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.sv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.sv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6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8.svg"/><Relationship Id="rId7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4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4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1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0.svg"/><Relationship Id="rId7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12.svg"/><Relationship Id="rId7" Type="http://schemas.openxmlformats.org/officeDocument/2006/relationships/image" Target="../media/image5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10.svg"/><Relationship Id="rId10" Type="http://schemas.openxmlformats.org/officeDocument/2006/relationships/image" Target="../media/image550.png"/><Relationship Id="rId4" Type="http://schemas.openxmlformats.org/officeDocument/2006/relationships/image" Target="../media/image9.png"/><Relationship Id="rId9" Type="http://schemas.openxmlformats.org/officeDocument/2006/relationships/image" Target="../media/image5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14.svg"/><Relationship Id="rId7" Type="http://schemas.openxmlformats.org/officeDocument/2006/relationships/image" Target="../media/image5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5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12" Type="http://schemas.openxmlformats.org/officeDocument/2006/relationships/image" Target="../media/image55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40.png"/><Relationship Id="rId5" Type="http://schemas.openxmlformats.org/officeDocument/2006/relationships/image" Target="../media/image12.svg"/><Relationship Id="rId10" Type="http://schemas.openxmlformats.org/officeDocument/2006/relationships/image" Target="../media/image530.png"/><Relationship Id="rId4" Type="http://schemas.openxmlformats.org/officeDocument/2006/relationships/image" Target="../media/image11.png"/><Relationship Id="rId9" Type="http://schemas.openxmlformats.org/officeDocument/2006/relationships/image" Target="../media/image5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14.svg"/><Relationship Id="rId7" Type="http://schemas.openxmlformats.org/officeDocument/2006/relationships/image" Target="../media/image5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5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560.png"/><Relationship Id="rId5" Type="http://schemas.openxmlformats.org/officeDocument/2006/relationships/image" Target="../media/image16.svg"/><Relationship Id="rId10" Type="http://schemas.openxmlformats.org/officeDocument/2006/relationships/image" Target="../media/image550.png"/><Relationship Id="rId4" Type="http://schemas.openxmlformats.org/officeDocument/2006/relationships/image" Target="../media/image15.png"/><Relationship Id="rId9" Type="http://schemas.openxmlformats.org/officeDocument/2006/relationships/image" Target="../media/image5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59.png"/><Relationship Id="rId5" Type="http://schemas.openxmlformats.org/officeDocument/2006/relationships/image" Target="../media/image16.svg"/><Relationship Id="rId10" Type="http://schemas.openxmlformats.org/officeDocument/2006/relationships/image" Target="../media/image58.png"/><Relationship Id="rId4" Type="http://schemas.openxmlformats.org/officeDocument/2006/relationships/image" Target="../media/image15.png"/><Relationship Id="rId9" Type="http://schemas.openxmlformats.org/officeDocument/2006/relationships/image" Target="../media/image530.png"/><Relationship Id="rId1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0.svg"/><Relationship Id="rId7" Type="http://schemas.openxmlformats.org/officeDocument/2006/relationships/image" Target="../media/image6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30.png"/><Relationship Id="rId9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26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6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60.png"/><Relationship Id="rId5" Type="http://schemas.openxmlformats.org/officeDocument/2006/relationships/image" Target="../media/image16.svg"/><Relationship Id="rId10" Type="http://schemas.openxmlformats.org/officeDocument/2006/relationships/image" Target="../media/image59.png"/><Relationship Id="rId4" Type="http://schemas.openxmlformats.org/officeDocument/2006/relationships/image" Target="../media/image15.png"/><Relationship Id="rId9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6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65.png"/><Relationship Id="rId5" Type="http://schemas.openxmlformats.org/officeDocument/2006/relationships/image" Target="../media/image16.svg"/><Relationship Id="rId10" Type="http://schemas.openxmlformats.org/officeDocument/2006/relationships/image" Target="../media/image64.png"/><Relationship Id="rId4" Type="http://schemas.openxmlformats.org/officeDocument/2006/relationships/image" Target="../media/image15.png"/><Relationship Id="rId9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svg"/><Relationship Id="rId7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68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92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93.png"/><Relationship Id="rId9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1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67D2-9445-60B9-104E-2F6853A5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DBC8E-FFF0-3E6E-8094-B0159CC7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5511"/>
            <a:ext cx="9144000" cy="1106320"/>
          </a:xfrm>
        </p:spPr>
        <p:txBody>
          <a:bodyPr anchor="ctr">
            <a:normAutofit/>
          </a:bodyPr>
          <a:lstStyle/>
          <a:p>
            <a:r>
              <a:rPr lang="en-GB" dirty="0"/>
              <a:t>Unsupervised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821A8-A10A-973E-E939-50D32C44F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3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12407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F2EF80-B821-797E-C27E-F6CA6415C5FB}"/>
              </a:ext>
            </a:extLst>
          </p:cNvPr>
          <p:cNvSpPr txBox="1"/>
          <p:nvPr/>
        </p:nvSpPr>
        <p:spPr>
          <a:xfrm>
            <a:off x="3382874" y="1306054"/>
            <a:ext cx="542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organising your closet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4D08A-2660-C8A8-BB08-F5751852DBF6}"/>
              </a:ext>
            </a:extLst>
          </p:cNvPr>
          <p:cNvSpPr txBox="1"/>
          <p:nvPr/>
        </p:nvSpPr>
        <p:spPr>
          <a:xfrm>
            <a:off x="525922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Cluster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A15612-2F73-3D85-7918-822604823741}"/>
              </a:ext>
            </a:extLst>
          </p:cNvPr>
          <p:cNvSpPr txBox="1"/>
          <p:nvPr/>
        </p:nvSpPr>
        <p:spPr>
          <a:xfrm>
            <a:off x="1432404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Analyse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C7884-9B9B-CD0D-25D1-07168EBDBAD0}"/>
              </a:ext>
            </a:extLst>
          </p:cNvPr>
          <p:cNvSpPr txBox="1"/>
          <p:nvPr/>
        </p:nvSpPr>
        <p:spPr>
          <a:xfrm>
            <a:off x="885251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Organise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D4284-777E-2D84-F22B-386DED7E09B1}"/>
              </a:ext>
            </a:extLst>
          </p:cNvPr>
          <p:cNvCxnSpPr/>
          <p:nvPr/>
        </p:nvCxnSpPr>
        <p:spPr>
          <a:xfrm>
            <a:off x="3382874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02E58-72E7-05D2-3057-4F0208563ED8}"/>
              </a:ext>
            </a:extLst>
          </p:cNvPr>
          <p:cNvCxnSpPr/>
          <p:nvPr/>
        </p:nvCxnSpPr>
        <p:spPr>
          <a:xfrm>
            <a:off x="7503218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background with a black square">
            <a:extLst>
              <a:ext uri="{FF2B5EF4-FFF2-40B4-BE49-F238E27FC236}">
                <a16:creationId xmlns:a16="http://schemas.microsoft.com/office/drawing/2014/main" id="{95BE1A58-2DEB-B230-453D-C0DE50B35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335" y="2706937"/>
            <a:ext cx="1505014" cy="1505014"/>
          </a:xfrm>
          <a:prstGeom prst="rect">
            <a:avLst/>
          </a:prstGeom>
        </p:spPr>
      </p:pic>
      <p:pic>
        <p:nvPicPr>
          <p:cNvPr id="5" name="Picture 4" descr="A black background with a black square">
            <a:extLst>
              <a:ext uri="{FF2B5EF4-FFF2-40B4-BE49-F238E27FC236}">
                <a16:creationId xmlns:a16="http://schemas.microsoft.com/office/drawing/2014/main" id="{1602A546-4057-8E59-97EF-34B703AB8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225" y="2646050"/>
            <a:ext cx="1565900" cy="1565900"/>
          </a:xfrm>
          <a:prstGeom prst="rect">
            <a:avLst/>
          </a:prstGeom>
        </p:spPr>
      </p:pic>
      <p:pic>
        <p:nvPicPr>
          <p:cNvPr id="10" name="Graphic 9" descr="Sock outline">
            <a:extLst>
              <a:ext uri="{FF2B5EF4-FFF2-40B4-BE49-F238E27FC236}">
                <a16:creationId xmlns:a16="http://schemas.microsoft.com/office/drawing/2014/main" id="{47B5B850-160B-0ACC-38D0-55BA3FF8A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1830" y="3559583"/>
            <a:ext cx="413904" cy="413904"/>
          </a:xfrm>
          <a:prstGeom prst="rect">
            <a:avLst/>
          </a:prstGeom>
        </p:spPr>
      </p:pic>
      <p:pic>
        <p:nvPicPr>
          <p:cNvPr id="12" name="Graphic 11" descr="Long sleeve shirt outline">
            <a:extLst>
              <a:ext uri="{FF2B5EF4-FFF2-40B4-BE49-F238E27FC236}">
                <a16:creationId xmlns:a16="http://schemas.microsoft.com/office/drawing/2014/main" id="{E1E37EAB-8111-56D7-1EBB-501D08AFE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9151" y="2669547"/>
            <a:ext cx="914400" cy="914400"/>
          </a:xfrm>
          <a:prstGeom prst="rect">
            <a:avLst/>
          </a:prstGeom>
        </p:spPr>
      </p:pic>
      <p:pic>
        <p:nvPicPr>
          <p:cNvPr id="18" name="Graphic 17" descr="Trousers outline">
            <a:extLst>
              <a:ext uri="{FF2B5EF4-FFF2-40B4-BE49-F238E27FC236}">
                <a16:creationId xmlns:a16="http://schemas.microsoft.com/office/drawing/2014/main" id="{84CF54BE-FCCD-0F4D-358F-0D12D9ADF2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5029" y="3576267"/>
            <a:ext cx="751676" cy="751676"/>
          </a:xfrm>
          <a:prstGeom prst="rect">
            <a:avLst/>
          </a:prstGeom>
        </p:spPr>
      </p:pic>
      <p:pic>
        <p:nvPicPr>
          <p:cNvPr id="22" name="Graphic 21" descr="Sock outline">
            <a:extLst>
              <a:ext uri="{FF2B5EF4-FFF2-40B4-BE49-F238E27FC236}">
                <a16:creationId xmlns:a16="http://schemas.microsoft.com/office/drawing/2014/main" id="{031E9AAB-5852-AE5F-098D-8915D31F7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8653" y="3638094"/>
            <a:ext cx="413904" cy="413904"/>
          </a:xfrm>
          <a:prstGeom prst="rect">
            <a:avLst/>
          </a:prstGeom>
        </p:spPr>
      </p:pic>
      <p:pic>
        <p:nvPicPr>
          <p:cNvPr id="25" name="Graphic 24" descr="Sock outline">
            <a:extLst>
              <a:ext uri="{FF2B5EF4-FFF2-40B4-BE49-F238E27FC236}">
                <a16:creationId xmlns:a16="http://schemas.microsoft.com/office/drawing/2014/main" id="{15A61E25-7829-0914-2B45-C9453AAC5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0426" y="3711177"/>
            <a:ext cx="413904" cy="413904"/>
          </a:xfrm>
          <a:prstGeom prst="rect">
            <a:avLst/>
          </a:prstGeom>
        </p:spPr>
      </p:pic>
      <p:pic>
        <p:nvPicPr>
          <p:cNvPr id="26" name="Graphic 25" descr="Sock outline">
            <a:extLst>
              <a:ext uri="{FF2B5EF4-FFF2-40B4-BE49-F238E27FC236}">
                <a16:creationId xmlns:a16="http://schemas.microsoft.com/office/drawing/2014/main" id="{16311A13-BB18-B062-257B-F44B9F9DC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199" y="3779968"/>
            <a:ext cx="413904" cy="413904"/>
          </a:xfrm>
          <a:prstGeom prst="rect">
            <a:avLst/>
          </a:prstGeom>
        </p:spPr>
      </p:pic>
      <p:pic>
        <p:nvPicPr>
          <p:cNvPr id="28" name="Graphic 27" descr="Trousers outline">
            <a:extLst>
              <a:ext uri="{FF2B5EF4-FFF2-40B4-BE49-F238E27FC236}">
                <a16:creationId xmlns:a16="http://schemas.microsoft.com/office/drawing/2014/main" id="{BB2A2A54-26F2-3DD7-C647-CE1025E1D8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13392" y="3722717"/>
            <a:ext cx="751676" cy="751676"/>
          </a:xfrm>
          <a:prstGeom prst="rect">
            <a:avLst/>
          </a:prstGeom>
        </p:spPr>
      </p:pic>
      <p:pic>
        <p:nvPicPr>
          <p:cNvPr id="29" name="Graphic 28" descr="Trousers outline">
            <a:extLst>
              <a:ext uri="{FF2B5EF4-FFF2-40B4-BE49-F238E27FC236}">
                <a16:creationId xmlns:a16="http://schemas.microsoft.com/office/drawing/2014/main" id="{F47EF281-FC08-8775-9B2D-767F02BEA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6268" y="3429000"/>
            <a:ext cx="751676" cy="751676"/>
          </a:xfrm>
          <a:prstGeom prst="rect">
            <a:avLst/>
          </a:prstGeom>
        </p:spPr>
      </p:pic>
      <p:pic>
        <p:nvPicPr>
          <p:cNvPr id="31" name="Graphic 30" descr="Long sleeve shirt outline">
            <a:extLst>
              <a:ext uri="{FF2B5EF4-FFF2-40B4-BE49-F238E27FC236}">
                <a16:creationId xmlns:a16="http://schemas.microsoft.com/office/drawing/2014/main" id="{72A788B4-A272-5780-A078-E7E2903E1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9230" y="2508716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AF43AD-BB41-C84A-0E32-59CAA619D10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78886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3227-C23D-484E-655B-7CB871C1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D8AF-D01C-0F58-D73C-485795296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5511"/>
            <a:ext cx="9144000" cy="1106320"/>
          </a:xfrm>
        </p:spPr>
        <p:txBody>
          <a:bodyPr anchor="ctr">
            <a:normAutofit/>
          </a:bodyPr>
          <a:lstStyle/>
          <a:p>
            <a:r>
              <a:rPr lang="en-GB" dirty="0"/>
              <a:t>k-Means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221D1-B58B-64D2-52A9-1488902D1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3.1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19125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09E3-5DEB-92EA-0B15-7C6B9A0D0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C0AB0A-7B85-BFD8-54A1-A3E3693CC8D9}"/>
              </a:ext>
            </a:extLst>
          </p:cNvPr>
          <p:cNvSpPr txBox="1"/>
          <p:nvPr/>
        </p:nvSpPr>
        <p:spPr>
          <a:xfrm>
            <a:off x="427703" y="2459504"/>
            <a:ext cx="11336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K-means clustering is an unsupervised learning algorithm that groups data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based on similarity </a:t>
            </a:r>
            <a:r>
              <a:rPr lang="en-GB" sz="4000" dirty="0">
                <a:latin typeface="Bahnschrift" panose="020B0502040204020203" pitchFamily="34" charset="0"/>
                <a:cs typeface="Times New Roman" panose="02020603050405020304" pitchFamily="18" charset="0"/>
              </a:rPr>
              <a:t>using cluster centres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 represent each group.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81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96AE-4C5B-8FD8-85D4-0BB27058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B5472B4-B107-9EE9-071C-A6423A0063F3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C7B130B-5A37-BBDC-76E9-C574344964E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6447BD5E-967B-EFB8-EE3F-147B8CE7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4E12B944-617C-9F73-92AA-DEE7060B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56904951-813F-235E-BD25-9BB0ACEFF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C2312F86-3987-AE92-EF92-A0584ECCA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0E0B8473-82BC-4DA3-C756-B8184E965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2208464E-DA0C-1099-F934-DB5677135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D6F5D06E-A718-68C2-3353-5686EF03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01288B54-0F12-C705-F807-9E28F513F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2E066686-E6BB-7882-C025-811A623B9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091878-C6FC-B7FB-04AF-39454349AD8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</p:spTree>
    <p:extLst>
      <p:ext uri="{BB962C8B-B14F-4D97-AF65-F5344CB8AC3E}">
        <p14:creationId xmlns:p14="http://schemas.microsoft.com/office/powerpoint/2010/main" val="101613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746293D-7591-8749-2FFA-9B8A2C39DC12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AB0F050-8C7F-140E-E349-DF393F20A520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94F6CA3A-787A-6B3A-CAC1-69D4D09BB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99B1CA8A-500B-1FA5-C571-5898F336E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119A12B0-9C88-B288-BD35-B58F92201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CEB389F0-2C36-F27D-9A8D-7217D2EAF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1A65FC78-288B-E78C-8A57-932FC8602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77798206-ADD3-B2F2-AF1D-04E98008E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40A2F061-12C8-EE4D-9A45-D4144BF61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849C5BF0-1037-B442-6DE5-175314B98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6FC5D181-8C5A-9892-5CA1-3A45E73D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43E60E33-80BB-450E-252F-2D125D90FA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AA7867-2AAE-29B4-1614-582A90ECD02E}"/>
              </a:ext>
            </a:extLst>
          </p:cNvPr>
          <p:cNvSpPr txBox="1"/>
          <p:nvPr/>
        </p:nvSpPr>
        <p:spPr>
          <a:xfrm>
            <a:off x="3350354" y="1573673"/>
            <a:ext cx="549129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Individual data points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measured on any scale or range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74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834E-16B6-D187-8F82-6FC2E8F7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ADAE17-D757-DD81-22B6-1D6DA0F382DA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6859AC0-5F76-4156-279A-4ABCCFEE05FD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8E52F162-0612-DA65-99B9-820E3E572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52FF116B-B9EF-446C-1F32-437858E31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AA63CF97-19DF-B02D-35B3-348891453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45657466-3E14-3534-DF05-BEFE650F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527CD8D0-BC2D-954E-AAB1-4D69717BE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2DDD4CC6-3418-04AD-574B-479492EEC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EF27C1D2-BB66-8A0A-BBE7-BA4FBFE10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ECCC3257-4E9A-55AB-C091-F56D0030F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E27A884B-6BC7-78A4-5BE0-678CB0029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7AEF6DD8-8477-E98A-FBF1-5157F415CC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</a:t>
            </a:r>
            <a:r>
              <a:rPr lang="de-CH" dirty="0"/>
              <a:t>k</a:t>
            </a:r>
            <a:r>
              <a:rPr lang="en-US" dirty="0"/>
              <a:t>-Means Clustering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72F58-A0AC-A434-53AB-C4EEB877F11E}"/>
              </a:ext>
            </a:extLst>
          </p:cNvPr>
          <p:cNvSpPr txBox="1"/>
          <p:nvPr/>
        </p:nvSpPr>
        <p:spPr>
          <a:xfrm>
            <a:off x="2603830" y="5003813"/>
            <a:ext cx="6984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This data can easily be grouped into three clusters by eye: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E9F8534-7637-6CD2-E176-A6F86493E607}"/>
              </a:ext>
            </a:extLst>
          </p:cNvPr>
          <p:cNvSpPr/>
          <p:nvPr/>
        </p:nvSpPr>
        <p:spPr>
          <a:xfrm rot="5400000">
            <a:off x="2348976" y="2783761"/>
            <a:ext cx="289711" cy="2108662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8AF183D-E813-FDA5-CD1E-F1F32B25601F}"/>
              </a:ext>
            </a:extLst>
          </p:cNvPr>
          <p:cNvSpPr/>
          <p:nvPr/>
        </p:nvSpPr>
        <p:spPr>
          <a:xfrm rot="5400000">
            <a:off x="5640654" y="2869715"/>
            <a:ext cx="289711" cy="193675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5D856C87-F6A4-717F-7992-574264D0DF17}"/>
              </a:ext>
            </a:extLst>
          </p:cNvPr>
          <p:cNvSpPr/>
          <p:nvPr/>
        </p:nvSpPr>
        <p:spPr>
          <a:xfrm rot="5400000">
            <a:off x="9319777" y="2612780"/>
            <a:ext cx="289711" cy="24506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A0F3D5-BD2C-678B-A9D3-80392C94C00E}"/>
                  </a:ext>
                </a:extLst>
              </p:cNvPr>
              <p:cNvSpPr txBox="1"/>
              <p:nvPr/>
            </p:nvSpPr>
            <p:spPr>
              <a:xfrm>
                <a:off x="2276495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A0F3D5-BD2C-678B-A9D3-80392C94C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495" y="4040709"/>
                <a:ext cx="410818" cy="369332"/>
              </a:xfrm>
              <a:prstGeom prst="rect">
                <a:avLst/>
              </a:prstGeom>
              <a:blipFill>
                <a:blip r:embed="rId9"/>
                <a:stretch>
                  <a:fillRect l="-11765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197AD-CC20-0813-7EF2-37CAFBFE0039}"/>
                  </a:ext>
                </a:extLst>
              </p:cNvPr>
              <p:cNvSpPr txBox="1"/>
              <p:nvPr/>
            </p:nvSpPr>
            <p:spPr>
              <a:xfrm>
                <a:off x="5564615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197AD-CC20-0813-7EF2-37CAFBFE0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615" y="4040709"/>
                <a:ext cx="417935" cy="369332"/>
              </a:xfrm>
              <a:prstGeom prst="rect">
                <a:avLst/>
              </a:prstGeom>
              <a:blipFill>
                <a:blip r:embed="rId10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134479-BC49-98DB-CE09-D595581DD701}"/>
                  </a:ext>
                </a:extLst>
              </p:cNvPr>
              <p:cNvSpPr txBox="1"/>
              <p:nvPr/>
            </p:nvSpPr>
            <p:spPr>
              <a:xfrm>
                <a:off x="9243738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134479-BC49-98DB-CE09-D595581DD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738" y="4040709"/>
                <a:ext cx="417935" cy="369332"/>
              </a:xfrm>
              <a:prstGeom prst="rect">
                <a:avLst/>
              </a:prstGeom>
              <a:blipFill>
                <a:blip r:embed="rId11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9031B3-7BBC-9F63-2856-F999A017C5A8}"/>
                  </a:ext>
                </a:extLst>
              </p:cNvPr>
              <p:cNvSpPr txBox="1"/>
              <p:nvPr/>
            </p:nvSpPr>
            <p:spPr>
              <a:xfrm>
                <a:off x="2118472" y="1702924"/>
                <a:ext cx="795505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kumimoji="0" lang="de-CH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in k-means clustering represents the number of</a:t>
                </a:r>
                <a:b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</a:b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clusters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0" lang="en-GB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de-CH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de-CH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de-CH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de-CH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de-CH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de-CH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de-CH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kumimoji="0" lang="fr-CH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kumimoji="0" lang="fr-CH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the algorithm will form. In this example,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de-CH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k</m:t>
                    </m:r>
                    <m:r>
                      <a:rPr kumimoji="0" lang="de-CH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9031B3-7BBC-9F63-2856-F999A017C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472" y="1702924"/>
                <a:ext cx="7955057" cy="707886"/>
              </a:xfrm>
              <a:prstGeom prst="rect">
                <a:avLst/>
              </a:prstGeom>
              <a:blipFill>
                <a:blip r:embed="rId12"/>
                <a:stretch>
                  <a:fillRect t="-5172" r="-230" b="-137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087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DB0E-CF87-E4A5-21EA-E75B47D9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9C63F-055D-7A8D-7C8B-78E7E081EF21}"/>
              </a:ext>
            </a:extLst>
          </p:cNvPr>
          <p:cNvSpPr txBox="1"/>
          <p:nvPr/>
        </p:nvSpPr>
        <p:spPr>
          <a:xfrm>
            <a:off x="427703" y="2459504"/>
            <a:ext cx="11336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K-means clustering is an unsupervised learning algorithm that groups data </a:t>
            </a:r>
            <a:r>
              <a:rPr lang="en-GB" sz="4000" dirty="0">
                <a:latin typeface="Bahnschrift" panose="020B0502040204020203" pitchFamily="34" charset="0"/>
                <a:cs typeface="Times New Roman" panose="02020603050405020304" pitchFamily="18" charset="0"/>
              </a:rPr>
              <a:t>based on similarity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using cluster centres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 represent each group.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468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F26B-663A-79FC-36A0-E73303D4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3CC1B-59DC-8EA5-FE9E-1B6991608A7A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9625B0A-F6A9-03D5-2FE1-65C413FB011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DBA2EEE1-CEA3-D3FC-B371-FF487201B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3EB3CA73-5DF1-CA09-9781-57587CC5A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9E3D393B-980F-D22D-122A-CEA12767C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22B1F99B-809A-CB76-4274-E92B9C3BC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BFABF6BB-08D5-7A5A-5D49-B801FC629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0EEF0560-56FB-C995-4EC0-6257A9B19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685D5ED7-C013-D7E5-E1BE-B845EB0C5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0BC92B2A-7E3E-B3B5-D7FB-98FE55E3C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6D5FDE27-FAA9-4814-B812-A8581EE12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827208-0E7A-1535-B52A-3DD93788CE8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144CF2-0EBB-0B7A-69D7-E144B8C9B6A6}"/>
              </a:ext>
            </a:extLst>
          </p:cNvPr>
          <p:cNvSpPr txBox="1"/>
          <p:nvPr/>
        </p:nvSpPr>
        <p:spPr>
          <a:xfrm>
            <a:off x="3350355" y="4958396"/>
            <a:ext cx="549129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Random selection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three </a:t>
            </a: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starting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B3742F-B118-341B-57CF-2510F686B8A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548163" y="3638859"/>
            <a:ext cx="2547838" cy="1319537"/>
          </a:xfrm>
          <a:prstGeom prst="straightConnector1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692A7C-DE83-A672-8AEC-65B2961A8C3D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2046083" y="3624781"/>
            <a:ext cx="4049918" cy="1333615"/>
          </a:xfrm>
          <a:prstGeom prst="straightConnector1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C85FD2-07A9-C934-5BB3-F0EDFA61BD25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096001" y="3695078"/>
            <a:ext cx="2143321" cy="1263318"/>
          </a:xfrm>
          <a:prstGeom prst="straightConnector1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57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5B39-3C7F-2281-0D95-19F9E95E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41329B-C406-D4F5-ECDF-3F85F9311511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DDAB914-2C31-D6E5-150C-908FE9CF3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B28EBAB9-4700-30BE-876A-B3E3F05BC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65BB2FE7-6A34-52A2-77A8-6D3B7D8E3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8F9994ED-2E31-D21E-7608-6B6EE948F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10608A94-C91D-2457-293D-9B11B5D09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85036445-A9B4-DEC7-D36E-3F454DB4F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59EB7E92-9960-789C-C724-705E3B8C7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E103A934-01B0-01DD-613E-80C51083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396323D3-E7F2-84C2-C009-0B44971DD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19DD25B1-7389-F0CC-6738-8CBD556FF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B079F8-36AA-590D-7A1E-1C738B3279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28925-762C-CF02-B1BE-5660DF91A382}"/>
              </a:ext>
            </a:extLst>
          </p:cNvPr>
          <p:cNvSpPr txBox="1"/>
          <p:nvPr/>
        </p:nvSpPr>
        <p:spPr>
          <a:xfrm>
            <a:off x="436991" y="4598533"/>
            <a:ext cx="1131801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starting cluster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starting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97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55BF-2E81-7A37-7249-7A3CF155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7064-88D3-8FBB-0E67-8D7FCDA6DA3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7B562C-C2D5-730C-5F6E-6BDF66B32A65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FBB218-078F-C64B-EB64-BE43EB03825C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556760-66D0-96B2-2A5A-597AD3B42022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822F48-88B8-47EB-6697-5A9C393C6D28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FD329B-1DA8-EDF0-15B4-B608002B421E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EF80B8-0ED5-4327-EC9A-D10108969CE6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D23AD0-164E-7979-4816-6F5DF1935366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091E44-7F49-532F-BBC8-69AE7333F77A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582873EA-F097-13FE-BB6D-A03350A77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CBF81D6F-4373-2E22-B37A-0C8FDF99B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8D91A600-EA02-23E7-F9DF-5D8FA3CF4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47C41030-555B-F7A6-FD9B-BF130CCF5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2CE3ABE0-42E5-4F13-E030-6888F8347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750FC57D-7FB6-7EF4-4E41-562191850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25AD8D53-5DB3-EC3E-0E26-557568AFE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487CA440-9DA9-2573-AE0B-4AA3C825C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FDDECA8D-7990-039B-445B-9F14E3456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E3191B7-555C-B59A-7208-FDDD59935981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Determining the distance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the first point to the initial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77BD483A-0B69-AB12-5818-C96C5B984D2D}"/>
              </a:ext>
            </a:extLst>
          </p:cNvPr>
          <p:cNvSpPr/>
          <p:nvPr/>
        </p:nvSpPr>
        <p:spPr>
          <a:xfrm rot="16200000">
            <a:off x="2113055" y="3305934"/>
            <a:ext cx="130819" cy="970928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A117C56-8392-2D1E-17BD-A8FE6AFEEE53}"/>
              </a:ext>
            </a:extLst>
          </p:cNvPr>
          <p:cNvSpPr/>
          <p:nvPr/>
        </p:nvSpPr>
        <p:spPr>
          <a:xfrm rot="16200000">
            <a:off x="2919458" y="3601980"/>
            <a:ext cx="121179" cy="630833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729E4C6E-9BAE-3EE3-F8B9-C02D849B049F}"/>
              </a:ext>
            </a:extLst>
          </p:cNvPr>
          <p:cNvSpPr/>
          <p:nvPr/>
        </p:nvSpPr>
        <p:spPr>
          <a:xfrm rot="16200000">
            <a:off x="5492159" y="1153792"/>
            <a:ext cx="171760" cy="5828222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60B6F5-7427-C2D4-9353-BE526DF738E8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𝑖𝑛𝑡𝑖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fr-CH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𝑐𝑙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𝑢𝑠𝑡𝑒𝑟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60B6F5-7427-C2D4-9353-BE526DF73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5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6DDF-8B1D-FF3D-1D18-F86B6BA9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44FA3D5-93D6-C1A9-EC5F-739808E22D4E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D35635-7B13-2E97-AABA-45C8A331F6C7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3F2211-B00D-141A-0AC7-3EE9C2D21CF8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C80190-2DFB-E40E-FB6B-370619D2830E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D6BB94-B936-A0BC-367D-BEA736DC0D7F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AB2A40-50AC-4FBE-3402-13DF32527061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D7E696-88B3-567C-B9AE-A85A73D6DB90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2B79479-BB1E-559D-6554-B997F16AA0C7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9E73B700-DD96-A191-94EA-4A51E2721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8AA6E997-49D2-8428-45C2-8408759C7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3EAA4518-A785-8A5C-1A0A-BD08DBBC9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84F18D21-BCFB-2A1E-6737-27725527E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A3813D7F-8203-5676-C3D1-26A44DE1F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CC219536-9A18-84ED-B272-CEE58DEBC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B9A7FA10-3E62-5A27-C365-0718843B8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EED50F20-E954-B22E-D560-4D39A9415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366D7088-A9D9-35AC-1D2F-358CDFEE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8461CC6-9002-2402-AAE9-1D09F2F0C5E8}"/>
              </a:ext>
            </a:extLst>
          </p:cNvPr>
          <p:cNvSpPr txBox="1"/>
          <p:nvPr/>
        </p:nvSpPr>
        <p:spPr>
          <a:xfrm>
            <a:off x="2946085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shortest distance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determines the colour/cluster of the point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1818B0B0-36BC-046F-0A27-671EAB996590}"/>
              </a:ext>
            </a:extLst>
          </p:cNvPr>
          <p:cNvSpPr/>
          <p:nvPr/>
        </p:nvSpPr>
        <p:spPr>
          <a:xfrm rot="16200000">
            <a:off x="2113055" y="3305934"/>
            <a:ext cx="130819" cy="970928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021AECBC-DCE8-B161-542A-308590CC6C92}"/>
              </a:ext>
            </a:extLst>
          </p:cNvPr>
          <p:cNvSpPr/>
          <p:nvPr/>
        </p:nvSpPr>
        <p:spPr>
          <a:xfrm rot="16200000">
            <a:off x="2919458" y="3601980"/>
            <a:ext cx="121179" cy="630833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rgbClr val="FFC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FBEC726E-EB81-1BAC-9A1C-941B29BD8A5F}"/>
              </a:ext>
            </a:extLst>
          </p:cNvPr>
          <p:cNvSpPr/>
          <p:nvPr/>
        </p:nvSpPr>
        <p:spPr>
          <a:xfrm rot="16200000">
            <a:off x="5492159" y="1153792"/>
            <a:ext cx="171760" cy="5828222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FF0635-7645-12BE-18E7-E29DAC8F785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EA0251-A6C9-1985-79F8-281E6EBDCD82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𝑖𝑛𝑡𝑖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fr-CH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𝑐𝑙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𝑢𝑠𝑡𝑒𝑟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EA0251-A6C9-1985-79F8-281E6EBDC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458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BE77-24C4-AC9B-8484-474E28B8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8AAB4A71-4D9B-2006-2D27-5784E8619DF7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FC423C-1D43-3082-C853-688362BDEB65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B31D09-0119-9EE8-3551-5DC2E7D8FE84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CE1C39-B083-2C16-5314-7851682083B5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41FFB4-1139-6829-E20F-BBA5A8261B9F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77667C-3B49-5FBE-2553-A6678C04468B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17291A-3D9A-D8B5-0367-FAA73E9FF491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E0768E-00D2-245F-2CE1-142C6AC71045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68ADE0CB-F7AD-EAB1-7DD1-0F82F653E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42CDA3E0-823F-93E8-CCF0-1E3E4F948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23E6C559-62B7-E509-197F-CBCECE11B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2FF81061-5D62-8DCD-9CCE-A7F23C07C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D1AFE94F-883C-937A-EB6B-0B60E5637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3984D587-C5A5-F2F4-0C54-26D008CEE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FD830DE2-67AC-F9DD-AA28-03CE3656C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8694D7CF-BCBE-BF2D-14ED-3B56FE0F9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01648B61-7554-9395-5654-D3A202505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1F5700C-98E6-68C9-6333-EE7046D8F7D6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Determining the distance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the second point to the initial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012DD9F8-D1CF-D288-6B01-6C9966640C2B}"/>
              </a:ext>
            </a:extLst>
          </p:cNvPr>
          <p:cNvSpPr/>
          <p:nvPr/>
        </p:nvSpPr>
        <p:spPr>
          <a:xfrm rot="16200000">
            <a:off x="3316066" y="2102922"/>
            <a:ext cx="130810" cy="3376941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FE7875B-4190-0374-B5D7-F0252BED3AA8}"/>
              </a:ext>
            </a:extLst>
          </p:cNvPr>
          <p:cNvSpPr/>
          <p:nvPr/>
        </p:nvSpPr>
        <p:spPr>
          <a:xfrm rot="16200000">
            <a:off x="4117296" y="3034970"/>
            <a:ext cx="130809" cy="1774479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2F1C917B-D68B-5FCE-FC6B-061CAD53D180}"/>
              </a:ext>
            </a:extLst>
          </p:cNvPr>
          <p:cNvSpPr/>
          <p:nvPr/>
        </p:nvSpPr>
        <p:spPr>
          <a:xfrm rot="16200000">
            <a:off x="6693147" y="2358815"/>
            <a:ext cx="175795" cy="3422209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6A80E-87A9-49C7-8AAA-C5B561201EB3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𝑖𝑛𝑡𝑖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fr-CH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𝑐𝑙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𝑢𝑠𝑡𝑒𝑟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6A80E-87A9-49C7-8AAA-C5B56120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0955406F-68DD-33D1-F710-607E0D01208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</p:spTree>
    <p:extLst>
      <p:ext uri="{BB962C8B-B14F-4D97-AF65-F5344CB8AC3E}">
        <p14:creationId xmlns:p14="http://schemas.microsoft.com/office/powerpoint/2010/main" val="184571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526C-5881-1FC6-9591-2676CDBF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44E7C226-54E3-FA50-871C-AD0ED78AC552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CC01BC-B44E-4811-58BA-8DB5014AFFFF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A97A74-6D3F-C443-6F7B-65F4C48749B8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9D829D-7A27-A3A0-C362-FCE781C43B2A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4D19EA-A551-BF33-7520-D272295255A2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F5C5D2-5127-70FA-E114-FF43A76406AA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5B5177-B7B8-0861-22BA-8C3F839CE091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FBA663-8B4D-82EE-C4DD-10BF903B77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BA6C3AB9-4457-1558-8E49-612675416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45D0E4AF-F61F-A277-0E5E-5144F85D8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0DFE4184-232A-7430-47ED-ED6C74077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27D99666-64E4-8F7D-DB7B-CEAB33BF2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DB1750E7-40F8-0F9D-9357-AEB3734F6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BEEEBF82-9669-F824-902E-019971F78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CC824DA2-3F01-0512-DE33-B0EB8E546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2FADF0E0-AAE2-16AF-8ED4-FA3F38B6B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F0F8EDFD-87ED-A896-69E2-3D944B2B8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Left Brace 32">
            <a:extLst>
              <a:ext uri="{FF2B5EF4-FFF2-40B4-BE49-F238E27FC236}">
                <a16:creationId xmlns:a16="http://schemas.microsoft.com/office/drawing/2014/main" id="{43D35AB6-9C61-8217-3349-8950D4216077}"/>
              </a:ext>
            </a:extLst>
          </p:cNvPr>
          <p:cNvSpPr/>
          <p:nvPr/>
        </p:nvSpPr>
        <p:spPr>
          <a:xfrm rot="16200000">
            <a:off x="3316066" y="2102922"/>
            <a:ext cx="130810" cy="3376941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7F581214-76D0-BB6C-4C4E-EC258561EC30}"/>
              </a:ext>
            </a:extLst>
          </p:cNvPr>
          <p:cNvSpPr/>
          <p:nvPr/>
        </p:nvSpPr>
        <p:spPr>
          <a:xfrm rot="16200000">
            <a:off x="4117296" y="3034970"/>
            <a:ext cx="130809" cy="1774479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rgbClr val="FFC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A5694AC8-3969-1B83-04C2-8D7E4FEAF097}"/>
              </a:ext>
            </a:extLst>
          </p:cNvPr>
          <p:cNvSpPr/>
          <p:nvPr/>
        </p:nvSpPr>
        <p:spPr>
          <a:xfrm rot="16200000">
            <a:off x="6693147" y="2358815"/>
            <a:ext cx="175795" cy="3422209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1FA04-7DC0-1F94-CD58-249E9D7B74A5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shortest distance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determines the colour/cluster of the point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7982BE-57B9-66A1-ACFD-53651F66DD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7D91DC-D18F-45B2-967D-39514B4301DC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𝑖𝑛𝑡𝑖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fr-CH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𝑐𝑙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𝑢𝑠𝑡𝑒𝑟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7D91DC-D18F-45B2-967D-39514B430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228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8F9A-C719-A6B5-14B8-A7E24A8F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57D1E189-2093-99ED-3FF7-CB84580665DA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91A232-3FD9-F02E-3DE7-3143A9570D31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05A6CC-3CD0-CA2B-0974-1332418852B6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00B908-0742-A4AC-DAD2-68881552884F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9460C2-4349-FE6D-4698-2D0EE5A8881C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0FCB23-6627-7721-E26F-90D0DBE6509D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08A8BC-17A8-C19C-EE85-1F9EF5AE1764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6AB23-185D-3E10-8265-88C427EEE1F8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B5314694-E4AB-076D-A81F-B6723C91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D9B98629-E4A3-9F2B-37C1-26890A49B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D5CD4B31-6122-6475-926E-4351B94B9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9D1FD45B-B07E-D641-92B5-9AE374555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CB356CC1-4501-6709-218C-46A5A811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612FE7F7-F57D-7D93-10D9-BBD5CE7C2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F40C007E-8749-F104-C7B9-4DB83C23E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8E74BDFF-1B3A-6A2C-A4FE-A5448889E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6805F597-876A-7346-BE71-52C032A7C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5664BA-C32E-EEFF-3931-3A0D0DE7BBCF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Repeat for every 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initial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FAB0FC-B657-46E5-7BD0-EC818174EB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39D83A-70C2-C49B-C834-9B6C06C9B8B0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𝑖𝑛𝑡𝑖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fr-CH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𝑐𝑙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𝑢𝑠𝑡𝑒𝑟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39D83A-70C2-C49B-C834-9B6C06C9B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62525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837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1222-542A-558D-7E2C-E454DA9C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08E0EAF-3E9D-80A7-B09D-AD0FC1214115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59E532-2E81-1162-985D-6CF8C18D0B69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AC346E0F-8EAC-DA4C-0390-54594348C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B64E2D90-CAA8-E2D6-2EE3-D3A9D1F3C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910FA722-BB69-D297-4A2B-6D28C9C44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59BDEBBB-0E46-1F94-E3B4-0BB995B80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F54D5ED6-7C4E-6B8B-0CA8-4BC6511D6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ADF6E777-3C96-DC78-5853-3038A2BA8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7F70CB0D-A019-00BE-B1B8-D30E6545C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71E60C3B-D67D-AD30-243E-EB402FF1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C07BB3CE-758E-4851-5671-1B6E18AFF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02C757E4-EF6A-EA61-935C-F6556779BB3A}"/>
              </a:ext>
            </a:extLst>
          </p:cNvPr>
          <p:cNvSpPr/>
          <p:nvPr/>
        </p:nvSpPr>
        <p:spPr>
          <a:xfrm rot="5400000">
            <a:off x="1546645" y="3586093"/>
            <a:ext cx="289711" cy="50400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B4E1427-322C-F165-5F18-1D6464819442}"/>
              </a:ext>
            </a:extLst>
          </p:cNvPr>
          <p:cNvSpPr/>
          <p:nvPr/>
        </p:nvSpPr>
        <p:spPr>
          <a:xfrm rot="5400000">
            <a:off x="3950685" y="2154482"/>
            <a:ext cx="289711" cy="33672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45C5E87-D9F6-66AE-0B61-1253F335C82B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356354-BAFB-73E0-55D4-51E928D45543}"/>
                  </a:ext>
                </a:extLst>
              </p:cNvPr>
              <p:cNvSpPr txBox="1"/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356354-BAFB-73E0-55D4-51E928D45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blipFill>
                <a:blip r:embed="rId8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916F31-4CEA-CB29-F3E3-3058BA74352D}"/>
                  </a:ext>
                </a:extLst>
              </p:cNvPr>
              <p:cNvSpPr txBox="1"/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916F31-4CEA-CB29-F3E3-3058BA743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blipFill>
                <a:blip r:embed="rId9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DBA2DA-F560-02D8-E148-47FF5AFF402E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DBA2DA-F560-02D8-E148-47FF5AFF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10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9AFEAF0-BFC9-5C07-6D84-0D53D9243B9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</p:spTree>
    <p:extLst>
      <p:ext uri="{BB962C8B-B14F-4D97-AF65-F5344CB8AC3E}">
        <p14:creationId xmlns:p14="http://schemas.microsoft.com/office/powerpoint/2010/main" val="249754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CB90-1ECF-7875-9BAE-83CD82CCD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0E0FA44-D50D-5F4F-155F-3F78351A3914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40C5DB-F9CD-475F-E38A-6CCF3709B57D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40215F1A-F971-989D-13C0-81D9FD442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ED49D8EC-E685-F729-7695-728ECED67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A1273B01-68F9-EFCC-0559-E36166501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14D4DFF1-6C37-7DAC-C0BC-8144FFEC4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BC6F995B-99B3-E5FB-92C1-CAF894B5A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51001894-97F2-C575-7173-FF988013E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681845C1-6955-377B-EC30-276A3F426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3DD27DB5-0A33-D427-61CA-D16C99FD3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8EE18206-086B-31DC-F357-DC072A80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D97ACEE7-674A-CF2C-478F-F257673E6D4A}"/>
              </a:ext>
            </a:extLst>
          </p:cNvPr>
          <p:cNvSpPr/>
          <p:nvPr/>
        </p:nvSpPr>
        <p:spPr>
          <a:xfrm rot="5400000">
            <a:off x="1546645" y="3586093"/>
            <a:ext cx="289711" cy="50400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D7EC34D-1EE7-3626-339E-AA509A2BC20C}"/>
              </a:ext>
            </a:extLst>
          </p:cNvPr>
          <p:cNvSpPr/>
          <p:nvPr/>
        </p:nvSpPr>
        <p:spPr>
          <a:xfrm rot="5400000">
            <a:off x="3950685" y="2154482"/>
            <a:ext cx="289711" cy="33672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0A8DB03-4FCD-D6C8-3220-B696201E1A0C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4CF2C3-1DAC-0587-EDF4-0D563D9E7312}"/>
                  </a:ext>
                </a:extLst>
              </p:cNvPr>
              <p:cNvSpPr txBox="1"/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4CF2C3-1DAC-0587-EDF4-0D563D9E7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blipFill>
                <a:blip r:embed="rId8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48143-1FD9-1957-307A-05DD40B256FE}"/>
                  </a:ext>
                </a:extLst>
              </p:cNvPr>
              <p:cNvSpPr txBox="1"/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948143-1FD9-1957-307A-05DD40B25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blipFill>
                <a:blip r:embed="rId9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BE305C-5607-36D1-0D84-6D918D576A59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BE305C-5607-36D1-0D84-6D918D576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10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CF2ACE-BE9D-267A-6172-DDA170819774}"/>
                  </a:ext>
                </a:extLst>
              </p:cNvPr>
              <p:cNvSpPr txBox="1"/>
              <p:nvPr/>
            </p:nvSpPr>
            <p:spPr>
              <a:xfrm>
                <a:off x="2941786" y="4706804"/>
                <a:ext cx="6308428" cy="1011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Find the cluster centres</a:t>
                </a:r>
              </a:p>
              <a:p>
                <a:pPr lvl="0" algn="ctr">
                  <a:defRPr/>
                </a:pPr>
                <a:r>
                  <a:rPr lang="en-US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for all the respective clusters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CH" b="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</m:t>
                        </m:r>
                        <m:r>
                          <a:rPr lang="de-CH" b="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fr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fr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CF2ACE-BE9D-267A-6172-DDA17081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786" y="4706804"/>
                <a:ext cx="6308428" cy="1011944"/>
              </a:xfrm>
              <a:prstGeom prst="rect">
                <a:avLst/>
              </a:prstGeom>
              <a:blipFill>
                <a:blip r:embed="rId11"/>
                <a:stretch>
                  <a:fillRect t="-10843" b="-54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BD476855-4591-FDC1-6ACA-E4BFE4A9645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</p:spTree>
    <p:extLst>
      <p:ext uri="{BB962C8B-B14F-4D97-AF65-F5344CB8AC3E}">
        <p14:creationId xmlns:p14="http://schemas.microsoft.com/office/powerpoint/2010/main" val="228263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15B3-BBD3-F10F-571C-FE9FF3F2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2FC9-1AE3-6F5D-AD16-06BE5E1956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8B5694-AF9A-161E-29C6-A54368E9DED1}"/>
              </a:ext>
            </a:extLst>
          </p:cNvPr>
          <p:cNvCxnSpPr>
            <a:cxnSpLocks/>
          </p:cNvCxnSpPr>
          <p:nvPr/>
        </p:nvCxnSpPr>
        <p:spPr>
          <a:xfrm>
            <a:off x="1003426" y="3139289"/>
            <a:ext cx="10185148" cy="0"/>
          </a:xfrm>
          <a:prstGeom prst="line">
            <a:avLst/>
          </a:prstGeom>
          <a:ln w="152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00FAA4-89D0-C6DD-59F5-D253E905A0A1}"/>
              </a:ext>
            </a:extLst>
          </p:cNvPr>
          <p:cNvGrpSpPr/>
          <p:nvPr/>
        </p:nvGrpSpPr>
        <p:grpSpPr>
          <a:xfrm>
            <a:off x="2411929" y="2571186"/>
            <a:ext cx="7414665" cy="1109814"/>
            <a:chOff x="2411929" y="3177000"/>
            <a:chExt cx="3367223" cy="504000"/>
          </a:xfrm>
        </p:grpSpPr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65D13D08-35D5-F0CB-8B1D-D9537E83B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77000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3BE82C05-3297-EFD4-2D3D-48B628F6A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77000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A7C787E3-E66C-5CEA-B313-F17B2BE77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77000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ABA0194D-A501-024B-1A4A-BBF773C52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77000"/>
              <a:ext cx="504000" cy="504000"/>
            </a:xfrm>
            <a:prstGeom prst="rect">
              <a:avLst/>
            </a:prstGeom>
          </p:spPr>
        </p:pic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98B2C7C3-D416-9156-AB07-0A6C78AB6A37}"/>
              </a:ext>
            </a:extLst>
          </p:cNvPr>
          <p:cNvSpPr/>
          <p:nvPr/>
        </p:nvSpPr>
        <p:spPr>
          <a:xfrm rot="5400000">
            <a:off x="5974405" y="130761"/>
            <a:ext cx="289711" cy="741466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7AB544-FC5C-90FD-59DF-186968FB27E4}"/>
                  </a:ext>
                </a:extLst>
              </p:cNvPr>
              <p:cNvSpPr txBox="1"/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7AB544-FC5C-90FD-59DF-186968FB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617DF2-A171-02E4-C024-C077C939E451}"/>
                  </a:ext>
                </a:extLst>
              </p:cNvPr>
              <p:cNvSpPr txBox="1"/>
              <p:nvPr/>
            </p:nvSpPr>
            <p:spPr>
              <a:xfrm>
                <a:off x="2002219" y="4880631"/>
                <a:ext cx="8187562" cy="894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𝑐𝑒𝑛𝑡𝑟𝑒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𝑐𝑙𝑢𝑠𝑡𝑒𝑟</m:t>
                          </m:r>
                        </m:num>
                        <m:den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𝑐𝑙𝑢𝑠𝑡𝑒𝑟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617DF2-A171-02E4-C024-C077C939E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219" y="4880631"/>
                <a:ext cx="8187562" cy="894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FFF8F5-DC71-9C72-CC9F-7B51E6F4A40D}"/>
                  </a:ext>
                </a:extLst>
              </p:cNvPr>
              <p:cNvSpPr txBox="1"/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FFF8F5-DC71-9C72-CC9F-7B51E6F4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146551-CFAF-5BF4-0DAC-E1D544FD4ADA}"/>
                  </a:ext>
                </a:extLst>
              </p:cNvPr>
              <p:cNvSpPr txBox="1"/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146551-CFAF-5BF4-0DAC-E1D544FD4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6DF72F-6193-C67A-A84D-48656C7C7B53}"/>
                  </a:ext>
                </a:extLst>
              </p:cNvPr>
              <p:cNvSpPr txBox="1"/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6DF72F-6193-C67A-A84D-48656C7C7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54CBF2-5A52-2D64-FCEF-3AFC93CED53B}"/>
                  </a:ext>
                </a:extLst>
              </p:cNvPr>
              <p:cNvSpPr txBox="1"/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54CBF2-5A52-2D64-FCEF-3AFC93C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49377992-772E-8BCD-CC52-1534E1C0389B}"/>
              </a:ext>
            </a:extLst>
          </p:cNvPr>
          <p:cNvSpPr/>
          <p:nvPr/>
        </p:nvSpPr>
        <p:spPr>
          <a:xfrm>
            <a:off x="5867022" y="2118511"/>
            <a:ext cx="370813" cy="156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BC960A-2947-33CC-16D7-93F6D8CDA2AF}"/>
                  </a:ext>
                </a:extLst>
              </p:cNvPr>
              <p:cNvSpPr txBox="1"/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BC960A-2947-33CC-16D7-93F6D8CD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10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9F5E-0852-3F84-E416-3760531D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59B70-FAB7-3072-C57A-159AB86BD9EF}"/>
              </a:ext>
            </a:extLst>
          </p:cNvPr>
          <p:cNvCxnSpPr>
            <a:cxnSpLocks/>
          </p:cNvCxnSpPr>
          <p:nvPr/>
        </p:nvCxnSpPr>
        <p:spPr>
          <a:xfrm>
            <a:off x="1003426" y="3139289"/>
            <a:ext cx="10185148" cy="0"/>
          </a:xfrm>
          <a:prstGeom prst="line">
            <a:avLst/>
          </a:prstGeom>
          <a:ln w="152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0BB232-DA72-F246-3987-56EF7165A05F}"/>
              </a:ext>
            </a:extLst>
          </p:cNvPr>
          <p:cNvGrpSpPr/>
          <p:nvPr/>
        </p:nvGrpSpPr>
        <p:grpSpPr>
          <a:xfrm>
            <a:off x="2411929" y="2571186"/>
            <a:ext cx="7414665" cy="1109814"/>
            <a:chOff x="2411929" y="3177000"/>
            <a:chExt cx="3367223" cy="504000"/>
          </a:xfrm>
        </p:grpSpPr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6DAA2F79-35A1-DBFD-B0A8-74203009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77000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4F039588-5104-FFD2-9903-FE1E8853B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77000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BB5CDFA7-2A7D-5703-870A-8A8160D01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77000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2A1AE1BD-14CA-2D30-54BF-8573B8973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77000"/>
              <a:ext cx="504000" cy="504000"/>
            </a:xfrm>
            <a:prstGeom prst="rect">
              <a:avLst/>
            </a:prstGeom>
          </p:spPr>
        </p:pic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F140B586-3383-4D57-238E-DC9B34335C21}"/>
              </a:ext>
            </a:extLst>
          </p:cNvPr>
          <p:cNvSpPr/>
          <p:nvPr/>
        </p:nvSpPr>
        <p:spPr>
          <a:xfrm rot="5400000">
            <a:off x="5974405" y="130761"/>
            <a:ext cx="289711" cy="741466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309FBA-03B5-E48D-CFCC-A5C48BD22566}"/>
                  </a:ext>
                </a:extLst>
              </p:cNvPr>
              <p:cNvSpPr txBox="1"/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309FBA-03B5-E48D-CFCC-A5C48BD2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835C0A-9BE9-9963-7293-EC4704049ADB}"/>
                  </a:ext>
                </a:extLst>
              </p:cNvPr>
              <p:cNvSpPr txBox="1"/>
              <p:nvPr/>
            </p:nvSpPr>
            <p:spPr>
              <a:xfrm>
                <a:off x="4961010" y="4887372"/>
                <a:ext cx="2222147" cy="1190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CH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fr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de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835C0A-9BE9-9963-7293-EC4704049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010" y="4887372"/>
                <a:ext cx="2222147" cy="11901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E2D56C-00DC-4B66-6E9E-E9AD5DAAED34}"/>
                  </a:ext>
                </a:extLst>
              </p:cNvPr>
              <p:cNvSpPr txBox="1"/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E2D56C-00DC-4B66-6E9E-E9AD5DAA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E2BCB6-E91C-5CD6-103F-F2F03209A96E}"/>
                  </a:ext>
                </a:extLst>
              </p:cNvPr>
              <p:cNvSpPr txBox="1"/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E2BCB6-E91C-5CD6-103F-F2F03209A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2E989-9F7B-F0EA-E89E-297D55090B73}"/>
                  </a:ext>
                </a:extLst>
              </p:cNvPr>
              <p:cNvSpPr txBox="1"/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2E989-9F7B-F0EA-E89E-297D55090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BF6D3E-4659-C59A-33F9-81963A4E6870}"/>
                  </a:ext>
                </a:extLst>
              </p:cNvPr>
              <p:cNvSpPr txBox="1"/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BF6D3E-4659-C59A-33F9-81963A4E6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BD0ED85-3653-4B93-6ABC-88C498AE2A08}"/>
              </a:ext>
            </a:extLst>
          </p:cNvPr>
          <p:cNvSpPr/>
          <p:nvPr/>
        </p:nvSpPr>
        <p:spPr>
          <a:xfrm>
            <a:off x="5867022" y="2118511"/>
            <a:ext cx="370813" cy="156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7FC2BA-C401-E9E3-2FE2-3E75386BD3EA}"/>
                  </a:ext>
                </a:extLst>
              </p:cNvPr>
              <p:cNvSpPr txBox="1"/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7FC2BA-C401-E9E3-2FE2-3E75386BD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B43A53B1-B602-D0B4-A6D9-D7C0173B28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</p:spTree>
    <p:extLst>
      <p:ext uri="{BB962C8B-B14F-4D97-AF65-F5344CB8AC3E}">
        <p14:creationId xmlns:p14="http://schemas.microsoft.com/office/powerpoint/2010/main" val="3785394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3E38-42B9-4894-813F-14719D95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C943E7-98AC-3B31-E19B-45894CE2A7ED}"/>
              </a:ext>
            </a:extLst>
          </p:cNvPr>
          <p:cNvCxnSpPr>
            <a:cxnSpLocks/>
          </p:cNvCxnSpPr>
          <p:nvPr/>
        </p:nvCxnSpPr>
        <p:spPr>
          <a:xfrm>
            <a:off x="1003426" y="3139289"/>
            <a:ext cx="10185148" cy="0"/>
          </a:xfrm>
          <a:prstGeom prst="line">
            <a:avLst/>
          </a:prstGeom>
          <a:ln w="152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13FBDB-7673-753B-FAE7-F2A9A88AF2F5}"/>
              </a:ext>
            </a:extLst>
          </p:cNvPr>
          <p:cNvGrpSpPr/>
          <p:nvPr/>
        </p:nvGrpSpPr>
        <p:grpSpPr>
          <a:xfrm>
            <a:off x="2411929" y="2571186"/>
            <a:ext cx="7414665" cy="1109814"/>
            <a:chOff x="2411929" y="3177000"/>
            <a:chExt cx="3367223" cy="504000"/>
          </a:xfrm>
        </p:grpSpPr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00BC5480-4FF8-DDEC-E3B4-2B6F748BE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77000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B30E75DC-62F8-4DE8-8174-1ABDD5EB7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77000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87906BBF-4412-13A6-9922-10E65CDD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77000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51E240D4-A635-9C13-29C6-C23EC4144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77000"/>
              <a:ext cx="504000" cy="504000"/>
            </a:xfrm>
            <a:prstGeom prst="rect">
              <a:avLst/>
            </a:prstGeom>
          </p:spPr>
        </p:pic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8C9E7251-2CAB-D68C-5351-A7B2A7C01199}"/>
              </a:ext>
            </a:extLst>
          </p:cNvPr>
          <p:cNvSpPr/>
          <p:nvPr/>
        </p:nvSpPr>
        <p:spPr>
          <a:xfrm rot="5400000">
            <a:off x="5974405" y="130761"/>
            <a:ext cx="289711" cy="741466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021FEE-283D-1412-65C0-2A089F837828}"/>
                  </a:ext>
                </a:extLst>
              </p:cNvPr>
              <p:cNvSpPr txBox="1"/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021FEE-283D-1412-65C0-2A089F837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D25BAA-0565-33EA-827B-48667F30606F}"/>
                  </a:ext>
                </a:extLst>
              </p:cNvPr>
              <p:cNvSpPr txBox="1"/>
              <p:nvPr/>
            </p:nvSpPr>
            <p:spPr>
              <a:xfrm>
                <a:off x="3480828" y="4911504"/>
                <a:ext cx="5338000" cy="1114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D25BAA-0565-33EA-827B-48667F306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828" y="4911504"/>
                <a:ext cx="5338000" cy="1114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6D594F-645B-4296-2912-3B6099191F3A}"/>
                  </a:ext>
                </a:extLst>
              </p:cNvPr>
              <p:cNvSpPr txBox="1"/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6D594F-645B-4296-2912-3B6099191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781" y="1998414"/>
                <a:ext cx="54848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891D-2674-AD4B-DD34-A5E01D05DE96}"/>
                  </a:ext>
                </a:extLst>
              </p:cNvPr>
              <p:cNvSpPr txBox="1"/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4891D-2674-AD4B-DD34-A5E01D05D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594" y="1998413"/>
                <a:ext cx="5389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6A1F5-C895-B54A-202A-9656D18CF8E8}"/>
                  </a:ext>
                </a:extLst>
              </p:cNvPr>
              <p:cNvSpPr txBox="1"/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6A1F5-C895-B54A-202A-9656D18C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27" y="1998412"/>
                <a:ext cx="5484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B0D04D-B437-6965-EB43-17DD60D23277}"/>
                  </a:ext>
                </a:extLst>
              </p:cNvPr>
              <p:cNvSpPr txBox="1"/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B0D04D-B437-6965-EB43-17DD60D23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445" y="1994347"/>
                <a:ext cx="5484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72571E6-CC40-45A4-94FC-27BF8D37ED93}"/>
              </a:ext>
            </a:extLst>
          </p:cNvPr>
          <p:cNvSpPr/>
          <p:nvPr/>
        </p:nvSpPr>
        <p:spPr>
          <a:xfrm>
            <a:off x="5867022" y="2118511"/>
            <a:ext cx="370813" cy="156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8518CC-BD24-853E-625C-85C6E5C29A8B}"/>
                  </a:ext>
                </a:extLst>
              </p:cNvPr>
              <p:cNvSpPr txBox="1"/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8518CC-BD24-853E-625C-85C6E5C29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92" y="1447215"/>
                <a:ext cx="558871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9AC7AD7B-85BB-43AB-D72D-5BD0CBE892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</p:spTree>
    <p:extLst>
      <p:ext uri="{BB962C8B-B14F-4D97-AF65-F5344CB8AC3E}">
        <p14:creationId xmlns:p14="http://schemas.microsoft.com/office/powerpoint/2010/main" val="107956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4446-A98F-7FE5-D058-539ADD5D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EBD74E-A627-F0B4-00F8-42F197F309BA}"/>
              </a:ext>
            </a:extLst>
          </p:cNvPr>
          <p:cNvCxnSpPr>
            <a:cxnSpLocks/>
          </p:cNvCxnSpPr>
          <p:nvPr/>
        </p:nvCxnSpPr>
        <p:spPr>
          <a:xfrm>
            <a:off x="1003426" y="3139289"/>
            <a:ext cx="10185148" cy="0"/>
          </a:xfrm>
          <a:prstGeom prst="line">
            <a:avLst/>
          </a:prstGeom>
          <a:ln w="152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ACC2FC-73FA-6B48-A7D6-14696E6C9A18}"/>
              </a:ext>
            </a:extLst>
          </p:cNvPr>
          <p:cNvGrpSpPr/>
          <p:nvPr/>
        </p:nvGrpSpPr>
        <p:grpSpPr>
          <a:xfrm>
            <a:off x="1255591" y="2571186"/>
            <a:ext cx="9680815" cy="1109814"/>
            <a:chOff x="1886801" y="3177000"/>
            <a:chExt cx="4396350" cy="504000"/>
          </a:xfrm>
        </p:grpSpPr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11B0FF05-1F68-1B70-F8CC-24834AC2F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6801" y="3177000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21DD6C5D-3E4C-D2AA-ADAC-C027B88EC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09422" y="3177000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9E257373-24EC-51FE-DE2A-41D6C942C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23151" y="3177000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CAD8D98C-1BA8-245C-832D-C5A2CEF8C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79151" y="3177000"/>
              <a:ext cx="504000" cy="504000"/>
            </a:xfrm>
            <a:prstGeom prst="rect">
              <a:avLst/>
            </a:prstGeom>
          </p:spPr>
        </p:pic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C485D11F-5A52-E6F0-79AA-6489D268A0EB}"/>
              </a:ext>
            </a:extLst>
          </p:cNvPr>
          <p:cNvSpPr/>
          <p:nvPr/>
        </p:nvSpPr>
        <p:spPr>
          <a:xfrm rot="5400000">
            <a:off x="5951142" y="-1002312"/>
            <a:ext cx="289711" cy="9680814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53303D-124D-CF52-6358-5C00C121FE38}"/>
                  </a:ext>
                </a:extLst>
              </p:cNvPr>
              <p:cNvSpPr txBox="1"/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53303D-124D-CF52-6358-5C00C121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92" y="3995187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50AE9D-D044-C1A0-062D-E97F2D923997}"/>
                  </a:ext>
                </a:extLst>
              </p:cNvPr>
              <p:cNvSpPr txBox="1"/>
              <p:nvPr/>
            </p:nvSpPr>
            <p:spPr>
              <a:xfrm>
                <a:off x="3480828" y="4911504"/>
                <a:ext cx="5338000" cy="1114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rgbClr val="FF5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50AE9D-D044-C1A0-062D-E97F2D923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828" y="4911504"/>
                <a:ext cx="5338000" cy="1114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983B35-1343-1C8C-1DC3-0C2274B850E7}"/>
                  </a:ext>
                </a:extLst>
              </p:cNvPr>
              <p:cNvSpPr txBox="1"/>
              <p:nvPr/>
            </p:nvSpPr>
            <p:spPr>
              <a:xfrm>
                <a:off x="6430494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5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983B35-1343-1C8C-1DC3-0C2274B8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494" y="1998412"/>
                <a:ext cx="54848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DDFC49-C538-0BB0-745B-EE15D91B86DE}"/>
                  </a:ext>
                </a:extLst>
              </p:cNvPr>
              <p:cNvSpPr txBox="1"/>
              <p:nvPr/>
            </p:nvSpPr>
            <p:spPr>
              <a:xfrm>
                <a:off x="1541001" y="1996008"/>
                <a:ext cx="538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5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DDFC49-C538-0BB0-745B-EE15D91B8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001" y="1996008"/>
                <a:ext cx="5389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EA44B6-898B-9CD4-7106-DD923DFD2C52}"/>
                  </a:ext>
                </a:extLst>
              </p:cNvPr>
              <p:cNvSpPr txBox="1"/>
              <p:nvPr/>
            </p:nvSpPr>
            <p:spPr>
              <a:xfrm>
                <a:off x="8544586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5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EA44B6-898B-9CD4-7106-DD923DFD2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586" y="1998412"/>
                <a:ext cx="5484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369B6F-D656-6DB9-F2BA-3BC96F713A1A}"/>
                  </a:ext>
                </a:extLst>
              </p:cNvPr>
              <p:cNvSpPr txBox="1"/>
              <p:nvPr/>
            </p:nvSpPr>
            <p:spPr>
              <a:xfrm>
                <a:off x="10107257" y="1998412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rgbClr val="FF5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FF5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369B6F-D656-6DB9-F2BA-3BC96F713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257" y="1998412"/>
                <a:ext cx="5484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FDE459B-D182-22D4-8BE7-16C14FA42A56}"/>
              </a:ext>
            </a:extLst>
          </p:cNvPr>
          <p:cNvSpPr/>
          <p:nvPr/>
        </p:nvSpPr>
        <p:spPr>
          <a:xfrm>
            <a:off x="5667849" y="2118511"/>
            <a:ext cx="370813" cy="156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0BC105-B71D-B0AB-FFF4-36D5380FA7E2}"/>
                  </a:ext>
                </a:extLst>
              </p:cNvPr>
              <p:cNvSpPr txBox="1"/>
              <p:nvPr/>
            </p:nvSpPr>
            <p:spPr>
              <a:xfrm>
                <a:off x="5573819" y="1447215"/>
                <a:ext cx="5588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0BC105-B71D-B0AB-FFF4-36D5380FA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819" y="1447215"/>
                <a:ext cx="558871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07DDC29D-E215-B987-D8B2-F970ED5861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</p:spTree>
    <p:extLst>
      <p:ext uri="{BB962C8B-B14F-4D97-AF65-F5344CB8AC3E}">
        <p14:creationId xmlns:p14="http://schemas.microsoft.com/office/powerpoint/2010/main" val="96487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4330-AAE9-FA39-75B4-B8C1F669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38F8D-50FB-F2BC-366A-A1C0DD974C9E}"/>
              </a:ext>
            </a:extLst>
          </p:cNvPr>
          <p:cNvCxnSpPr>
            <a:cxnSpLocks/>
          </p:cNvCxnSpPr>
          <p:nvPr/>
        </p:nvCxnSpPr>
        <p:spPr>
          <a:xfrm>
            <a:off x="1003426" y="3139289"/>
            <a:ext cx="10185148" cy="0"/>
          </a:xfrm>
          <a:prstGeom prst="line">
            <a:avLst/>
          </a:prstGeom>
          <a:ln w="152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Harvey Balls 100% with solid fill">
            <a:extLst>
              <a:ext uri="{FF2B5EF4-FFF2-40B4-BE49-F238E27FC236}">
                <a16:creationId xmlns:a16="http://schemas.microsoft.com/office/drawing/2014/main" id="{BD40056E-EB9D-3BA0-0C66-A1E9724E5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1093" y="2466841"/>
            <a:ext cx="1109814" cy="1109814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F48C42F8-1C76-92D7-FFEC-C599D59FC424}"/>
              </a:ext>
            </a:extLst>
          </p:cNvPr>
          <p:cNvSpPr/>
          <p:nvPr/>
        </p:nvSpPr>
        <p:spPr>
          <a:xfrm rot="5400000">
            <a:off x="5951142" y="3283186"/>
            <a:ext cx="289711" cy="110981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D40C09-921A-4437-E0C0-5EC0FD7BAE11}"/>
                  </a:ext>
                </a:extLst>
              </p:cNvPr>
              <p:cNvSpPr txBox="1"/>
              <p:nvPr/>
            </p:nvSpPr>
            <p:spPr>
              <a:xfrm>
                <a:off x="5910292" y="3995187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D40C09-921A-4437-E0C0-5EC0FD7BA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92" y="3995187"/>
                <a:ext cx="410818" cy="369332"/>
              </a:xfrm>
              <a:prstGeom prst="rect">
                <a:avLst/>
              </a:prstGeom>
              <a:blipFill>
                <a:blip r:embed="rId4"/>
                <a:stretch>
                  <a:fillRect l="-13433" r="-1493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69E5CA-808C-6308-5A45-97E45923D6BA}"/>
                  </a:ext>
                </a:extLst>
              </p:cNvPr>
              <p:cNvSpPr txBox="1"/>
              <p:nvPr/>
            </p:nvSpPr>
            <p:spPr>
              <a:xfrm>
                <a:off x="5113883" y="4869164"/>
                <a:ext cx="1964230" cy="1050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4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H" sz="40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CH" sz="40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69E5CA-808C-6308-5A45-97E45923D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883" y="4869164"/>
                <a:ext cx="1964230" cy="1050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3D1B227-3CD3-E243-AAE3-EFBDEF0E2D02}"/>
              </a:ext>
            </a:extLst>
          </p:cNvPr>
          <p:cNvSpPr/>
          <p:nvPr/>
        </p:nvSpPr>
        <p:spPr>
          <a:xfrm>
            <a:off x="5910593" y="2128306"/>
            <a:ext cx="370813" cy="15692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18DC57-FF79-788F-1AED-A5450EC7ABC8}"/>
                  </a:ext>
                </a:extLst>
              </p:cNvPr>
              <p:cNvSpPr txBox="1"/>
              <p:nvPr/>
            </p:nvSpPr>
            <p:spPr>
              <a:xfrm>
                <a:off x="5091063" y="1475218"/>
                <a:ext cx="20098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H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H" sz="32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32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H" sz="32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18DC57-FF79-788F-1AED-A5450EC7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063" y="1475218"/>
                <a:ext cx="200987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67D0E1DD-B3B1-D0D5-B6D9-B03FC8760E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</p:spTree>
    <p:extLst>
      <p:ext uri="{BB962C8B-B14F-4D97-AF65-F5344CB8AC3E}">
        <p14:creationId xmlns:p14="http://schemas.microsoft.com/office/powerpoint/2010/main" val="494997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5AFC-4293-4B1D-9ECE-F092F2EE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E2D2208-46C3-9AFD-D4B7-B30D850B7E66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59AF8D8-4490-2A91-DA2A-8AF2C056DD66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4697B42B-0981-1FCF-0C41-98AF8B2B0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D0EE7CFC-5C13-9664-3F07-45A0A63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1D4D4C74-47E8-6818-6AA4-BA869E54B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7A3AAB17-FE95-61D3-9A27-A50862DAB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05B62D5A-1147-D853-91F6-382EA0EA4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DA131D89-7A7E-B143-CF1D-A12FCE83E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DE02F1F4-27D8-71D3-76AA-A607A0591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960F6CED-1E48-A53E-9A9C-F9BC6E693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8FDE5E86-C339-2FCE-65EA-1C60FE130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EFA16046-37C8-64B3-35BA-E51CA827AD96}"/>
              </a:ext>
            </a:extLst>
          </p:cNvPr>
          <p:cNvSpPr/>
          <p:nvPr/>
        </p:nvSpPr>
        <p:spPr>
          <a:xfrm rot="5400000">
            <a:off x="1546645" y="3586093"/>
            <a:ext cx="289711" cy="50400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52DF722A-F1EB-BE92-DFB0-7D4DB4DBC9EB}"/>
              </a:ext>
            </a:extLst>
          </p:cNvPr>
          <p:cNvSpPr/>
          <p:nvPr/>
        </p:nvSpPr>
        <p:spPr>
          <a:xfrm rot="5400000">
            <a:off x="3950685" y="2154482"/>
            <a:ext cx="289711" cy="33672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C609E16-444C-E633-F80E-9F022976787E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CD516A-8843-1872-5002-55AD8BEEB624}"/>
                  </a:ext>
                </a:extLst>
              </p:cNvPr>
              <p:cNvSpPr txBox="1"/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CD516A-8843-1872-5002-55AD8BEEB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blipFill>
                <a:blip r:embed="rId8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B7142B-32A3-A759-7B66-20EB03418782}"/>
                  </a:ext>
                </a:extLst>
              </p:cNvPr>
              <p:cNvSpPr txBox="1"/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B7142B-32A3-A759-7B66-20EB0341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blipFill>
                <a:blip r:embed="rId9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9C5ED-FD0A-57E6-D3D6-33E805F23459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69C5ED-FD0A-57E6-D3D6-33E805F23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10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EF39847-5C6F-7061-4EA0-D0D874C34CFB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77C2A9-5B22-101C-830B-26657E0E109C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77C2A9-5B22-101C-830B-26657E0E1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12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42FAE18-4294-2BC4-E695-B907D65D8EBA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1841E-AAC2-ACC4-E771-06EABDC80956}"/>
              </a:ext>
            </a:extLst>
          </p:cNvPr>
          <p:cNvSpPr/>
          <p:nvPr/>
        </p:nvSpPr>
        <p:spPr>
          <a:xfrm>
            <a:off x="1607503" y="2982297"/>
            <a:ext cx="167993" cy="7109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8B1026-0C07-E91A-647D-D127E5CB7868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8B1026-0C07-E91A-647D-D127E5CB7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13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439F8-8670-F735-CBFF-3AECD3FCC181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C439F8-8670-F735-CBFF-3AECD3FCC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14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D3090C4-4F52-FE14-EB33-7A19B9E207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</p:spTree>
    <p:extLst>
      <p:ext uri="{BB962C8B-B14F-4D97-AF65-F5344CB8AC3E}">
        <p14:creationId xmlns:p14="http://schemas.microsoft.com/office/powerpoint/2010/main" val="408431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664D-7DDD-D8D9-ADED-A133AB1AC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B446A7F-218A-FBB5-90A5-64A3B6E985D7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0433310-B0E9-CB90-1641-CBD5777C5090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DBEA6DC2-B0EF-8882-23E6-ED408AE2B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560451B4-C814-89D1-9042-A5EFB821D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8FBF3C74-36CB-4C38-A917-CB55F7341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2903CD5F-A729-179B-1431-1EB7C6444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9D4B4D46-7AB5-3CA8-85E2-DBB1ED506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339ABDFE-B502-0400-1E98-6BB042E1E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CB891BEE-E0AE-8D3A-607F-D25EE0B45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2769A1EA-A1DF-19A4-8613-D92B95623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AB279D61-9450-7D1E-C5AF-13AD19845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9E0DFAD8-DB52-E7F2-DDAB-56EE26C44DB5}"/>
              </a:ext>
            </a:extLst>
          </p:cNvPr>
          <p:cNvSpPr/>
          <p:nvPr/>
        </p:nvSpPr>
        <p:spPr>
          <a:xfrm rot="5400000">
            <a:off x="1546645" y="3586093"/>
            <a:ext cx="289711" cy="50400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F8BD3B6-AD70-C42B-E9C3-08179B330482}"/>
              </a:ext>
            </a:extLst>
          </p:cNvPr>
          <p:cNvSpPr/>
          <p:nvPr/>
        </p:nvSpPr>
        <p:spPr>
          <a:xfrm rot="5400000">
            <a:off x="3950685" y="2154482"/>
            <a:ext cx="289711" cy="33672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55589A9-9949-6C53-3DFC-DE13E8E6A8F0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3CB4AF-1AA9-E65A-54BF-9952E5DC3BB3}"/>
                  </a:ext>
                </a:extLst>
              </p:cNvPr>
              <p:cNvSpPr txBox="1"/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3CB4AF-1AA9-E65A-54BF-9952E5DC3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091" y="4040709"/>
                <a:ext cx="410818" cy="369332"/>
              </a:xfrm>
              <a:prstGeom prst="rect">
                <a:avLst/>
              </a:prstGeom>
              <a:blipFill>
                <a:blip r:embed="rId4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9A56DD-FB93-B671-8DBE-65FFC6A6FCB2}"/>
                  </a:ext>
                </a:extLst>
              </p:cNvPr>
              <p:cNvSpPr txBox="1"/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9A56DD-FB93-B671-8DBE-65FFC6A6F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572" y="4040709"/>
                <a:ext cx="417935" cy="369332"/>
              </a:xfrm>
              <a:prstGeom prst="rect">
                <a:avLst/>
              </a:prstGeom>
              <a:blipFill>
                <a:blip r:embed="rId5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881C9D-CEAF-2353-6F4C-089A591B09B5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881C9D-CEAF-2353-6F4C-089A591B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6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C759D8F-E8EF-C8DC-CA3F-99DD796BD000}"/>
              </a:ext>
            </a:extLst>
          </p:cNvPr>
          <p:cNvSpPr/>
          <p:nvPr/>
        </p:nvSpPr>
        <p:spPr>
          <a:xfrm>
            <a:off x="1607503" y="298229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EB312FD-1BEA-790A-59BE-67DE8AE7ACA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BCE259-A6E4-3C83-7BB8-A2AFA581259C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7B2F4-F3B8-6D23-8A18-EE1B613075D8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FF985-E195-F2E4-3EA5-808E0BCDEFFC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FF985-E195-F2E4-3EA5-808E0BCDE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7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7F31F3-34B5-8864-83FD-337665E782E9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7F31F3-34B5-8864-83FD-337665E78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8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E715B5-B17A-AEC0-9C29-33FA50E49530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E715B5-B17A-AEC0-9C29-33FA50E49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9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D431454-55AF-259A-03DC-B82B513BEA02}"/>
              </a:ext>
            </a:extLst>
          </p:cNvPr>
          <p:cNvSpPr txBox="1"/>
          <p:nvPr/>
        </p:nvSpPr>
        <p:spPr>
          <a:xfrm>
            <a:off x="540608" y="4646158"/>
            <a:ext cx="1111078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cluster centre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cluster centres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203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DA4A-02FC-A965-C765-73382904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A90C75D-5EDA-045E-3DD2-F56FF04F66B9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EAD56E-2038-6E46-113C-1B77ECD0F7B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14FCA05B-351F-9FEF-4A34-D6B7FCC45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EE94E9C9-F23B-E4B3-D5DA-6D2AE6316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8262813A-CAFB-4690-1CE1-0CC138E88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E7992395-3152-39D7-2098-D83F44476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D2AC4A8F-8AC0-05AF-A852-004F29BDA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D4164FF0-85CB-3DD3-30BA-55F0F3FEF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21679B4D-4D56-286C-A04D-D642B7509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697CAF59-5D7C-81DC-83A4-5C9C4490C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18F135BF-CC49-58ED-8493-685783FE8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B0F2C87-24E4-AD55-877D-C53B4163DACB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B1926B-29E7-3381-8F2C-E433A2E530A7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71D153-7EFF-7429-E350-72111BE569D7}"/>
              </a:ext>
            </a:extLst>
          </p:cNvPr>
          <p:cNvSpPr/>
          <p:nvPr/>
        </p:nvSpPr>
        <p:spPr>
          <a:xfrm>
            <a:off x="1607503" y="3162923"/>
            <a:ext cx="167993" cy="530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BF70C1-0A9C-1FE3-FB4F-BC854E8FBE60}"/>
                  </a:ext>
                </a:extLst>
              </p:cNvPr>
              <p:cNvSpPr txBox="1"/>
              <p:nvPr/>
            </p:nvSpPr>
            <p:spPr>
              <a:xfrm>
                <a:off x="2941786" y="4706804"/>
                <a:ext cx="6308428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0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Determining the distance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o</a:t>
                </a:r>
                <a:r>
                  <a:rPr lang="en-US" noProof="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 the </a:t>
                </a:r>
                <a:r>
                  <a:rPr lang="en-US" noProof="0" dirty="0" err="1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the</a:t>
                </a:r>
                <a:r>
                  <a:rPr lang="en-US" noProof="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 first point to the cluster centres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Verdana" panose="020B060403050404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kumimoji="0" lang="de-CH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BF70C1-0A9C-1FE3-FB4F-BC854E8F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786" y="4706804"/>
                <a:ext cx="6308428" cy="1040349"/>
              </a:xfrm>
              <a:prstGeom prst="rect">
                <a:avLst/>
              </a:prstGeom>
              <a:blipFill>
                <a:blip r:embed="rId6"/>
                <a:stretch>
                  <a:fillRect l="-97" t="-10526" r="-2128" b="-58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2E6AD0C1-2BC0-204D-B145-40509C57B9A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87BEF88A-9B8E-92A5-4404-A8A2DAD12A88}"/>
              </a:ext>
            </a:extLst>
          </p:cNvPr>
          <p:cNvSpPr/>
          <p:nvPr/>
        </p:nvSpPr>
        <p:spPr>
          <a:xfrm rot="16200000">
            <a:off x="2801364" y="2703171"/>
            <a:ext cx="119063" cy="2426328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6E90FC-C05A-0EB9-63C7-89697AF49798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𝑐𝑙𝑢𝑠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𝑡𝑒𝑟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𝑛𝑡𝑟𝑒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A6E90FC-C05A-0EB9-63C7-89697AF49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B91B64B-1FA1-0044-E4CF-39FCF130FB18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D1A62F-CF4E-83BE-85ED-543D80059976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E1C64-525C-458C-E6F3-E3A935A5721E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BB7F85-3874-63EF-E6C8-550005D5EFA9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4C57D1-0C49-0C46-6EDE-81F7C5B1262D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7DC3D4-6FB7-93AE-6E9C-C2FEE0C593D8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084F2A-8FFC-5545-FBC7-6A01F4A840C8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21AFC4-D434-0E40-E916-B44834F200A0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21AFC4-D434-0E40-E916-B44834F2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8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8F0D31-39E6-645C-8AE7-E1D9CF135689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8F0D31-39E6-645C-8AE7-E1D9CF135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9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36F715D-CA32-F5CD-1DF8-12331078BF27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36F715D-CA32-F5CD-1DF8-12331078B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10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D68EEF64-AB8A-429A-47DA-4EDDD9BA9BE9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142048-4D00-D589-855A-42B4154F5D2B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Left Brace 44">
            <a:extLst>
              <a:ext uri="{FF2B5EF4-FFF2-40B4-BE49-F238E27FC236}">
                <a16:creationId xmlns:a16="http://schemas.microsoft.com/office/drawing/2014/main" id="{A29C3C60-58FF-0491-5469-2CD1EEB4D41A}"/>
              </a:ext>
            </a:extLst>
          </p:cNvPr>
          <p:cNvSpPr/>
          <p:nvPr/>
        </p:nvSpPr>
        <p:spPr>
          <a:xfrm rot="16200000">
            <a:off x="4838394" y="791360"/>
            <a:ext cx="119064" cy="6500387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79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C374-9B41-786E-C037-C39E926B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5471F12-041B-B878-C92D-BB0B59F9A7F5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562463-D4D3-823A-6FC3-143F3BD64FE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5F1CF4E6-5703-0AD1-BD8E-1D3510D44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8625B018-5987-E4D2-8431-DF4BFB2E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30A5035B-DF18-2EEB-7229-29B90F129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5965C5A8-DF8D-0DD9-2440-B572E713B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97BFAE86-CAC3-49A5-E34A-457952542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D5F36774-C480-4390-08F0-4E8D49090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34BAE55D-8353-4CE8-F4A7-4FF16F8F3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38A1E554-EC6A-271C-D226-FEBB8A3E1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E0DED2D5-1650-C1DE-6BCA-CF7E1E1FE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BBA3AF-D8C9-A750-7CC6-543828C0580E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1CB43E-255D-2C38-758E-579F2FE5B272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E0AB8E-44ED-A799-15E3-C40D86A42536}"/>
              </a:ext>
            </a:extLst>
          </p:cNvPr>
          <p:cNvSpPr/>
          <p:nvPr/>
        </p:nvSpPr>
        <p:spPr>
          <a:xfrm>
            <a:off x="1607503" y="3162923"/>
            <a:ext cx="167993" cy="530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3A6BCD-2CF4-CD18-8B02-E2CE391D2E4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7585F8C8-7AA1-9616-7C27-E24786FF2EA8}"/>
              </a:ext>
            </a:extLst>
          </p:cNvPr>
          <p:cNvSpPr/>
          <p:nvPr/>
        </p:nvSpPr>
        <p:spPr>
          <a:xfrm rot="16200000">
            <a:off x="2801364" y="2703171"/>
            <a:ext cx="119063" cy="2426328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C935E6D5-046C-FB1B-AAF1-164EAFFB0572}"/>
              </a:ext>
            </a:extLst>
          </p:cNvPr>
          <p:cNvSpPr/>
          <p:nvPr/>
        </p:nvSpPr>
        <p:spPr>
          <a:xfrm rot="16200000">
            <a:off x="4838394" y="791360"/>
            <a:ext cx="119064" cy="6500387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56C3A8-F60F-98AB-8D74-F7C9E1447F4E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057435-BEC5-98B9-87B1-EC3C45B953A3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BDD783-1BE4-2EA9-B0BD-FFFA53C3E5A7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82360D-92D1-3D41-735F-6F91988CFAD3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65842E-E152-1DF5-650C-8461150469DF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BC8FDD-49C7-8CA4-0AD6-09116AF8AB55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7105CA-9F09-E562-DD7F-CE45B10CA0C5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5B4C48-D0E0-2DD8-44E5-C1A977560260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5B4C48-D0E0-2DD8-44E5-C1A977560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6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0A1949-33A3-B52F-1FF1-B852666DC0A3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0A1949-33A3-B52F-1FF1-B852666DC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7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F6C2EA5-9F8A-F6C0-EB35-8B05E1C8B0D0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F6C2EA5-9F8A-F6C0-EB35-8B05E1C8B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8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6DEA763-4B10-10B0-5E95-71F19D707257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8C1180-D750-A6B9-897E-54E15728D740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218EE-0A58-CCD3-7B56-1C08E2145D40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shortest distance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determines the colour/cluster of the point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D7E46-6686-56C9-648A-92574C39C298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𝑐𝑙𝑢𝑠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𝑡𝑒𝑟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𝑛𝑡𝑟𝑒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D7E46-6686-56C9-648A-92574C39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565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BF78-C48F-71A8-A909-B09538AD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19FB6F1-4EEF-E159-C052-E659C843404B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1BA003-3BD5-4354-1CFB-F87043C09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443647AD-97D0-2BD2-CB19-D0AD04905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9EBBD695-1763-5D99-6600-84BFB8441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52AAEC41-73E8-E76E-AD7C-E2EF07998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8658FAF5-FDC6-4228-9E05-853E57D60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67F712EA-26AE-017D-15F4-2DCF862CE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0AEACBE2-F66C-8E6E-1F2B-F46E0E295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F5B160C3-5847-9C16-95FF-14FC33FF3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F1B9EDFF-4776-5169-6763-1FAFE352C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FC15940E-41E2-A10E-38DE-C8D222616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520ABCF-C369-EBDA-E05E-57443EE4FFED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05327-C2C1-2AA2-5700-EEB0F7F3F0B7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D6B48B-2F6F-D550-529B-6A90CC3FEBCA}"/>
              </a:ext>
            </a:extLst>
          </p:cNvPr>
          <p:cNvSpPr/>
          <p:nvPr/>
        </p:nvSpPr>
        <p:spPr>
          <a:xfrm>
            <a:off x="1607503" y="3162923"/>
            <a:ext cx="167993" cy="530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38F999-B223-4667-65FD-564543A66316}"/>
                  </a:ext>
                </a:extLst>
              </p:cNvPr>
              <p:cNvSpPr txBox="1"/>
              <p:nvPr/>
            </p:nvSpPr>
            <p:spPr>
              <a:xfrm>
                <a:off x="2941786" y="4706804"/>
                <a:ext cx="6308428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0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Determining the distance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o</a:t>
                </a:r>
                <a:r>
                  <a:rPr lang="en-US" noProof="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 the </a:t>
                </a:r>
                <a:r>
                  <a:rPr lang="en-US" noProof="0" dirty="0" err="1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the</a:t>
                </a:r>
                <a:r>
                  <a:rPr lang="en-US" noProof="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 first point to the cluster centres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Verdana" panose="020B060403050404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kumimoji="0" lang="de-CH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38F999-B223-4667-65FD-564543A66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786" y="4706804"/>
                <a:ext cx="6308428" cy="1040349"/>
              </a:xfrm>
              <a:prstGeom prst="rect">
                <a:avLst/>
              </a:prstGeom>
              <a:blipFill>
                <a:blip r:embed="rId8"/>
                <a:stretch>
                  <a:fillRect l="-97" t="-10526" r="-2128" b="-58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99E230B7-27C9-375C-7436-B05E53C6AB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AFB73D10-F4D8-1B5A-395C-FE7282B72126}"/>
              </a:ext>
            </a:extLst>
          </p:cNvPr>
          <p:cNvSpPr/>
          <p:nvPr/>
        </p:nvSpPr>
        <p:spPr>
          <a:xfrm rot="16200000">
            <a:off x="3308360" y="3210167"/>
            <a:ext cx="119064" cy="1412335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9371937D-E58B-E5C3-D716-C4A0E7DFDDA4}"/>
              </a:ext>
            </a:extLst>
          </p:cNvPr>
          <p:cNvSpPr/>
          <p:nvPr/>
        </p:nvSpPr>
        <p:spPr>
          <a:xfrm rot="16200000">
            <a:off x="5517649" y="1126095"/>
            <a:ext cx="118574" cy="5830427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4FA86C-8260-7978-4FC5-124E336FD200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𝑐𝑙𝑢𝑠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𝑡𝑒𝑟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𝑛𝑡𝑟𝑒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4FA86C-8260-7978-4FC5-124E336F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8C108CC-73F1-C718-71F5-161203109A3E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420A90-8EF5-F4F2-0E7B-50F44A325210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28750-2FAA-7F62-EF18-AAD25D28CAFC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B54390-70CB-B6D6-19AB-3FB0E2D6DB4D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52ACB4-B5B7-AB53-5CED-C9C618357DE5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BCFB16-41E3-1E9D-8C30-21793B7840F8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E128AD-9EEE-F517-CE55-F5DF69596FCF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D2F169A-1574-79A6-FC4D-9C022675D77D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D2F169A-1574-79A6-FC4D-9C022675D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10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0A74C2-C95C-F8D2-8915-B109A67ADD30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0A74C2-C95C-F8D2-8915-B109A67AD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11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9D4B7-BFD2-715B-8F66-70F3CC8C4210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F9D4B7-BFD2-715B-8F66-70F3CC8C4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12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92FE3D6-9EA7-B3D1-5D41-1DA3D0E12346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DB672C-5CD2-F1AA-48B0-ED61936507AE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3B08CD0A-738A-66D6-90BD-BFDA93A07523}"/>
              </a:ext>
            </a:extLst>
          </p:cNvPr>
          <p:cNvSpPr/>
          <p:nvPr/>
        </p:nvSpPr>
        <p:spPr>
          <a:xfrm rot="16200000">
            <a:off x="2118072" y="3300917"/>
            <a:ext cx="118579" cy="968721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322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6180-A7F6-B62D-4071-9DC67E94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18298B1-7448-04DA-EF3C-E5EFE0CCEAA7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67737A7-438B-FE3E-9D2C-EE3A86B44877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40C54673-B81B-5A42-37BC-4A77351DA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40A831F2-7F90-2446-AD56-26D06D3CB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6D928A68-90B2-4940-B7E2-B1ED551DB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47BD9886-6314-E13A-189F-5F6284BA5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818FA0A4-74DF-50E9-7193-C84F7F2C9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646403FB-E49C-F3CA-D17E-F1EECE99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2FE65A77-7358-44EE-267C-8A0A3750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2EC9DADB-285E-BDB4-E0FB-E65707476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7514B9E2-A03C-CA9E-29C4-B4FBC3F2E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28701A1-D49D-60BD-CD9B-B38BA270A322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92CA0E-3903-F576-BE9F-9EFD6DDB8D4D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238A08-371E-05BF-DC1A-F90025DB54BB}"/>
              </a:ext>
            </a:extLst>
          </p:cNvPr>
          <p:cNvSpPr/>
          <p:nvPr/>
        </p:nvSpPr>
        <p:spPr>
          <a:xfrm>
            <a:off x="1607503" y="3162923"/>
            <a:ext cx="167993" cy="530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27914E3-7EE6-5849-B8AE-3A996C6784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A5B64601-CCCA-94AF-3389-7CE6C80AAF2E}"/>
              </a:ext>
            </a:extLst>
          </p:cNvPr>
          <p:cNvSpPr/>
          <p:nvPr/>
        </p:nvSpPr>
        <p:spPr>
          <a:xfrm rot="16200000">
            <a:off x="3308360" y="3210167"/>
            <a:ext cx="119064" cy="1412335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EB91F23D-1AA0-80E7-1BF2-7B22403C18FD}"/>
              </a:ext>
            </a:extLst>
          </p:cNvPr>
          <p:cNvSpPr/>
          <p:nvPr/>
        </p:nvSpPr>
        <p:spPr>
          <a:xfrm rot="16200000">
            <a:off x="5517649" y="1126095"/>
            <a:ext cx="118574" cy="5830427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F6777B-8F33-2A5B-6F8C-59434933F3AE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E7F9A-FCA2-7A72-E909-4DB265BF5144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6A50CF-CA0B-DE2D-E6E4-FDC733202DB8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D8C038-879A-0874-A42A-AAA4B0019439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855D5-A28B-D65C-DC65-8CBC1765AF5E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0AF004-8572-B319-2CF6-25CD4ABA721F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C648B1-C9ED-1686-1307-26DAE92A7D15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7FB3BAA-61F5-8543-248D-ABE6089D1F70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7FB3BAA-61F5-8543-248D-ABE6089D1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6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65E1B5-FD70-AAFE-156C-CCF43D8D1FF2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65E1B5-FD70-AAFE-156C-CCF43D8D1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7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443B48-5507-C4ED-C78F-2605D7B41CE1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443B48-5507-C4ED-C78F-2605D7B4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8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D7EF4BB5-7284-69D4-39CE-1F9355FB3AEE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1AA7D0-4699-FF3E-DE5A-7FB76E96C80F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714157C-35D5-31FC-6F8A-7B5194E5ACF8}"/>
              </a:ext>
            </a:extLst>
          </p:cNvPr>
          <p:cNvSpPr/>
          <p:nvPr/>
        </p:nvSpPr>
        <p:spPr>
          <a:xfrm rot="16200000">
            <a:off x="2118072" y="3300917"/>
            <a:ext cx="118579" cy="968721"/>
          </a:xfrm>
          <a:prstGeom prst="leftBrace">
            <a:avLst>
              <a:gd name="adj1" fmla="val 82292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A386F-C063-CC9E-D4F1-D9F21F5A8FCB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shortest distance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determines the colour/cluster of the point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66B465-9769-7DBD-D0FA-106C72BAB284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𝑐𝑙𝑢𝑠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𝑡𝑒𝑟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𝑛𝑡𝑟𝑒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66B465-9769-7DBD-D0FA-106C72BAB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886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A7AB-A243-E761-C1AD-27B6291F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78D4306-F097-D803-253B-103F17F1478E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20783C-FCD6-865A-6C93-44A6775883C6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B0B328A0-7C94-65AD-B099-36351BEE8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67B34FB1-4D5D-2275-C7D9-E1BEA0042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4F20C59C-0761-E02C-D816-879D232A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1EB73558-9C48-BD71-C859-9DD48027E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E27E14E2-3835-A5BF-192A-127C1BFEE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417AAF26-8F30-3B76-0061-2BB56537C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345B7B19-4826-3B82-D143-868B9C406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26EC9149-2EBF-B52A-8B5B-ED5A9F876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F5798B05-A1D0-607C-5DBA-BDA8748F6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E92B1B2-A1FE-3A72-827C-9BF3D0D0517E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52AC0-E830-608E-BE38-1BEE85355327}"/>
              </a:ext>
            </a:extLst>
          </p:cNvPr>
          <p:cNvSpPr/>
          <p:nvPr/>
        </p:nvSpPr>
        <p:spPr>
          <a:xfrm>
            <a:off x="3985893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50BF57-CBC0-461C-F582-834931BEC658}"/>
              </a:ext>
            </a:extLst>
          </p:cNvPr>
          <p:cNvSpPr/>
          <p:nvPr/>
        </p:nvSpPr>
        <p:spPr>
          <a:xfrm>
            <a:off x="1607503" y="3162923"/>
            <a:ext cx="167993" cy="530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FA0F0A0-3092-FC42-A3C3-D0BD93E727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Relationship of Data Points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A48665-86C0-5779-3074-314DECF29D0C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D1BE0-5DAD-190B-DFCA-A6B4069274FA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7836E-649E-7AC7-6307-FC20426C24B0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FCFCD9-410B-11C2-81A0-5BB997232777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B8C989-C1D6-9100-E73F-BF3DE3F5D0D7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3CCCAD-9316-2A94-4CE0-49610B48ED2D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949C56-02C4-8B8D-5B4C-AB5EB8DA16E7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E95E6F4-F71D-71D5-2A7C-EFFE2B5697C3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E95E6F4-F71D-71D5-2A7C-EFFE2B569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8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B82897-B87A-B223-5F1D-0300D3C83F43}"/>
                  </a:ext>
                </a:extLst>
              </p:cNvPr>
              <p:cNvSpPr txBox="1"/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B82897-B87A-B223-5F1D-0300D3C83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98" y="2369691"/>
                <a:ext cx="350481" cy="307777"/>
              </a:xfrm>
              <a:prstGeom prst="rect">
                <a:avLst/>
              </a:prstGeom>
              <a:blipFill>
                <a:blip r:embed="rId9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8AD408-34B9-64E9-8D37-B061A349BC9A}"/>
                  </a:ext>
                </a:extLst>
              </p:cNvPr>
              <p:cNvSpPr txBox="1"/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8AD408-34B9-64E9-8D37-B061A349B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58" y="2360239"/>
                <a:ext cx="344517" cy="307777"/>
              </a:xfrm>
              <a:prstGeom prst="rect">
                <a:avLst/>
              </a:prstGeom>
              <a:blipFill>
                <a:blip r:embed="rId10"/>
                <a:stretch>
                  <a:fillRect l="-12500" r="-3571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7748784-73A3-EDFF-1070-1F5CF7F88B75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4773B3-3E8F-6815-9693-8EAD23923B93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0E473-FED4-B953-7208-D3E6306A0F09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Repeat for every point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cluster centres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CABD32-C566-B752-5670-B59918105029}"/>
                  </a:ext>
                </a:extLst>
              </p:cNvPr>
              <p:cNvSpPr txBox="1"/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𝑐𝑙𝑢𝑠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𝑡𝑒𝑟</m:t>
                          </m:r>
                          <m:r>
                            <a:rPr lang="fr-CH" sz="28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CH" sz="28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𝑛𝑡𝑟𝑒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CABD32-C566-B752-5670-B59918105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71" y="1714423"/>
                <a:ext cx="577241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29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4E92-BED4-D308-7D2B-C87BC381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3757D4D-CD66-0C36-2FAF-E011C93DDE1A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750950-76BD-624F-FDA9-EC3F2E19CAB8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B2B5DD7A-5826-8951-0AB7-92CB94149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01D1F38B-16D6-3DD8-453D-A5C9FDA95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7AFA7EFA-76A8-0BED-E372-EB552310F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D9B01005-26FF-D741-F1B2-09F0BEC40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75169650-0278-FF43-DAAB-AB977F394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5497E0B4-B501-AAF6-C94A-71A26C39D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5F831E92-04F4-B418-0679-E398DDAA3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1A021832-204F-1747-55CC-2E633B8F7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6C5D2564-2203-8954-8AEB-475EFFB1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9688F2B-9213-AB6D-F7D7-E09FB6A20560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060D9E-BA28-E1A4-CCF9-22AA6295BFC8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F38CD9-8784-4F99-014C-59CDF32EAFE6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54FE49-8FC1-FB12-B986-F6AA6CA5FD80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4F7446-A080-770C-FABF-54B239EE1B2F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6C6ABE-736C-99ED-A2C0-F09E17D5B0F3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4C217-8DFF-1ED5-86BA-5A22825431CA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78D9F6-17EF-39F7-CB1E-C90DF761C79B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AFE218-65EA-21C7-703B-5A556310ED1E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53623B-BF54-04A5-FF8E-F0E0F9897D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FD561D-E095-A651-E932-A24AFF69D0D9}"/>
                  </a:ext>
                </a:extLst>
              </p:cNvPr>
              <p:cNvSpPr txBox="1"/>
              <p:nvPr/>
            </p:nvSpPr>
            <p:spPr>
              <a:xfrm>
                <a:off x="2723289" y="4687105"/>
                <a:ext cx="6745422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Find the new cluster centres</a:t>
                </a:r>
              </a:p>
              <a:p>
                <a:pPr lvl="0" algn="ctr">
                  <a:defRPr/>
                </a:pPr>
                <a:r>
                  <a:rPr lang="en-US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for all the new respective clusters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CH" i="1" dirty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fr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fr-CH" i="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FD561D-E095-A651-E932-A24AFF69D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289" y="4687105"/>
                <a:ext cx="6745422" cy="984885"/>
              </a:xfrm>
              <a:prstGeom prst="rect">
                <a:avLst/>
              </a:prstGeom>
              <a:blipFill>
                <a:blip r:embed="rId8"/>
                <a:stretch>
                  <a:fillRect l="-2893" t="-11180" r="-4702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FC7754B-A22F-AB43-B5E1-75178048C63A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8B2EC-6FA4-75C5-898C-1A17F22D5A0B}"/>
              </a:ext>
            </a:extLst>
          </p:cNvPr>
          <p:cNvSpPr/>
          <p:nvPr/>
        </p:nvSpPr>
        <p:spPr>
          <a:xfrm>
            <a:off x="4266542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2D8DB-62FC-41FC-4F66-5DF8D9C102C4}"/>
              </a:ext>
            </a:extLst>
          </p:cNvPr>
          <p:cNvSpPr/>
          <p:nvPr/>
        </p:nvSpPr>
        <p:spPr>
          <a:xfrm>
            <a:off x="2087327" y="298229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FCF278-0C7A-FCCF-F3C9-5A9D62E74BEF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FCF278-0C7A-FCCF-F3C9-5A9D62E7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9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32EBD-DBA6-CEE9-68F9-2E4C6C162CEF}"/>
                  </a:ext>
                </a:extLst>
              </p:cNvPr>
              <p:cNvSpPr txBox="1"/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32EBD-DBA6-CEE9-68F9-2E4C6C162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blipFill>
                <a:blip r:embed="rId10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D304D-761A-BC28-A32C-FEADCE98A349}"/>
                  </a:ext>
                </a:extLst>
              </p:cNvPr>
              <p:cNvSpPr txBox="1"/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D304D-761A-BC28-A32C-FEADCE98A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blipFill>
                <a:blip r:embed="rId11"/>
                <a:stretch>
                  <a:fillRect l="-10526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7E31867-7E52-819D-C0E5-645DA300A77B}"/>
              </a:ext>
            </a:extLst>
          </p:cNvPr>
          <p:cNvSpPr/>
          <p:nvPr/>
        </p:nvSpPr>
        <p:spPr>
          <a:xfrm rot="5400000">
            <a:off x="2032859" y="3099880"/>
            <a:ext cx="289711" cy="1476428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5AC9DB3D-43B2-CE77-6FD5-24B61ABC8464}"/>
              </a:ext>
            </a:extLst>
          </p:cNvPr>
          <p:cNvSpPr/>
          <p:nvPr/>
        </p:nvSpPr>
        <p:spPr>
          <a:xfrm rot="5400000">
            <a:off x="4266801" y="2470599"/>
            <a:ext cx="289711" cy="2734989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6BD446D-A4B4-1BD4-5D23-685FC7AFE128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287C13-7473-C896-AEAF-067DF428754A}"/>
                  </a:ext>
                </a:extLst>
              </p:cNvPr>
              <p:cNvSpPr txBox="1"/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287C13-7473-C896-AEAF-067DF428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blipFill>
                <a:blip r:embed="rId12"/>
                <a:stretch>
                  <a:fillRect l="-11940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E6CD51-B292-F43B-49FB-802B136ED914}"/>
                  </a:ext>
                </a:extLst>
              </p:cNvPr>
              <p:cNvSpPr txBox="1"/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E6CD51-B292-F43B-49FB-802B136E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blipFill>
                <a:blip r:embed="rId13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FEB958-ED24-6F02-0419-174AECD07932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FEB958-ED24-6F02-0419-174AECD07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14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08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86D2-2607-6F84-EB47-0F3488C0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259A5B5-3CF0-F51B-D38B-9346B2D95E13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501BE62-897A-4E3C-C51B-8591919FFB10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6B8A27BC-20E0-53F8-8A21-535DB5782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C20E12DA-5BD2-1ED0-856B-982442A73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64BAE539-AD5C-D1EA-7028-8CDE451B6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6FF7171E-E646-C0E3-F02A-98E32096A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168C3A55-3637-97FD-8BA4-BD8A94CF3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C323886F-2691-3A85-0EFD-524289E2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1057BB79-C859-CCDC-D0D2-10461E157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79136890-6DC9-29DB-0C7E-2423179F8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709CDAB0-43DD-1394-7209-ACEEA713A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A6FE578-AF62-092F-077A-E14971DB5299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84B4E2-8685-4569-C3F4-87B75F84D61C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4BA62E-4681-968B-12DF-57DED557C2A7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F80E08-01BE-3834-E423-6FAF62519AC9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BB4A00-5FE7-94AE-3270-7B931C213DAD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F2077A-48D7-D668-FB73-44D7F336028E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86C18E-7E6E-8C24-A1FB-F97B12D60BE2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D264BE-9538-DBA9-034D-F5DBEEB66010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2D5DB6-5384-B73C-E7C8-4B861D7F53E3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8D1AF1-CFD3-68C8-FD94-A2E193F3B99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DC19E-8FC4-3DCF-BCF2-244254C24391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EA9B9C-361D-760D-7E20-5A996A093D38}"/>
              </a:ext>
            </a:extLst>
          </p:cNvPr>
          <p:cNvSpPr/>
          <p:nvPr/>
        </p:nvSpPr>
        <p:spPr>
          <a:xfrm>
            <a:off x="4266542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2A9C4-9F57-74E7-9F09-F595978C222A}"/>
              </a:ext>
            </a:extLst>
          </p:cNvPr>
          <p:cNvSpPr/>
          <p:nvPr/>
        </p:nvSpPr>
        <p:spPr>
          <a:xfrm>
            <a:off x="2087327" y="298229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41F5E8-48BB-E1B1-A801-BBE66D047267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41F5E8-48BB-E1B1-A801-BBE66D047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4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623ED2-A081-1EEA-1101-3449C6C974E9}"/>
                  </a:ext>
                </a:extLst>
              </p:cNvPr>
              <p:cNvSpPr txBox="1"/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623ED2-A081-1EEA-1101-3449C6C9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blipFill>
                <a:blip r:embed="rId5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2B281A-FC96-253B-838E-E0CEDC5A57FE}"/>
                  </a:ext>
                </a:extLst>
              </p:cNvPr>
              <p:cNvSpPr txBox="1"/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2B281A-FC96-253B-838E-E0CEDC5A5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blipFill>
                <a:blip r:embed="rId6"/>
                <a:stretch>
                  <a:fillRect l="-10526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577FD95C-9EF7-55F4-674B-21A2E6381D2F}"/>
              </a:ext>
            </a:extLst>
          </p:cNvPr>
          <p:cNvSpPr/>
          <p:nvPr/>
        </p:nvSpPr>
        <p:spPr>
          <a:xfrm rot="5400000">
            <a:off x="2032859" y="3099880"/>
            <a:ext cx="289711" cy="1476428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F2D1AF9E-F75A-2AEE-6903-605CA7CBF545}"/>
              </a:ext>
            </a:extLst>
          </p:cNvPr>
          <p:cNvSpPr/>
          <p:nvPr/>
        </p:nvSpPr>
        <p:spPr>
          <a:xfrm rot="5400000">
            <a:off x="4266801" y="2470599"/>
            <a:ext cx="289711" cy="2734989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D9EC6F6-A85B-02C4-4850-BE604E7EF3B7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065845-99A8-23FE-9D68-0580208323D3}"/>
                  </a:ext>
                </a:extLst>
              </p:cNvPr>
              <p:cNvSpPr txBox="1"/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065845-99A8-23FE-9D68-05802083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blipFill>
                <a:blip r:embed="rId7"/>
                <a:stretch>
                  <a:fillRect l="-11940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3109E80-238B-80DB-01EC-750581C01C30}"/>
                  </a:ext>
                </a:extLst>
              </p:cNvPr>
              <p:cNvSpPr txBox="1"/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3109E80-238B-80DB-01EC-750581C0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blipFill>
                <a:blip r:embed="rId8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1FE458-7739-9A7F-EE62-7443F5FC4AE1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1FE458-7739-9A7F-EE62-7443F5FC4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9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C72C0F6-2105-A543-B504-B10D6D26DDB4}"/>
              </a:ext>
            </a:extLst>
          </p:cNvPr>
          <p:cNvSpPr txBox="1"/>
          <p:nvPr/>
        </p:nvSpPr>
        <p:spPr>
          <a:xfrm>
            <a:off x="540608" y="4646158"/>
            <a:ext cx="1111078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cluster centre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cluster centres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485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C2986-9990-0C6C-F5DE-1AAA5273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28E3227-BB37-A64E-462A-5A61749D0B11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E2B689B-DA8A-2AC9-626A-14C9F32597D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3A2664DF-9226-2FDD-7EAF-28B182D73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248E5CAC-07C8-95AC-D095-88E5ECFC1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96147EBD-4961-C02C-A606-AD5CB2AC7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53DFC4C3-E2C4-0E84-07D9-0039EAF5C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1EB713A5-F6E8-A6C1-9787-ABD87565D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826A68A8-B92B-13B9-8C97-CF37ADFB7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A91035D4-62B9-7503-5155-5C670C855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0A836458-1818-DDD2-892B-2FB8B3EAA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70A851C5-8614-C469-B21C-1852FB2FD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48D2BD5-1F56-3A3D-1D51-E9BD0E156491}"/>
              </a:ext>
            </a:extLst>
          </p:cNvPr>
          <p:cNvSpPr txBox="1"/>
          <p:nvPr/>
        </p:nvSpPr>
        <p:spPr>
          <a:xfrm>
            <a:off x="2411928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BA6150-137E-3BFE-0D90-6DF96D6F2F7D}"/>
              </a:ext>
            </a:extLst>
          </p:cNvPr>
          <p:cNvSpPr txBox="1"/>
          <p:nvPr/>
        </p:nvSpPr>
        <p:spPr>
          <a:xfrm>
            <a:off x="4817133" y="276495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7CE46F-DB03-1755-D691-992E3E2F82A5}"/>
              </a:ext>
            </a:extLst>
          </p:cNvPr>
          <p:cNvSpPr txBox="1"/>
          <p:nvPr/>
        </p:nvSpPr>
        <p:spPr>
          <a:xfrm>
            <a:off x="5284853" y="276281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A00523-EC32-92E0-0DCD-0B10300D49D1}"/>
              </a:ext>
            </a:extLst>
          </p:cNvPr>
          <p:cNvSpPr txBox="1"/>
          <p:nvPr/>
        </p:nvSpPr>
        <p:spPr>
          <a:xfrm>
            <a:off x="624988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7AE715-5D3B-E05A-042D-61DD38F15CEE}"/>
              </a:ext>
            </a:extLst>
          </p:cNvPr>
          <p:cNvSpPr txBox="1"/>
          <p:nvPr/>
        </p:nvSpPr>
        <p:spPr>
          <a:xfrm>
            <a:off x="9269907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D2A774-CCA8-FDF5-BDB8-8B50A60944F2}"/>
              </a:ext>
            </a:extLst>
          </p:cNvPr>
          <p:cNvSpPr txBox="1"/>
          <p:nvPr/>
        </p:nvSpPr>
        <p:spPr>
          <a:xfrm>
            <a:off x="10185945" y="27698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15D0EC-55F8-F67A-6ABA-2E60E8C44AC4}"/>
              </a:ext>
            </a:extLst>
          </p:cNvPr>
          <p:cNvSpPr txBox="1"/>
          <p:nvPr/>
        </p:nvSpPr>
        <p:spPr>
          <a:xfrm>
            <a:off x="1443550" y="275973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8CF8DC-5543-04B6-2FB0-159C30F8D89D}"/>
              </a:ext>
            </a:extLst>
          </p:cNvPr>
          <p:cNvSpPr txBox="1"/>
          <p:nvPr/>
        </p:nvSpPr>
        <p:spPr>
          <a:xfrm>
            <a:off x="3025610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CF7719-3869-B350-6687-88F0B5714E72}"/>
              </a:ext>
            </a:extLst>
          </p:cNvPr>
          <p:cNvSpPr txBox="1"/>
          <p:nvPr/>
        </p:nvSpPr>
        <p:spPr>
          <a:xfrm>
            <a:off x="8246443" y="276708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2AA930-462C-1655-CC7D-BF7408B6A7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Define the Cluster Centre as Mean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90776-45ED-6C32-67FF-1770A44BC96F}"/>
              </a:ext>
            </a:extLst>
          </p:cNvPr>
          <p:cNvSpPr/>
          <p:nvPr/>
        </p:nvSpPr>
        <p:spPr>
          <a:xfrm>
            <a:off x="8080382" y="2982647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A50DE-9162-1FE0-DFCD-722D330F63E8}"/>
              </a:ext>
            </a:extLst>
          </p:cNvPr>
          <p:cNvSpPr/>
          <p:nvPr/>
        </p:nvSpPr>
        <p:spPr>
          <a:xfrm>
            <a:off x="4266542" y="2982314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C2E55-D0A1-D5B6-EA51-17E03DADEF44}"/>
              </a:ext>
            </a:extLst>
          </p:cNvPr>
          <p:cNvSpPr/>
          <p:nvPr/>
        </p:nvSpPr>
        <p:spPr>
          <a:xfrm>
            <a:off x="2087327" y="298229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5072D-E72F-FDCF-3371-7279A5030490}"/>
                  </a:ext>
                </a:extLst>
              </p:cNvPr>
              <p:cNvSpPr txBox="1"/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5072D-E72F-FDCF-3371-7279A5030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37" y="2366334"/>
                <a:ext cx="350481" cy="307777"/>
              </a:xfrm>
              <a:prstGeom prst="rect">
                <a:avLst/>
              </a:prstGeom>
              <a:blipFill>
                <a:blip r:embed="rId8"/>
                <a:stretch>
                  <a:fillRect l="-14035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5A597-5FBB-0E53-6CF7-E140E66CD9FE}"/>
                  </a:ext>
                </a:extLst>
              </p:cNvPr>
              <p:cNvSpPr txBox="1"/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5A597-5FBB-0E53-6CF7-E140E66CD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47" y="2369691"/>
                <a:ext cx="350481" cy="307777"/>
              </a:xfrm>
              <a:prstGeom prst="rect">
                <a:avLst/>
              </a:prstGeom>
              <a:blipFill>
                <a:blip r:embed="rId9"/>
                <a:stretch>
                  <a:fillRect l="-12069" r="-1724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3D9EBA-6F85-F056-274D-64273DF5E085}"/>
                  </a:ext>
                </a:extLst>
              </p:cNvPr>
              <p:cNvSpPr txBox="1"/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3D9EBA-6F85-F056-274D-64273DF5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82" y="2360239"/>
                <a:ext cx="344517" cy="307777"/>
              </a:xfrm>
              <a:prstGeom prst="rect">
                <a:avLst/>
              </a:prstGeom>
              <a:blipFill>
                <a:blip r:embed="rId10"/>
                <a:stretch>
                  <a:fillRect l="-10526" r="-1754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F8CA3705-C5CC-96C2-E49F-1BC3F7825C58}"/>
              </a:ext>
            </a:extLst>
          </p:cNvPr>
          <p:cNvSpPr/>
          <p:nvPr/>
        </p:nvSpPr>
        <p:spPr>
          <a:xfrm rot="5400000">
            <a:off x="2032859" y="3099880"/>
            <a:ext cx="289711" cy="1476428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B34D6D09-E5DA-2CEC-B203-487DAC203395}"/>
              </a:ext>
            </a:extLst>
          </p:cNvPr>
          <p:cNvSpPr/>
          <p:nvPr/>
        </p:nvSpPr>
        <p:spPr>
          <a:xfrm rot="5400000">
            <a:off x="4266801" y="2470599"/>
            <a:ext cx="289711" cy="2734989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7074DFF-FC39-32A7-9695-550233F2520F}"/>
              </a:ext>
            </a:extLst>
          </p:cNvPr>
          <p:cNvSpPr/>
          <p:nvPr/>
        </p:nvSpPr>
        <p:spPr>
          <a:xfrm rot="5400000">
            <a:off x="8325060" y="1618064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E7AE0B-B37E-80D1-B765-4FF107B894A9}"/>
                  </a:ext>
                </a:extLst>
              </p:cNvPr>
              <p:cNvSpPr txBox="1"/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E7AE0B-B37E-80D1-B765-4FF107B89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931" y="4040709"/>
                <a:ext cx="410818" cy="369332"/>
              </a:xfrm>
              <a:prstGeom prst="rect">
                <a:avLst/>
              </a:prstGeom>
              <a:blipFill>
                <a:blip r:embed="rId11"/>
                <a:stretch>
                  <a:fillRect l="-11940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BB38BA8-CD5B-8ED3-ED4B-FFF7D1C16E51}"/>
                  </a:ext>
                </a:extLst>
              </p:cNvPr>
              <p:cNvSpPr txBox="1"/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BB38BA8-CD5B-8ED3-ED4B-FFF7D1C16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88" y="4040709"/>
                <a:ext cx="417935" cy="369332"/>
              </a:xfrm>
              <a:prstGeom prst="rect">
                <a:avLst/>
              </a:prstGeom>
              <a:blipFill>
                <a:blip r:embed="rId12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913CA0-4DE8-1E08-0E58-E94175A7D60A}"/>
                  </a:ext>
                </a:extLst>
              </p:cNvPr>
              <p:cNvSpPr txBox="1"/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913CA0-4DE8-1E08-0E58-E94175A7D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4040709"/>
                <a:ext cx="417935" cy="369332"/>
              </a:xfrm>
              <a:prstGeom prst="rect">
                <a:avLst/>
              </a:prstGeom>
              <a:blipFill>
                <a:blip r:embed="rId13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E499F0-10B1-E4CD-3591-9C758FE723ED}"/>
              </a:ext>
            </a:extLst>
          </p:cNvPr>
          <p:cNvSpPr txBox="1"/>
          <p:nvPr/>
        </p:nvSpPr>
        <p:spPr>
          <a:xfrm>
            <a:off x="2795717" y="4687105"/>
            <a:ext cx="660056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No change in clustering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during this iteration indicates that we are done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68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CA10-83E2-E4BC-2923-CC89282A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B46168A-1D80-1F20-A5F6-DE7D9664625D}"/>
              </a:ext>
            </a:extLst>
          </p:cNvPr>
          <p:cNvGrpSpPr/>
          <p:nvPr/>
        </p:nvGrpSpPr>
        <p:grpSpPr>
          <a:xfrm>
            <a:off x="1004935" y="1945752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1D3686E-4868-B65C-9480-D8AAF842990B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CF6862EC-1436-8966-C56C-588737EE9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AABF815F-8A6E-837B-459C-A971DC97B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87ECE257-9FD4-DF33-3F26-F04043544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EC9B1B01-5E91-0867-B347-41F47B998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D2861C64-D471-BD2A-477B-ADA50048D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DF4F7A10-1A7D-9C49-F46D-11F4ADF09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77D25981-E835-2C36-1121-3C30D542D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40FE02F3-73E0-9B34-0053-FC5853D64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A2B8F7C1-B72D-506B-8B81-4CB661E0C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DD6BC2D-6E42-BE2A-ED5D-C84211359898}"/>
              </a:ext>
            </a:extLst>
          </p:cNvPr>
          <p:cNvSpPr txBox="1"/>
          <p:nvPr/>
        </p:nvSpPr>
        <p:spPr>
          <a:xfrm>
            <a:off x="2411928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DC4C5A-BB34-AF10-548F-E11F0A1D99E2}"/>
              </a:ext>
            </a:extLst>
          </p:cNvPr>
          <p:cNvSpPr txBox="1"/>
          <p:nvPr/>
        </p:nvSpPr>
        <p:spPr>
          <a:xfrm>
            <a:off x="4817133" y="1533710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D5703C-26A1-DED9-90F4-AC97C538DA65}"/>
              </a:ext>
            </a:extLst>
          </p:cNvPr>
          <p:cNvSpPr txBox="1"/>
          <p:nvPr/>
        </p:nvSpPr>
        <p:spPr>
          <a:xfrm>
            <a:off x="5284853" y="153156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3FF413-8022-9BA1-06E5-039ACEECFB84}"/>
              </a:ext>
            </a:extLst>
          </p:cNvPr>
          <p:cNvSpPr txBox="1"/>
          <p:nvPr/>
        </p:nvSpPr>
        <p:spPr>
          <a:xfrm>
            <a:off x="624988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929BDC-1D38-E2E4-010E-64BD55405F8B}"/>
              </a:ext>
            </a:extLst>
          </p:cNvPr>
          <p:cNvSpPr txBox="1"/>
          <p:nvPr/>
        </p:nvSpPr>
        <p:spPr>
          <a:xfrm>
            <a:off x="926990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850A04-7AEA-74E1-6214-6750E75F9A74}"/>
              </a:ext>
            </a:extLst>
          </p:cNvPr>
          <p:cNvSpPr txBox="1"/>
          <p:nvPr/>
        </p:nvSpPr>
        <p:spPr>
          <a:xfrm>
            <a:off x="10185945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9A0DA8-2CE8-685E-54B3-C6E3BA0219D3}"/>
              </a:ext>
            </a:extLst>
          </p:cNvPr>
          <p:cNvSpPr txBox="1"/>
          <p:nvPr/>
        </p:nvSpPr>
        <p:spPr>
          <a:xfrm>
            <a:off x="1443550" y="152848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13A85A-811E-CD7D-DAC1-B39B2693E734}"/>
              </a:ext>
            </a:extLst>
          </p:cNvPr>
          <p:cNvSpPr txBox="1"/>
          <p:nvPr/>
        </p:nvSpPr>
        <p:spPr>
          <a:xfrm>
            <a:off x="3025610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292C57-3D0D-C069-FF36-B74F4532FA7D}"/>
              </a:ext>
            </a:extLst>
          </p:cNvPr>
          <p:cNvSpPr txBox="1"/>
          <p:nvPr/>
        </p:nvSpPr>
        <p:spPr>
          <a:xfrm>
            <a:off x="8246443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9407BD-280E-EE4E-6996-830C1FAE33C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065345F-5539-8511-56BD-CEE10C05153C}"/>
              </a:ext>
            </a:extLst>
          </p:cNvPr>
          <p:cNvSpPr/>
          <p:nvPr/>
        </p:nvSpPr>
        <p:spPr>
          <a:xfrm rot="5400000">
            <a:off x="2032859" y="1868632"/>
            <a:ext cx="289711" cy="1476428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E554B4E-537D-8245-96CE-962826E94978}"/>
              </a:ext>
            </a:extLst>
          </p:cNvPr>
          <p:cNvSpPr/>
          <p:nvPr/>
        </p:nvSpPr>
        <p:spPr>
          <a:xfrm rot="5400000">
            <a:off x="4266801" y="1239351"/>
            <a:ext cx="289711" cy="2734989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9B8E8B5-65AD-035D-CF7A-1451EFA51ECE}"/>
              </a:ext>
            </a:extLst>
          </p:cNvPr>
          <p:cNvSpPr/>
          <p:nvPr/>
        </p:nvSpPr>
        <p:spPr>
          <a:xfrm rot="5400000">
            <a:off x="8325060" y="386816"/>
            <a:ext cx="289711" cy="444005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7A3755-C23A-9710-FF7D-7564D7A92A04}"/>
                  </a:ext>
                </a:extLst>
              </p:cNvPr>
              <p:cNvSpPr txBox="1"/>
              <p:nvPr/>
            </p:nvSpPr>
            <p:spPr>
              <a:xfrm>
                <a:off x="1962931" y="2809461"/>
                <a:ext cx="4108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7A3755-C23A-9710-FF7D-7564D7A9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931" y="2809461"/>
                <a:ext cx="410818" cy="369332"/>
              </a:xfrm>
              <a:prstGeom prst="rect">
                <a:avLst/>
              </a:prstGeom>
              <a:blipFill>
                <a:blip r:embed="rId8"/>
                <a:stretch>
                  <a:fillRect l="-11940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1DF70C-0BBE-2BC0-0B59-4660BC808CFC}"/>
                  </a:ext>
                </a:extLst>
              </p:cNvPr>
              <p:cNvSpPr txBox="1"/>
              <p:nvPr/>
            </p:nvSpPr>
            <p:spPr>
              <a:xfrm>
                <a:off x="4195888" y="2809461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1DF70C-0BBE-2BC0-0B59-4660BC808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88" y="2809461"/>
                <a:ext cx="417935" cy="369332"/>
              </a:xfrm>
              <a:prstGeom prst="rect">
                <a:avLst/>
              </a:prstGeom>
              <a:blipFill>
                <a:blip r:embed="rId9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D16E76-1826-4520-E259-4FC746838EDE}"/>
                  </a:ext>
                </a:extLst>
              </p:cNvPr>
              <p:cNvSpPr txBox="1"/>
              <p:nvPr/>
            </p:nvSpPr>
            <p:spPr>
              <a:xfrm>
                <a:off x="8282354" y="2809461"/>
                <a:ext cx="4179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D16E76-1826-4520-E259-4FC746838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354" y="2809461"/>
                <a:ext cx="417935" cy="369332"/>
              </a:xfrm>
              <a:prstGeom prst="rect">
                <a:avLst/>
              </a:prstGeom>
              <a:blipFill>
                <a:blip r:embed="rId10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6195C3D-B9E1-FD1A-5F99-1BE6E44A1DF3}"/>
              </a:ext>
            </a:extLst>
          </p:cNvPr>
          <p:cNvGrpSpPr/>
          <p:nvPr/>
        </p:nvGrpSpPr>
        <p:grpSpPr>
          <a:xfrm>
            <a:off x="1004935" y="5313536"/>
            <a:ext cx="10185148" cy="504000"/>
            <a:chOff x="1004935" y="3106836"/>
            <a:chExt cx="10185148" cy="50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AC9539-BB5C-7C25-B1AF-1CAA0F1BDFE7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38E5D662-56B8-C812-BA33-1D16AA453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13" name="Graphic 12" descr="Harvey Balls 100% with solid fill">
              <a:extLst>
                <a:ext uri="{FF2B5EF4-FFF2-40B4-BE49-F238E27FC236}">
                  <a16:creationId xmlns:a16="http://schemas.microsoft.com/office/drawing/2014/main" id="{B08000F7-187C-EE4A-1295-E73742458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0" name="Graphic 19" descr="Harvey Balls 100% with solid fill">
              <a:extLst>
                <a:ext uri="{FF2B5EF4-FFF2-40B4-BE49-F238E27FC236}">
                  <a16:creationId xmlns:a16="http://schemas.microsoft.com/office/drawing/2014/main" id="{B5FF544F-67A4-68EC-C245-F4A0057B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32" name="Graphic 31" descr="Harvey Balls 100% with solid fill">
              <a:extLst>
                <a:ext uri="{FF2B5EF4-FFF2-40B4-BE49-F238E27FC236}">
                  <a16:creationId xmlns:a16="http://schemas.microsoft.com/office/drawing/2014/main" id="{95D7A61A-4EA9-4CDF-3858-28B256DBA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40" name="Graphic 39" descr="Harvey Balls 100% with solid fill">
              <a:extLst>
                <a:ext uri="{FF2B5EF4-FFF2-40B4-BE49-F238E27FC236}">
                  <a16:creationId xmlns:a16="http://schemas.microsoft.com/office/drawing/2014/main" id="{019E49C4-8EDC-E0FF-B08F-D2B98B50B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41" name="Graphic 40" descr="Harvey Balls 100% with solid fill">
              <a:extLst>
                <a:ext uri="{FF2B5EF4-FFF2-40B4-BE49-F238E27FC236}">
                  <a16:creationId xmlns:a16="http://schemas.microsoft.com/office/drawing/2014/main" id="{A2DD1691-721B-32AE-7057-D2B0C2750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42" name="Graphic 41" descr="Harvey Balls 100% with solid fill">
              <a:extLst>
                <a:ext uri="{FF2B5EF4-FFF2-40B4-BE49-F238E27FC236}">
                  <a16:creationId xmlns:a16="http://schemas.microsoft.com/office/drawing/2014/main" id="{F56EE440-BAD2-A8B0-0D45-C5C338820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45" name="Graphic 44" descr="Harvey Balls 100% with solid fill">
              <a:extLst>
                <a:ext uri="{FF2B5EF4-FFF2-40B4-BE49-F238E27FC236}">
                  <a16:creationId xmlns:a16="http://schemas.microsoft.com/office/drawing/2014/main" id="{A9CE1F0A-785F-E7D6-17D8-E11557B88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46" name="Graphic 45" descr="Harvey Balls 100% with solid fill">
              <a:extLst>
                <a:ext uri="{FF2B5EF4-FFF2-40B4-BE49-F238E27FC236}">
                  <a16:creationId xmlns:a16="http://schemas.microsoft.com/office/drawing/2014/main" id="{C8016C5E-84E8-8817-6673-D3152673C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47" name="Right Brace 46">
            <a:extLst>
              <a:ext uri="{FF2B5EF4-FFF2-40B4-BE49-F238E27FC236}">
                <a16:creationId xmlns:a16="http://schemas.microsoft.com/office/drawing/2014/main" id="{25309F84-D3E0-7A7C-7604-3EDF98D7F14C}"/>
              </a:ext>
            </a:extLst>
          </p:cNvPr>
          <p:cNvSpPr/>
          <p:nvPr/>
        </p:nvSpPr>
        <p:spPr>
          <a:xfrm rot="5400000">
            <a:off x="2348976" y="4920297"/>
            <a:ext cx="289711" cy="2108662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90EF636B-FBEE-AF60-50E7-6D6AB33718F2}"/>
              </a:ext>
            </a:extLst>
          </p:cNvPr>
          <p:cNvSpPr/>
          <p:nvPr/>
        </p:nvSpPr>
        <p:spPr>
          <a:xfrm rot="5400000">
            <a:off x="5640654" y="5006251"/>
            <a:ext cx="289711" cy="193675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CEFD8073-FC70-9113-7157-3A8BF440243D}"/>
              </a:ext>
            </a:extLst>
          </p:cNvPr>
          <p:cNvSpPr/>
          <p:nvPr/>
        </p:nvSpPr>
        <p:spPr>
          <a:xfrm rot="5400000">
            <a:off x="9319777" y="4749316"/>
            <a:ext cx="289711" cy="2450623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C1EE1C2-A6AD-18D2-DCF7-E7D521449E13}"/>
                  </a:ext>
                </a:extLst>
              </p:cNvPr>
              <p:cNvSpPr txBox="1"/>
              <p:nvPr/>
            </p:nvSpPr>
            <p:spPr>
              <a:xfrm>
                <a:off x="2276495" y="6177245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C1EE1C2-A6AD-18D2-DCF7-E7D521449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495" y="6177245"/>
                <a:ext cx="410818" cy="369332"/>
              </a:xfrm>
              <a:prstGeom prst="rect">
                <a:avLst/>
              </a:prstGeom>
              <a:blipFill>
                <a:blip r:embed="rId11"/>
                <a:stretch>
                  <a:fillRect l="-11765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638EBB9-1E35-7CE1-ECF0-218D7B7678ED}"/>
                  </a:ext>
                </a:extLst>
              </p:cNvPr>
              <p:cNvSpPr txBox="1"/>
              <p:nvPr/>
            </p:nvSpPr>
            <p:spPr>
              <a:xfrm>
                <a:off x="5564615" y="6177245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638EBB9-1E35-7CE1-ECF0-218D7B76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615" y="6177245"/>
                <a:ext cx="417935" cy="369332"/>
              </a:xfrm>
              <a:prstGeom prst="rect">
                <a:avLst/>
              </a:prstGeom>
              <a:blipFill>
                <a:blip r:embed="rId12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8236A3-E185-5D34-910B-7BF69D868604}"/>
                  </a:ext>
                </a:extLst>
              </p:cNvPr>
              <p:cNvSpPr txBox="1"/>
              <p:nvPr/>
            </p:nvSpPr>
            <p:spPr>
              <a:xfrm>
                <a:off x="9243738" y="6177245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8236A3-E185-5D34-910B-7BF69D868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738" y="6177245"/>
                <a:ext cx="417935" cy="369332"/>
              </a:xfrm>
              <a:prstGeom prst="rect">
                <a:avLst/>
              </a:prstGeom>
              <a:blipFill>
                <a:blip r:embed="rId13"/>
                <a:stretch>
                  <a:fillRect l="-11594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58FBD611-40A9-17EF-6379-4778BEE04D52}"/>
              </a:ext>
            </a:extLst>
          </p:cNvPr>
          <p:cNvSpPr txBox="1"/>
          <p:nvPr/>
        </p:nvSpPr>
        <p:spPr>
          <a:xfrm>
            <a:off x="2411928" y="489350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671456-25A8-8E92-95EB-E8BA08F4F6FD}"/>
              </a:ext>
            </a:extLst>
          </p:cNvPr>
          <p:cNvSpPr txBox="1"/>
          <p:nvPr/>
        </p:nvSpPr>
        <p:spPr>
          <a:xfrm>
            <a:off x="4817133" y="489137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3B2B65-3832-44F6-46BD-3CCDF186D602}"/>
              </a:ext>
            </a:extLst>
          </p:cNvPr>
          <p:cNvSpPr txBox="1"/>
          <p:nvPr/>
        </p:nvSpPr>
        <p:spPr>
          <a:xfrm>
            <a:off x="5284853" y="488923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EDC6B1-BC09-A76D-EB81-0554FA435D61}"/>
              </a:ext>
            </a:extLst>
          </p:cNvPr>
          <p:cNvSpPr txBox="1"/>
          <p:nvPr/>
        </p:nvSpPr>
        <p:spPr>
          <a:xfrm>
            <a:off x="6249887" y="489627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C423B4-30C5-2A1F-CFF5-8009D8F7CEFB}"/>
              </a:ext>
            </a:extLst>
          </p:cNvPr>
          <p:cNvSpPr txBox="1"/>
          <p:nvPr/>
        </p:nvSpPr>
        <p:spPr>
          <a:xfrm>
            <a:off x="9269907" y="489627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C9D9E8-47D3-426D-69ED-06EC104A8DCE}"/>
              </a:ext>
            </a:extLst>
          </p:cNvPr>
          <p:cNvSpPr txBox="1"/>
          <p:nvPr/>
        </p:nvSpPr>
        <p:spPr>
          <a:xfrm>
            <a:off x="10185945" y="489627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CF28F5-CBBE-7976-FF54-BBAC2D062656}"/>
              </a:ext>
            </a:extLst>
          </p:cNvPr>
          <p:cNvSpPr txBox="1"/>
          <p:nvPr/>
        </p:nvSpPr>
        <p:spPr>
          <a:xfrm>
            <a:off x="1443550" y="488615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C20137-192A-FA84-BF80-96A7A3427EA8}"/>
              </a:ext>
            </a:extLst>
          </p:cNvPr>
          <p:cNvSpPr txBox="1"/>
          <p:nvPr/>
        </p:nvSpPr>
        <p:spPr>
          <a:xfrm>
            <a:off x="3025610" y="489350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84DEB7-2256-8718-83F5-4008F2B03376}"/>
              </a:ext>
            </a:extLst>
          </p:cNvPr>
          <p:cNvSpPr txBox="1"/>
          <p:nvPr/>
        </p:nvSpPr>
        <p:spPr>
          <a:xfrm>
            <a:off x="8246443" y="489350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542A8B-8F9E-34D0-F139-4369CBE67B1C}"/>
              </a:ext>
            </a:extLst>
          </p:cNvPr>
          <p:cNvSpPr txBox="1"/>
          <p:nvPr/>
        </p:nvSpPr>
        <p:spPr>
          <a:xfrm>
            <a:off x="3044162" y="3554823"/>
            <a:ext cx="61069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This new clustering is much worse than the one we identified by eye…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501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F684-2B26-C1A6-4FA1-4379ADEB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EB04F59-A901-9CEE-E5E4-4DC494928799}"/>
              </a:ext>
            </a:extLst>
          </p:cNvPr>
          <p:cNvGrpSpPr/>
          <p:nvPr/>
        </p:nvGrpSpPr>
        <p:grpSpPr>
          <a:xfrm>
            <a:off x="1004935" y="1945752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EDCE5E-C1A0-DE5D-50E4-ED5A82E533FB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29D52987-481D-935E-0B39-523D922C6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3031E8CA-14B5-F480-2986-AC2C7244B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AD7F5BFF-6AE6-5C3F-855E-742DEA27E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D855C58D-3AD1-71D4-8DDA-3F5D0DF7B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D7C0DF68-6C52-C358-49FD-D5C763AFE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D20D63D4-F470-F7FB-9A5A-F5D8CBE8A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9F48A006-7262-BDDE-443B-3569F7FE7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6B86EE56-2F4A-5DE4-276B-34D9D28FA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5AF3196C-BE69-F3E2-6C8B-E33FA49D5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BE521FA-169B-5A5E-73A5-E374D17944B7}"/>
              </a:ext>
            </a:extLst>
          </p:cNvPr>
          <p:cNvSpPr txBox="1"/>
          <p:nvPr/>
        </p:nvSpPr>
        <p:spPr>
          <a:xfrm>
            <a:off x="2411928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B92BE5-FA69-4763-CFC5-2A01A2D82BFF}"/>
              </a:ext>
            </a:extLst>
          </p:cNvPr>
          <p:cNvSpPr txBox="1"/>
          <p:nvPr/>
        </p:nvSpPr>
        <p:spPr>
          <a:xfrm>
            <a:off x="4817133" y="1533710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BCA682-3498-C1BB-7865-7F5C26F1EE62}"/>
              </a:ext>
            </a:extLst>
          </p:cNvPr>
          <p:cNvSpPr txBox="1"/>
          <p:nvPr/>
        </p:nvSpPr>
        <p:spPr>
          <a:xfrm>
            <a:off x="5284853" y="153156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4D9DF6-E218-2723-2DC7-5DD25FA45BF6}"/>
              </a:ext>
            </a:extLst>
          </p:cNvPr>
          <p:cNvSpPr txBox="1"/>
          <p:nvPr/>
        </p:nvSpPr>
        <p:spPr>
          <a:xfrm>
            <a:off x="624988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51C4B8-1C1E-192B-B64C-A8B83B10ED05}"/>
              </a:ext>
            </a:extLst>
          </p:cNvPr>
          <p:cNvSpPr txBox="1"/>
          <p:nvPr/>
        </p:nvSpPr>
        <p:spPr>
          <a:xfrm>
            <a:off x="926990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468DCA-3BF9-BD1E-FDBB-81F11B6FB20B}"/>
              </a:ext>
            </a:extLst>
          </p:cNvPr>
          <p:cNvSpPr txBox="1"/>
          <p:nvPr/>
        </p:nvSpPr>
        <p:spPr>
          <a:xfrm>
            <a:off x="10185945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236F3-4C09-AF3B-9E00-3DF6B4A68497}"/>
              </a:ext>
            </a:extLst>
          </p:cNvPr>
          <p:cNvSpPr txBox="1"/>
          <p:nvPr/>
        </p:nvSpPr>
        <p:spPr>
          <a:xfrm>
            <a:off x="1443550" y="152848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6B45DC-C88B-324B-9CDF-1A815C5CD755}"/>
              </a:ext>
            </a:extLst>
          </p:cNvPr>
          <p:cNvSpPr txBox="1"/>
          <p:nvPr/>
        </p:nvSpPr>
        <p:spPr>
          <a:xfrm>
            <a:off x="3025610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FB653E-2E60-F129-7B51-A7E805B50527}"/>
              </a:ext>
            </a:extLst>
          </p:cNvPr>
          <p:cNvSpPr txBox="1"/>
          <p:nvPr/>
        </p:nvSpPr>
        <p:spPr>
          <a:xfrm>
            <a:off x="8246443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AC543C-4A28-DA19-FC25-5C941750AE7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D58D9A-7FF6-9328-D449-6935556DB655}"/>
              </a:ext>
            </a:extLst>
          </p:cNvPr>
          <p:cNvSpPr txBox="1"/>
          <p:nvPr/>
        </p:nvSpPr>
        <p:spPr>
          <a:xfrm>
            <a:off x="1742259" y="2847383"/>
            <a:ext cx="87074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We can determine the quality of the clustering by adding up the variance of each clusters:</a:t>
            </a:r>
            <a:endParaRPr lang="en-GB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A8FA2-F608-C20C-2AE7-26DE79B54EAE}"/>
              </a:ext>
            </a:extLst>
          </p:cNvPr>
          <p:cNvSpPr/>
          <p:nvPr/>
        </p:nvSpPr>
        <p:spPr>
          <a:xfrm>
            <a:off x="8080382" y="1760434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5C5FB-DAAC-C3C1-13D1-E12A52ADA5CA}"/>
              </a:ext>
            </a:extLst>
          </p:cNvPr>
          <p:cNvSpPr/>
          <p:nvPr/>
        </p:nvSpPr>
        <p:spPr>
          <a:xfrm>
            <a:off x="4266542" y="1760101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66353-DE3C-5B12-33ED-611F709E204B}"/>
              </a:ext>
            </a:extLst>
          </p:cNvPr>
          <p:cNvSpPr/>
          <p:nvPr/>
        </p:nvSpPr>
        <p:spPr>
          <a:xfrm>
            <a:off x="2087327" y="1760084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1EAFF-71B5-56A0-6421-A33FFA6BCDEE}"/>
              </a:ext>
            </a:extLst>
          </p:cNvPr>
          <p:cNvSpPr/>
          <p:nvPr/>
        </p:nvSpPr>
        <p:spPr>
          <a:xfrm>
            <a:off x="1439501" y="2501333"/>
            <a:ext cx="1476428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2F7D9-029D-A701-1711-8957DE4058CA}"/>
              </a:ext>
            </a:extLst>
          </p:cNvPr>
          <p:cNvSpPr/>
          <p:nvPr/>
        </p:nvSpPr>
        <p:spPr>
          <a:xfrm>
            <a:off x="3044162" y="2501332"/>
            <a:ext cx="2734989" cy="4571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96356-4881-1CE4-69EE-CDEAC58A364A}"/>
              </a:ext>
            </a:extLst>
          </p:cNvPr>
          <p:cNvSpPr/>
          <p:nvPr/>
        </p:nvSpPr>
        <p:spPr>
          <a:xfrm>
            <a:off x="6249888" y="2501331"/>
            <a:ext cx="4440058" cy="45719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9208DAB-0AEA-81F0-23E8-74C85D568DA8}"/>
              </a:ext>
            </a:extLst>
          </p:cNvPr>
          <p:cNvGrpSpPr/>
          <p:nvPr/>
        </p:nvGrpSpPr>
        <p:grpSpPr>
          <a:xfrm>
            <a:off x="1770262" y="4101821"/>
            <a:ext cx="8651475" cy="49304"/>
            <a:chOff x="1884583" y="4232800"/>
            <a:chExt cx="8651475" cy="49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5DCD52-8E43-5BCD-C3C4-E6BF4F6CAC97}"/>
                </a:ext>
              </a:extLst>
            </p:cNvPr>
            <p:cNvSpPr/>
            <p:nvPr/>
          </p:nvSpPr>
          <p:spPr>
            <a:xfrm>
              <a:off x="1884583" y="4232800"/>
              <a:ext cx="1476428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8A30262-BBD3-145E-BEED-2B3AF9EB861E}"/>
                </a:ext>
              </a:extLst>
            </p:cNvPr>
            <p:cNvSpPr/>
            <p:nvPr/>
          </p:nvSpPr>
          <p:spPr>
            <a:xfrm>
              <a:off x="3361011" y="4236385"/>
              <a:ext cx="2734989" cy="457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0A900B3-AA06-BF33-5C5D-18500BD3665C}"/>
                </a:ext>
              </a:extLst>
            </p:cNvPr>
            <p:cNvSpPr/>
            <p:nvPr/>
          </p:nvSpPr>
          <p:spPr>
            <a:xfrm>
              <a:off x="6096000" y="4232800"/>
              <a:ext cx="4440058" cy="45719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Right Brace 65">
            <a:extLst>
              <a:ext uri="{FF2B5EF4-FFF2-40B4-BE49-F238E27FC236}">
                <a16:creationId xmlns:a16="http://schemas.microsoft.com/office/drawing/2014/main" id="{2EE6B56C-0FA6-D815-9E79-71D132D4A20D}"/>
              </a:ext>
            </a:extLst>
          </p:cNvPr>
          <p:cNvSpPr/>
          <p:nvPr/>
        </p:nvSpPr>
        <p:spPr>
          <a:xfrm rot="5400000">
            <a:off x="5951143" y="63959"/>
            <a:ext cx="289711" cy="865147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B0C757-0CEE-8170-02D6-5F1CEE038D1F}"/>
              </a:ext>
            </a:extLst>
          </p:cNvPr>
          <p:cNvSpPr txBox="1"/>
          <p:nvPr/>
        </p:nvSpPr>
        <p:spPr>
          <a:xfrm>
            <a:off x="3256165" y="4628269"/>
            <a:ext cx="5679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Total variance of new clustering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509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E64F-124A-2114-BC51-07D98E0D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6BD357C-DED5-D105-F8C9-9787E9DAE7B3}"/>
              </a:ext>
            </a:extLst>
          </p:cNvPr>
          <p:cNvGrpSpPr/>
          <p:nvPr/>
        </p:nvGrpSpPr>
        <p:grpSpPr>
          <a:xfrm>
            <a:off x="1004935" y="1945752"/>
            <a:ext cx="10185148" cy="504000"/>
            <a:chOff x="1004935" y="3106836"/>
            <a:chExt cx="10185148" cy="504000"/>
          </a:xfrm>
          <a:solidFill>
            <a:schemeClr val="bg1">
              <a:lumMod val="50000"/>
            </a:schemeClr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68927C-9740-CF77-9377-F1E65CCC80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82E8053C-7CD6-D000-25E6-FB227F929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47B24F34-08B7-4139-D612-5941F8AA8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146F079C-9561-70E8-5BDC-4EBEEAB3B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7C6FAA7E-676C-07ED-6E8F-9CF000B08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55A7FABF-4D0F-F296-1CC3-56B744CCC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9E90C135-2B13-715D-2BFF-AC9B5E660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F98A4586-E257-F14E-984C-EECD7F1A2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18E3062C-144E-7282-D375-355C7122D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3883C47C-63AF-560C-AD3E-BF7D5D96F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5571D9E-013D-0206-9501-64ED403D81F8}"/>
              </a:ext>
            </a:extLst>
          </p:cNvPr>
          <p:cNvSpPr txBox="1"/>
          <p:nvPr/>
        </p:nvSpPr>
        <p:spPr>
          <a:xfrm>
            <a:off x="2411928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66E9F2-786F-42DC-EE7C-8741592FF8C1}"/>
              </a:ext>
            </a:extLst>
          </p:cNvPr>
          <p:cNvSpPr txBox="1"/>
          <p:nvPr/>
        </p:nvSpPr>
        <p:spPr>
          <a:xfrm>
            <a:off x="4817133" y="1533710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2CBD2C-6265-E9C3-C374-07A71689EFC6}"/>
              </a:ext>
            </a:extLst>
          </p:cNvPr>
          <p:cNvSpPr txBox="1"/>
          <p:nvPr/>
        </p:nvSpPr>
        <p:spPr>
          <a:xfrm>
            <a:off x="5284853" y="153156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49684C-8AF0-E3A3-B7DC-07BE3505F0D2}"/>
              </a:ext>
            </a:extLst>
          </p:cNvPr>
          <p:cNvSpPr txBox="1"/>
          <p:nvPr/>
        </p:nvSpPr>
        <p:spPr>
          <a:xfrm>
            <a:off x="624988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22CB5E-9787-8B03-7325-05F62BE62732}"/>
              </a:ext>
            </a:extLst>
          </p:cNvPr>
          <p:cNvSpPr txBox="1"/>
          <p:nvPr/>
        </p:nvSpPr>
        <p:spPr>
          <a:xfrm>
            <a:off x="9269907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63DE4-B0AC-B2D4-ACF2-540A6E27ED28}"/>
              </a:ext>
            </a:extLst>
          </p:cNvPr>
          <p:cNvSpPr txBox="1"/>
          <p:nvPr/>
        </p:nvSpPr>
        <p:spPr>
          <a:xfrm>
            <a:off x="10185945" y="153860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9ACB58-1FAF-78F6-C6A7-36457378C6E9}"/>
              </a:ext>
            </a:extLst>
          </p:cNvPr>
          <p:cNvSpPr txBox="1"/>
          <p:nvPr/>
        </p:nvSpPr>
        <p:spPr>
          <a:xfrm>
            <a:off x="1443550" y="152848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E4E707-986D-0358-CB22-ACF95D43BC5B}"/>
              </a:ext>
            </a:extLst>
          </p:cNvPr>
          <p:cNvSpPr txBox="1"/>
          <p:nvPr/>
        </p:nvSpPr>
        <p:spPr>
          <a:xfrm>
            <a:off x="3025610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893F08-4EBB-3954-D4A7-B590D3B43B79}"/>
              </a:ext>
            </a:extLst>
          </p:cNvPr>
          <p:cNvSpPr txBox="1"/>
          <p:nvPr/>
        </p:nvSpPr>
        <p:spPr>
          <a:xfrm>
            <a:off x="8246443" y="153583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69DC07-A658-6BB3-5786-8E0947BD7B3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7FD405-4A2B-D9F9-DA04-7232113E2569}"/>
              </a:ext>
            </a:extLst>
          </p:cNvPr>
          <p:cNvSpPr/>
          <p:nvPr/>
        </p:nvSpPr>
        <p:spPr>
          <a:xfrm>
            <a:off x="8080382" y="1760434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7AF88-7327-6DDD-D7A2-342A1EA35100}"/>
              </a:ext>
            </a:extLst>
          </p:cNvPr>
          <p:cNvSpPr/>
          <p:nvPr/>
        </p:nvSpPr>
        <p:spPr>
          <a:xfrm>
            <a:off x="4266542" y="1760101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E4F03-CBC4-EA03-9DC0-C2D6446917FB}"/>
              </a:ext>
            </a:extLst>
          </p:cNvPr>
          <p:cNvSpPr/>
          <p:nvPr/>
        </p:nvSpPr>
        <p:spPr>
          <a:xfrm>
            <a:off x="2087327" y="1760084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578-A400-F728-755D-11908EECA92D}"/>
              </a:ext>
            </a:extLst>
          </p:cNvPr>
          <p:cNvSpPr/>
          <p:nvPr/>
        </p:nvSpPr>
        <p:spPr>
          <a:xfrm>
            <a:off x="1439501" y="2501333"/>
            <a:ext cx="1476428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F5CC2-2542-25D3-9C31-1CF83CB4C6D8}"/>
              </a:ext>
            </a:extLst>
          </p:cNvPr>
          <p:cNvSpPr/>
          <p:nvPr/>
        </p:nvSpPr>
        <p:spPr>
          <a:xfrm>
            <a:off x="3044162" y="2501332"/>
            <a:ext cx="2734989" cy="4571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59905-0166-060C-D011-8C6E1B246529}"/>
              </a:ext>
            </a:extLst>
          </p:cNvPr>
          <p:cNvSpPr/>
          <p:nvPr/>
        </p:nvSpPr>
        <p:spPr>
          <a:xfrm>
            <a:off x="6249888" y="2501331"/>
            <a:ext cx="4440058" cy="45719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1CBD6B1D-C54B-9058-4945-F05CE5EAF249}"/>
              </a:ext>
            </a:extLst>
          </p:cNvPr>
          <p:cNvSpPr/>
          <p:nvPr/>
        </p:nvSpPr>
        <p:spPr>
          <a:xfrm rot="5400000">
            <a:off x="5951142" y="-1040558"/>
            <a:ext cx="289711" cy="8651474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D01F63-1953-03FA-186A-193F7143111D}"/>
              </a:ext>
            </a:extLst>
          </p:cNvPr>
          <p:cNvSpPr txBox="1"/>
          <p:nvPr/>
        </p:nvSpPr>
        <p:spPr>
          <a:xfrm>
            <a:off x="3148850" y="3523751"/>
            <a:ext cx="5894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Total variances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of both clusterings</a:t>
            </a:r>
            <a:endParaRPr lang="en-GB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C2D6FF-15BC-52AE-867D-D900C079F509}"/>
              </a:ext>
            </a:extLst>
          </p:cNvPr>
          <p:cNvGrpSpPr/>
          <p:nvPr/>
        </p:nvGrpSpPr>
        <p:grpSpPr>
          <a:xfrm>
            <a:off x="1004935" y="5772338"/>
            <a:ext cx="10185148" cy="504000"/>
            <a:chOff x="1004935" y="3106836"/>
            <a:chExt cx="10185148" cy="504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BBFB2F5-101B-93FA-FD89-FC2E0BBEDDF2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Graphic 46" descr="Harvey Balls 100% with solid fill">
              <a:extLst>
                <a:ext uri="{FF2B5EF4-FFF2-40B4-BE49-F238E27FC236}">
                  <a16:creationId xmlns:a16="http://schemas.microsoft.com/office/drawing/2014/main" id="{ED918F29-A34C-7310-2A5E-C90AB8941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48" name="Graphic 47" descr="Harvey Balls 100% with solid fill">
              <a:extLst>
                <a:ext uri="{FF2B5EF4-FFF2-40B4-BE49-F238E27FC236}">
                  <a16:creationId xmlns:a16="http://schemas.microsoft.com/office/drawing/2014/main" id="{0AD08250-D523-63F9-8279-70F8FF143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49" name="Graphic 48" descr="Harvey Balls 100% with solid fill">
              <a:extLst>
                <a:ext uri="{FF2B5EF4-FFF2-40B4-BE49-F238E27FC236}">
                  <a16:creationId xmlns:a16="http://schemas.microsoft.com/office/drawing/2014/main" id="{E5274608-928F-0A09-BA9E-3ADD3D695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50" name="Graphic 49" descr="Harvey Balls 100% with solid fill">
              <a:extLst>
                <a:ext uri="{FF2B5EF4-FFF2-40B4-BE49-F238E27FC236}">
                  <a16:creationId xmlns:a16="http://schemas.microsoft.com/office/drawing/2014/main" id="{C4E041CA-C050-0E93-F586-FBAE61097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51" name="Graphic 50" descr="Harvey Balls 100% with solid fill">
              <a:extLst>
                <a:ext uri="{FF2B5EF4-FFF2-40B4-BE49-F238E27FC236}">
                  <a16:creationId xmlns:a16="http://schemas.microsoft.com/office/drawing/2014/main" id="{FA38BF20-1D3C-D6F1-6266-F55FC99F8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52" name="Graphic 51" descr="Harvey Balls 100% with solid fill">
              <a:extLst>
                <a:ext uri="{FF2B5EF4-FFF2-40B4-BE49-F238E27FC236}">
                  <a16:creationId xmlns:a16="http://schemas.microsoft.com/office/drawing/2014/main" id="{FBD1A198-E6D3-746C-FCA7-2865644A2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53" name="Graphic 52" descr="Harvey Balls 100% with solid fill">
              <a:extLst>
                <a:ext uri="{FF2B5EF4-FFF2-40B4-BE49-F238E27FC236}">
                  <a16:creationId xmlns:a16="http://schemas.microsoft.com/office/drawing/2014/main" id="{FD83879C-9D72-42AB-FFD5-5A95A7BFA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54" name="Graphic 53" descr="Harvey Balls 100% with solid fill">
              <a:extLst>
                <a:ext uri="{FF2B5EF4-FFF2-40B4-BE49-F238E27FC236}">
                  <a16:creationId xmlns:a16="http://schemas.microsoft.com/office/drawing/2014/main" id="{36E45FED-C956-5494-59C3-5E442E44C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55" name="Graphic 54" descr="Harvey Balls 100% with solid fill">
              <a:extLst>
                <a:ext uri="{FF2B5EF4-FFF2-40B4-BE49-F238E27FC236}">
                  <a16:creationId xmlns:a16="http://schemas.microsoft.com/office/drawing/2014/main" id="{2F07EA04-24D5-FAD1-FF88-F0868E9B5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B2A149A-C156-9EAD-1F32-1C8E0477C647}"/>
              </a:ext>
            </a:extLst>
          </p:cNvPr>
          <p:cNvSpPr txBox="1"/>
          <p:nvPr/>
        </p:nvSpPr>
        <p:spPr>
          <a:xfrm>
            <a:off x="2411928" y="629482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0479AE-D2F6-ED9D-A641-8209221F1343}"/>
              </a:ext>
            </a:extLst>
          </p:cNvPr>
          <p:cNvSpPr txBox="1"/>
          <p:nvPr/>
        </p:nvSpPr>
        <p:spPr>
          <a:xfrm>
            <a:off x="4817133" y="6292698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2ED88A-2E47-14D2-D9A3-E5FD10F96347}"/>
              </a:ext>
            </a:extLst>
          </p:cNvPr>
          <p:cNvSpPr txBox="1"/>
          <p:nvPr/>
        </p:nvSpPr>
        <p:spPr>
          <a:xfrm>
            <a:off x="5284853" y="6290553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FF7C92-79D9-EA42-027D-53817755054D}"/>
              </a:ext>
            </a:extLst>
          </p:cNvPr>
          <p:cNvSpPr txBox="1"/>
          <p:nvPr/>
        </p:nvSpPr>
        <p:spPr>
          <a:xfrm>
            <a:off x="6249887" y="629759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8D3ED3-F263-C676-796D-C3DDC57CD8D1}"/>
              </a:ext>
            </a:extLst>
          </p:cNvPr>
          <p:cNvSpPr txBox="1"/>
          <p:nvPr/>
        </p:nvSpPr>
        <p:spPr>
          <a:xfrm>
            <a:off x="9269907" y="629759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0AB853-03B4-A16C-2270-8FFFAD76331B}"/>
              </a:ext>
            </a:extLst>
          </p:cNvPr>
          <p:cNvSpPr txBox="1"/>
          <p:nvPr/>
        </p:nvSpPr>
        <p:spPr>
          <a:xfrm>
            <a:off x="10185945" y="629759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EC1FD2-BAFB-4EEE-2E36-013E61E05DB5}"/>
              </a:ext>
            </a:extLst>
          </p:cNvPr>
          <p:cNvSpPr txBox="1"/>
          <p:nvPr/>
        </p:nvSpPr>
        <p:spPr>
          <a:xfrm>
            <a:off x="1443550" y="628747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4813E6-5238-A730-32BF-DD0515BC2531}"/>
              </a:ext>
            </a:extLst>
          </p:cNvPr>
          <p:cNvSpPr txBox="1"/>
          <p:nvPr/>
        </p:nvSpPr>
        <p:spPr>
          <a:xfrm>
            <a:off x="3025610" y="629482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163D0E-69F7-385B-AD4E-0ECEBBB8FF82}"/>
              </a:ext>
            </a:extLst>
          </p:cNvPr>
          <p:cNvSpPr txBox="1"/>
          <p:nvPr/>
        </p:nvSpPr>
        <p:spPr>
          <a:xfrm>
            <a:off x="8246443" y="6294827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D7B8CD-07A8-7366-DEC9-19DA84A8D746}"/>
              </a:ext>
            </a:extLst>
          </p:cNvPr>
          <p:cNvSpPr/>
          <p:nvPr/>
        </p:nvSpPr>
        <p:spPr>
          <a:xfrm>
            <a:off x="9447450" y="5585772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FCF10DA-1437-CF5D-3F80-400C249D6810}"/>
              </a:ext>
            </a:extLst>
          </p:cNvPr>
          <p:cNvSpPr/>
          <p:nvPr/>
        </p:nvSpPr>
        <p:spPr>
          <a:xfrm>
            <a:off x="5751314" y="5585439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557EA9A-EB17-8E0B-E018-79B94A0E0BC3}"/>
              </a:ext>
            </a:extLst>
          </p:cNvPr>
          <p:cNvSpPr/>
          <p:nvPr/>
        </p:nvSpPr>
        <p:spPr>
          <a:xfrm>
            <a:off x="2530032" y="5585439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45CB5C9-39CC-200C-0A27-946C287A0FE0}"/>
              </a:ext>
            </a:extLst>
          </p:cNvPr>
          <p:cNvSpPr/>
          <p:nvPr/>
        </p:nvSpPr>
        <p:spPr>
          <a:xfrm>
            <a:off x="1439501" y="5506124"/>
            <a:ext cx="2090109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E28F97F-4C39-3E61-50AF-B47B24ED9FAA}"/>
              </a:ext>
            </a:extLst>
          </p:cNvPr>
          <p:cNvSpPr/>
          <p:nvPr/>
        </p:nvSpPr>
        <p:spPr>
          <a:xfrm>
            <a:off x="4820476" y="5506122"/>
            <a:ext cx="1936755" cy="4571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BC8E28-D71D-1933-FA7E-85E597D1631C}"/>
              </a:ext>
            </a:extLst>
          </p:cNvPr>
          <p:cNvSpPr/>
          <p:nvPr/>
        </p:nvSpPr>
        <p:spPr>
          <a:xfrm>
            <a:off x="8246443" y="5506123"/>
            <a:ext cx="2443503" cy="45719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E4DF314-E9C4-3DC8-9822-562492589290}"/>
              </a:ext>
            </a:extLst>
          </p:cNvPr>
          <p:cNvGrpSpPr/>
          <p:nvPr/>
        </p:nvGrpSpPr>
        <p:grpSpPr>
          <a:xfrm>
            <a:off x="2860810" y="4526673"/>
            <a:ext cx="6470367" cy="52201"/>
            <a:chOff x="1870874" y="4517937"/>
            <a:chExt cx="6470367" cy="52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BDE554D-90C8-DBF2-992D-CBCE1F743986}"/>
                </a:ext>
              </a:extLst>
            </p:cNvPr>
            <p:cNvSpPr/>
            <p:nvPr/>
          </p:nvSpPr>
          <p:spPr>
            <a:xfrm>
              <a:off x="1870874" y="4524419"/>
              <a:ext cx="2090109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ED60FF2-5100-8043-D147-0AF40F1E600E}"/>
                </a:ext>
              </a:extLst>
            </p:cNvPr>
            <p:cNvSpPr/>
            <p:nvPr/>
          </p:nvSpPr>
          <p:spPr>
            <a:xfrm>
              <a:off x="3960983" y="4517938"/>
              <a:ext cx="1936755" cy="457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1797081-9E08-4B13-7974-B6656EF73B4F}"/>
                </a:ext>
              </a:extLst>
            </p:cNvPr>
            <p:cNvSpPr/>
            <p:nvPr/>
          </p:nvSpPr>
          <p:spPr>
            <a:xfrm>
              <a:off x="5897738" y="4517937"/>
              <a:ext cx="2443503" cy="45719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83CC8A10-340D-15F6-2FDC-5651AD0D55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810" y="4146558"/>
            <a:ext cx="6492803" cy="304826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EDC23275-EB9C-CC5B-B3A0-77976D89B5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5638" y="2990688"/>
            <a:ext cx="8760711" cy="15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25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6F35-E669-877F-C457-B72D7E0E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196E32-C393-E6F4-9259-4ACFAC93CE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DDC8B6-749C-F35A-6CB0-1E4EECE0F631}"/>
              </a:ext>
            </a:extLst>
          </p:cNvPr>
          <p:cNvSpPr txBox="1"/>
          <p:nvPr/>
        </p:nvSpPr>
        <p:spPr>
          <a:xfrm>
            <a:off x="3384690" y="2114310"/>
            <a:ext cx="54226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clustering is the </a:t>
            </a: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best</a:t>
            </a:r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when the variance is the </a:t>
            </a: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smallest</a:t>
            </a:r>
            <a:r>
              <a:rPr lang="en-GB" sz="2800" dirty="0">
                <a:latin typeface="Bahnschrift" panose="020B0502040204020203" pitchFamily="34" charset="0"/>
                <a:cs typeface="Times New Roman" panose="02020603050405020304" pitchFamily="18" charset="0"/>
              </a:rPr>
              <a:t>:</a:t>
            </a:r>
            <a:endParaRPr lang="en-GB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0800DC-F840-A1FA-322D-ED4D2863DE08}"/>
              </a:ext>
            </a:extLst>
          </p:cNvPr>
          <p:cNvGrpSpPr/>
          <p:nvPr/>
        </p:nvGrpSpPr>
        <p:grpSpPr>
          <a:xfrm>
            <a:off x="993724" y="4722136"/>
            <a:ext cx="10185148" cy="504000"/>
            <a:chOff x="1004935" y="3106836"/>
            <a:chExt cx="10185148" cy="504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222A038-1635-7C9D-C2D8-9095DE2B1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Graphic 46" descr="Harvey Balls 100% with solid fill">
              <a:extLst>
                <a:ext uri="{FF2B5EF4-FFF2-40B4-BE49-F238E27FC236}">
                  <a16:creationId xmlns:a16="http://schemas.microsoft.com/office/drawing/2014/main" id="{7BAE6F91-A037-34CF-36F3-3C83074FD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48" name="Graphic 47" descr="Harvey Balls 100% with solid fill">
              <a:extLst>
                <a:ext uri="{FF2B5EF4-FFF2-40B4-BE49-F238E27FC236}">
                  <a16:creationId xmlns:a16="http://schemas.microsoft.com/office/drawing/2014/main" id="{2E9BD830-D330-DD5E-277A-91D559B18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49" name="Graphic 48" descr="Harvey Balls 100% with solid fill">
              <a:extLst>
                <a:ext uri="{FF2B5EF4-FFF2-40B4-BE49-F238E27FC236}">
                  <a16:creationId xmlns:a16="http://schemas.microsoft.com/office/drawing/2014/main" id="{DA628E5D-B73F-22C8-E73D-5A55A8BB1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50" name="Graphic 49" descr="Harvey Balls 100% with solid fill">
              <a:extLst>
                <a:ext uri="{FF2B5EF4-FFF2-40B4-BE49-F238E27FC236}">
                  <a16:creationId xmlns:a16="http://schemas.microsoft.com/office/drawing/2014/main" id="{8CCEA475-B247-A77C-BCEE-CC9C05286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51" name="Graphic 50" descr="Harvey Balls 100% with solid fill">
              <a:extLst>
                <a:ext uri="{FF2B5EF4-FFF2-40B4-BE49-F238E27FC236}">
                  <a16:creationId xmlns:a16="http://schemas.microsoft.com/office/drawing/2014/main" id="{55C1A2D2-7805-7429-91DD-7736750BA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52" name="Graphic 51" descr="Harvey Balls 100% with solid fill">
              <a:extLst>
                <a:ext uri="{FF2B5EF4-FFF2-40B4-BE49-F238E27FC236}">
                  <a16:creationId xmlns:a16="http://schemas.microsoft.com/office/drawing/2014/main" id="{7F64427B-6685-F12B-FDC2-060460901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53" name="Graphic 52" descr="Harvey Balls 100% with solid fill">
              <a:extLst>
                <a:ext uri="{FF2B5EF4-FFF2-40B4-BE49-F238E27FC236}">
                  <a16:creationId xmlns:a16="http://schemas.microsoft.com/office/drawing/2014/main" id="{FBE0DA23-5637-23D9-88E3-11D4BE37B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54" name="Graphic 53" descr="Harvey Balls 100% with solid fill">
              <a:extLst>
                <a:ext uri="{FF2B5EF4-FFF2-40B4-BE49-F238E27FC236}">
                  <a16:creationId xmlns:a16="http://schemas.microsoft.com/office/drawing/2014/main" id="{70D33F88-1386-28EC-EAE1-0161632D1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55" name="Graphic 54" descr="Harvey Balls 100% with solid fill">
              <a:extLst>
                <a:ext uri="{FF2B5EF4-FFF2-40B4-BE49-F238E27FC236}">
                  <a16:creationId xmlns:a16="http://schemas.microsoft.com/office/drawing/2014/main" id="{01E28173-0610-7F7A-05F9-C234E3B2C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063AA2D-5A03-EE9C-167F-889B5E820739}"/>
              </a:ext>
            </a:extLst>
          </p:cNvPr>
          <p:cNvSpPr txBox="1"/>
          <p:nvPr/>
        </p:nvSpPr>
        <p:spPr>
          <a:xfrm>
            <a:off x="2400717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30EF26-E86E-089A-9C0E-5BF6A9479D7B}"/>
              </a:ext>
            </a:extLst>
          </p:cNvPr>
          <p:cNvSpPr txBox="1"/>
          <p:nvPr/>
        </p:nvSpPr>
        <p:spPr>
          <a:xfrm>
            <a:off x="4805922" y="524249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2F672B-23A4-482D-50C9-DF0620C6E01F}"/>
              </a:ext>
            </a:extLst>
          </p:cNvPr>
          <p:cNvSpPr txBox="1"/>
          <p:nvPr/>
        </p:nvSpPr>
        <p:spPr>
          <a:xfrm>
            <a:off x="5273642" y="52403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8CB1B-9073-EB33-D2A5-86C65E5C5DA7}"/>
              </a:ext>
            </a:extLst>
          </p:cNvPr>
          <p:cNvSpPr txBox="1"/>
          <p:nvPr/>
        </p:nvSpPr>
        <p:spPr>
          <a:xfrm>
            <a:off x="623867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90E27E-E6CD-0F5B-EF4E-6BA89D4DD7B3}"/>
              </a:ext>
            </a:extLst>
          </p:cNvPr>
          <p:cNvSpPr txBox="1"/>
          <p:nvPr/>
        </p:nvSpPr>
        <p:spPr>
          <a:xfrm>
            <a:off x="925869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C072BC-6F06-22AB-6576-3BF6DC8E291D}"/>
              </a:ext>
            </a:extLst>
          </p:cNvPr>
          <p:cNvSpPr txBox="1"/>
          <p:nvPr/>
        </p:nvSpPr>
        <p:spPr>
          <a:xfrm>
            <a:off x="10174734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A635A2-94CF-F3F7-072A-0E4F2B95A45B}"/>
              </a:ext>
            </a:extLst>
          </p:cNvPr>
          <p:cNvSpPr txBox="1"/>
          <p:nvPr/>
        </p:nvSpPr>
        <p:spPr>
          <a:xfrm>
            <a:off x="1432339" y="5237274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0A8368-6CBB-452F-FC33-C318711137CF}"/>
              </a:ext>
            </a:extLst>
          </p:cNvPr>
          <p:cNvSpPr txBox="1"/>
          <p:nvPr/>
        </p:nvSpPr>
        <p:spPr>
          <a:xfrm>
            <a:off x="3014399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30DE53-96A3-C661-5EB8-392927E66A2B}"/>
              </a:ext>
            </a:extLst>
          </p:cNvPr>
          <p:cNvSpPr txBox="1"/>
          <p:nvPr/>
        </p:nvSpPr>
        <p:spPr>
          <a:xfrm>
            <a:off x="8235232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3F46349-6452-08AC-6F38-0D278B17CAA8}"/>
              </a:ext>
            </a:extLst>
          </p:cNvPr>
          <p:cNvSpPr/>
          <p:nvPr/>
        </p:nvSpPr>
        <p:spPr>
          <a:xfrm>
            <a:off x="9436239" y="4535570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6CDA2B5-2ABA-10BE-3D3E-0819F99FF233}"/>
              </a:ext>
            </a:extLst>
          </p:cNvPr>
          <p:cNvSpPr/>
          <p:nvPr/>
        </p:nvSpPr>
        <p:spPr>
          <a:xfrm>
            <a:off x="5740103" y="4535237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6EFA721-FC72-DEE0-14E9-2479B49CA19F}"/>
              </a:ext>
            </a:extLst>
          </p:cNvPr>
          <p:cNvSpPr/>
          <p:nvPr/>
        </p:nvSpPr>
        <p:spPr>
          <a:xfrm>
            <a:off x="2518821" y="453523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B637A9A-2529-34EC-DA44-B9FA5C656A88}"/>
              </a:ext>
            </a:extLst>
          </p:cNvPr>
          <p:cNvSpPr/>
          <p:nvPr/>
        </p:nvSpPr>
        <p:spPr>
          <a:xfrm>
            <a:off x="1428290" y="4455922"/>
            <a:ext cx="2090109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66D5269-7715-47C6-2501-A07E8E6E48F7}"/>
              </a:ext>
            </a:extLst>
          </p:cNvPr>
          <p:cNvSpPr/>
          <p:nvPr/>
        </p:nvSpPr>
        <p:spPr>
          <a:xfrm>
            <a:off x="4809265" y="4455920"/>
            <a:ext cx="1936755" cy="4571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83EE6A-DEEB-A59A-DF0B-FE2A814D87EA}"/>
              </a:ext>
            </a:extLst>
          </p:cNvPr>
          <p:cNvSpPr/>
          <p:nvPr/>
        </p:nvSpPr>
        <p:spPr>
          <a:xfrm>
            <a:off x="8235232" y="4455921"/>
            <a:ext cx="2443503" cy="45719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8C98F05-3C28-6DFF-6D96-BEAA2EBB4EC3}"/>
              </a:ext>
            </a:extLst>
          </p:cNvPr>
          <p:cNvGrpSpPr/>
          <p:nvPr/>
        </p:nvGrpSpPr>
        <p:grpSpPr>
          <a:xfrm>
            <a:off x="2849599" y="3476471"/>
            <a:ext cx="6470367" cy="52201"/>
            <a:chOff x="1870874" y="4517937"/>
            <a:chExt cx="6470367" cy="52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588ACF9-EC43-7B93-D00F-151762E70DE0}"/>
                </a:ext>
              </a:extLst>
            </p:cNvPr>
            <p:cNvSpPr/>
            <p:nvPr/>
          </p:nvSpPr>
          <p:spPr>
            <a:xfrm>
              <a:off x="1870874" y="4524419"/>
              <a:ext cx="2090109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295C2A8-42D4-06B4-1BB0-3550E45402D6}"/>
                </a:ext>
              </a:extLst>
            </p:cNvPr>
            <p:cNvSpPr/>
            <p:nvPr/>
          </p:nvSpPr>
          <p:spPr>
            <a:xfrm>
              <a:off x="3960983" y="4517938"/>
              <a:ext cx="1936755" cy="457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CB794BE-D48A-DA66-3E1E-6F09C54A7E92}"/>
                </a:ext>
              </a:extLst>
            </p:cNvPr>
            <p:cNvSpPr/>
            <p:nvPr/>
          </p:nvSpPr>
          <p:spPr>
            <a:xfrm>
              <a:off x="5897738" y="4517937"/>
              <a:ext cx="2443503" cy="45719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CBDAD6E7-D48F-B4E6-F908-136E6814E0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9599" y="3096356"/>
            <a:ext cx="6492803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C42D-AE6B-E37A-EBBF-7D3FCF66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CBC8A1-A492-F690-50FD-1CB24076B38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4DF2B8-ED3D-14B5-E35C-EF659271B4F9}"/>
              </a:ext>
            </a:extLst>
          </p:cNvPr>
          <p:cNvSpPr txBox="1"/>
          <p:nvPr/>
        </p:nvSpPr>
        <p:spPr>
          <a:xfrm>
            <a:off x="1774360" y="1462353"/>
            <a:ext cx="8436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 find the clustering with this smallest variance, the computer can iterate the whole process again with different random starting clusters…</a:t>
            </a:r>
            <a:endParaRPr lang="en-GB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E4181E-344A-00AC-BF22-47264E72C4A9}"/>
              </a:ext>
            </a:extLst>
          </p:cNvPr>
          <p:cNvGrpSpPr/>
          <p:nvPr/>
        </p:nvGrpSpPr>
        <p:grpSpPr>
          <a:xfrm>
            <a:off x="993724" y="4722136"/>
            <a:ext cx="10185148" cy="504000"/>
            <a:chOff x="1004935" y="3106836"/>
            <a:chExt cx="10185148" cy="504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4966828-570B-B4BD-4292-D2A19FB658E5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Graphic 46" descr="Harvey Balls 100% with solid fill">
              <a:extLst>
                <a:ext uri="{FF2B5EF4-FFF2-40B4-BE49-F238E27FC236}">
                  <a16:creationId xmlns:a16="http://schemas.microsoft.com/office/drawing/2014/main" id="{E73ECE77-FD49-4735-01F5-4D7D5BF05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48" name="Graphic 47" descr="Harvey Balls 100% with solid fill">
              <a:extLst>
                <a:ext uri="{FF2B5EF4-FFF2-40B4-BE49-F238E27FC236}">
                  <a16:creationId xmlns:a16="http://schemas.microsoft.com/office/drawing/2014/main" id="{D5B04EEB-3AD1-D4E3-09AE-53DF35A41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49" name="Graphic 48" descr="Harvey Balls 100% with solid fill">
              <a:extLst>
                <a:ext uri="{FF2B5EF4-FFF2-40B4-BE49-F238E27FC236}">
                  <a16:creationId xmlns:a16="http://schemas.microsoft.com/office/drawing/2014/main" id="{BC21A7D1-5D45-26F7-2B43-44296AA0D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50" name="Graphic 49" descr="Harvey Balls 100% with solid fill">
              <a:extLst>
                <a:ext uri="{FF2B5EF4-FFF2-40B4-BE49-F238E27FC236}">
                  <a16:creationId xmlns:a16="http://schemas.microsoft.com/office/drawing/2014/main" id="{9AF985B4-F0C4-6B92-692D-5B3AD073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51" name="Graphic 50" descr="Harvey Balls 100% with solid fill">
              <a:extLst>
                <a:ext uri="{FF2B5EF4-FFF2-40B4-BE49-F238E27FC236}">
                  <a16:creationId xmlns:a16="http://schemas.microsoft.com/office/drawing/2014/main" id="{15CDDF34-6353-A2BA-D92F-B809CEBBA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52" name="Graphic 51" descr="Harvey Balls 100% with solid fill">
              <a:extLst>
                <a:ext uri="{FF2B5EF4-FFF2-40B4-BE49-F238E27FC236}">
                  <a16:creationId xmlns:a16="http://schemas.microsoft.com/office/drawing/2014/main" id="{31B5B3C4-4CAD-7637-EBD9-5939EE908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53" name="Graphic 52" descr="Harvey Balls 100% with solid fill">
              <a:extLst>
                <a:ext uri="{FF2B5EF4-FFF2-40B4-BE49-F238E27FC236}">
                  <a16:creationId xmlns:a16="http://schemas.microsoft.com/office/drawing/2014/main" id="{FED98DAE-ED19-522D-8FCD-938B79392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54" name="Graphic 53" descr="Harvey Balls 100% with solid fill">
              <a:extLst>
                <a:ext uri="{FF2B5EF4-FFF2-40B4-BE49-F238E27FC236}">
                  <a16:creationId xmlns:a16="http://schemas.microsoft.com/office/drawing/2014/main" id="{0334CE76-21AD-324F-329F-E112F0A3A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55" name="Graphic 54" descr="Harvey Balls 100% with solid fill">
              <a:extLst>
                <a:ext uri="{FF2B5EF4-FFF2-40B4-BE49-F238E27FC236}">
                  <a16:creationId xmlns:a16="http://schemas.microsoft.com/office/drawing/2014/main" id="{4D2A4618-BB59-7850-6E61-8B003575B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7C00672-6DB8-637E-1F4D-097CB6E95C40}"/>
              </a:ext>
            </a:extLst>
          </p:cNvPr>
          <p:cNvSpPr txBox="1"/>
          <p:nvPr/>
        </p:nvSpPr>
        <p:spPr>
          <a:xfrm>
            <a:off x="2400717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C642D7-B7B9-1C56-F693-C5A93513C553}"/>
              </a:ext>
            </a:extLst>
          </p:cNvPr>
          <p:cNvSpPr txBox="1"/>
          <p:nvPr/>
        </p:nvSpPr>
        <p:spPr>
          <a:xfrm>
            <a:off x="4805922" y="524249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C6F5BE-3E31-9B6D-3EF6-49FB1AB86ACD}"/>
              </a:ext>
            </a:extLst>
          </p:cNvPr>
          <p:cNvSpPr txBox="1"/>
          <p:nvPr/>
        </p:nvSpPr>
        <p:spPr>
          <a:xfrm>
            <a:off x="5273642" y="52403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656322-8D6F-F258-1F07-24BD24A0A122}"/>
              </a:ext>
            </a:extLst>
          </p:cNvPr>
          <p:cNvSpPr txBox="1"/>
          <p:nvPr/>
        </p:nvSpPr>
        <p:spPr>
          <a:xfrm>
            <a:off x="623867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A8D99-DD48-E691-DB91-5A94898B68F2}"/>
              </a:ext>
            </a:extLst>
          </p:cNvPr>
          <p:cNvSpPr txBox="1"/>
          <p:nvPr/>
        </p:nvSpPr>
        <p:spPr>
          <a:xfrm>
            <a:off x="925869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0B3B17-BE18-6982-54D2-70C7820EE786}"/>
              </a:ext>
            </a:extLst>
          </p:cNvPr>
          <p:cNvSpPr txBox="1"/>
          <p:nvPr/>
        </p:nvSpPr>
        <p:spPr>
          <a:xfrm>
            <a:off x="10174734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5A9FD4-A25F-52B9-CA4C-952CB4C6EE84}"/>
              </a:ext>
            </a:extLst>
          </p:cNvPr>
          <p:cNvSpPr txBox="1"/>
          <p:nvPr/>
        </p:nvSpPr>
        <p:spPr>
          <a:xfrm>
            <a:off x="1432339" y="5237274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4D9BA8-8B2B-9A29-7E1F-1E4F7B3E385A}"/>
              </a:ext>
            </a:extLst>
          </p:cNvPr>
          <p:cNvSpPr txBox="1"/>
          <p:nvPr/>
        </p:nvSpPr>
        <p:spPr>
          <a:xfrm>
            <a:off x="3014399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86BB14-5574-E58E-528C-2D357F7F486B}"/>
              </a:ext>
            </a:extLst>
          </p:cNvPr>
          <p:cNvSpPr txBox="1"/>
          <p:nvPr/>
        </p:nvSpPr>
        <p:spPr>
          <a:xfrm>
            <a:off x="8235232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CEEB027-8066-0739-4771-A167F853FD47}"/>
              </a:ext>
            </a:extLst>
          </p:cNvPr>
          <p:cNvGrpSpPr/>
          <p:nvPr/>
        </p:nvGrpSpPr>
        <p:grpSpPr>
          <a:xfrm>
            <a:off x="2849599" y="3476471"/>
            <a:ext cx="6470367" cy="52201"/>
            <a:chOff x="1870874" y="4517937"/>
            <a:chExt cx="6470367" cy="52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C17DC10-70C7-C9C5-645C-5B5869E7EDAB}"/>
                </a:ext>
              </a:extLst>
            </p:cNvPr>
            <p:cNvSpPr/>
            <p:nvPr/>
          </p:nvSpPr>
          <p:spPr>
            <a:xfrm>
              <a:off x="1870874" y="4524419"/>
              <a:ext cx="2090109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C9FAEE6-012D-75CA-7BC1-88242C57FBD0}"/>
                </a:ext>
              </a:extLst>
            </p:cNvPr>
            <p:cNvSpPr/>
            <p:nvPr/>
          </p:nvSpPr>
          <p:spPr>
            <a:xfrm>
              <a:off x="3960983" y="4517938"/>
              <a:ext cx="1936755" cy="457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2F4CC20-759B-7EF9-FADC-610B98A4B812}"/>
                </a:ext>
              </a:extLst>
            </p:cNvPr>
            <p:cNvSpPr/>
            <p:nvPr/>
          </p:nvSpPr>
          <p:spPr>
            <a:xfrm>
              <a:off x="5897738" y="4517937"/>
              <a:ext cx="2443503" cy="45719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510A5E4B-284B-0070-1C14-52C0CCD115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9599" y="3096356"/>
            <a:ext cx="6492803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26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8968-8B85-5988-9600-228149ED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44F59A3-D0A1-F7DA-9265-CDCBF30CED9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Compare the Clusterings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B59688-78CF-BA50-D91E-97414371C70F}"/>
              </a:ext>
            </a:extLst>
          </p:cNvPr>
          <p:cNvSpPr txBox="1"/>
          <p:nvPr/>
        </p:nvSpPr>
        <p:spPr>
          <a:xfrm>
            <a:off x="1877941" y="2321137"/>
            <a:ext cx="84361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…eventually leading to the optimal clustering!</a:t>
            </a:r>
            <a:endParaRPr lang="en-GB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A2013BC-3DF5-DA6B-CBC4-713B228A1FF3}"/>
              </a:ext>
            </a:extLst>
          </p:cNvPr>
          <p:cNvGrpSpPr/>
          <p:nvPr/>
        </p:nvGrpSpPr>
        <p:grpSpPr>
          <a:xfrm>
            <a:off x="2849599" y="3476471"/>
            <a:ext cx="6470367" cy="52201"/>
            <a:chOff x="1870874" y="4517937"/>
            <a:chExt cx="6470367" cy="52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69A134C-9A35-4811-F502-326DD47F1DF6}"/>
                </a:ext>
              </a:extLst>
            </p:cNvPr>
            <p:cNvSpPr/>
            <p:nvPr/>
          </p:nvSpPr>
          <p:spPr>
            <a:xfrm>
              <a:off x="1870874" y="4524419"/>
              <a:ext cx="2090109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A7D8257-DD2E-8BE0-43A7-1AAD3B3D2BC4}"/>
                </a:ext>
              </a:extLst>
            </p:cNvPr>
            <p:cNvSpPr/>
            <p:nvPr/>
          </p:nvSpPr>
          <p:spPr>
            <a:xfrm>
              <a:off x="3960983" y="4517938"/>
              <a:ext cx="1936755" cy="457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849C8F-8F00-D94E-1750-D9B8A120633A}"/>
                </a:ext>
              </a:extLst>
            </p:cNvPr>
            <p:cNvSpPr/>
            <p:nvPr/>
          </p:nvSpPr>
          <p:spPr>
            <a:xfrm>
              <a:off x="5897738" y="4517937"/>
              <a:ext cx="2443503" cy="45719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BCD21319-D704-BE98-6D14-14057A0D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99" y="3096356"/>
            <a:ext cx="6492803" cy="3048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70C1BC-AE4E-25C8-5F16-DD5A0BFF143A}"/>
              </a:ext>
            </a:extLst>
          </p:cNvPr>
          <p:cNvGrpSpPr/>
          <p:nvPr/>
        </p:nvGrpSpPr>
        <p:grpSpPr>
          <a:xfrm>
            <a:off x="993724" y="4722136"/>
            <a:ext cx="10185148" cy="504000"/>
            <a:chOff x="1004935" y="3106836"/>
            <a:chExt cx="10185148" cy="504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9679696-6C29-4E79-E809-6C8D0860CA84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665AE25D-AE68-0C28-2909-A4743FC28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4B39D596-F609-EE47-3B34-032BEAFDF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11648B01-B71D-F30C-16C6-769C95890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327EDB5F-8B7D-1518-F904-96DD890F5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CDAD5AE7-4866-5C76-35A9-296502963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6FD3D9CB-2C5E-6C56-B83F-0FCE43066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521D3A73-BBDC-E42A-5AEF-D1F3C91DA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5A4DDE0C-5C9A-F95A-A09C-201AA95AE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3" name="Graphic 12" descr="Harvey Balls 100% with solid fill">
              <a:extLst>
                <a:ext uri="{FF2B5EF4-FFF2-40B4-BE49-F238E27FC236}">
                  <a16:creationId xmlns:a16="http://schemas.microsoft.com/office/drawing/2014/main" id="{E591E808-2B59-B8D0-0F3F-8CFD9A3D0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4104E6B-1692-0CB1-242D-3C9C3E57CCFD}"/>
              </a:ext>
            </a:extLst>
          </p:cNvPr>
          <p:cNvSpPr txBox="1"/>
          <p:nvPr/>
        </p:nvSpPr>
        <p:spPr>
          <a:xfrm>
            <a:off x="2400717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747B5-8A2B-5A12-CDC2-EECDA354BC41}"/>
              </a:ext>
            </a:extLst>
          </p:cNvPr>
          <p:cNvSpPr txBox="1"/>
          <p:nvPr/>
        </p:nvSpPr>
        <p:spPr>
          <a:xfrm>
            <a:off x="4805922" y="5242496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EAC950-9C16-5F4A-B5C5-5A866C0E24D6}"/>
              </a:ext>
            </a:extLst>
          </p:cNvPr>
          <p:cNvSpPr txBox="1"/>
          <p:nvPr/>
        </p:nvSpPr>
        <p:spPr>
          <a:xfrm>
            <a:off x="5273642" y="5240351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A286A-44B9-BCE5-CB2D-3EBC2749885C}"/>
              </a:ext>
            </a:extLst>
          </p:cNvPr>
          <p:cNvSpPr txBox="1"/>
          <p:nvPr/>
        </p:nvSpPr>
        <p:spPr>
          <a:xfrm>
            <a:off x="623867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CC99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6</a:t>
            </a:r>
            <a:endParaRPr lang="en-GB" dirty="0">
              <a:solidFill>
                <a:srgbClr val="FFCC9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F2442-7523-D93F-76CC-F7F780724BCD}"/>
              </a:ext>
            </a:extLst>
          </p:cNvPr>
          <p:cNvSpPr txBox="1"/>
          <p:nvPr/>
        </p:nvSpPr>
        <p:spPr>
          <a:xfrm>
            <a:off x="9258696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8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799068-2B69-93D4-C769-73CFAA7EA561}"/>
              </a:ext>
            </a:extLst>
          </p:cNvPr>
          <p:cNvSpPr txBox="1"/>
          <p:nvPr/>
        </p:nvSpPr>
        <p:spPr>
          <a:xfrm>
            <a:off x="10174734" y="5247389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9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F9FBAE-D7B8-13B9-3FC8-883A19DE0F6F}"/>
              </a:ext>
            </a:extLst>
          </p:cNvPr>
          <p:cNvSpPr txBox="1"/>
          <p:nvPr/>
        </p:nvSpPr>
        <p:spPr>
          <a:xfrm>
            <a:off x="1432339" y="5237274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C0117-9653-9762-098E-EB8A9422AFBE}"/>
              </a:ext>
            </a:extLst>
          </p:cNvPr>
          <p:cNvSpPr txBox="1"/>
          <p:nvPr/>
        </p:nvSpPr>
        <p:spPr>
          <a:xfrm>
            <a:off x="3014399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B6089A-2589-F6F7-C1ED-6766D74E5C4F}"/>
              </a:ext>
            </a:extLst>
          </p:cNvPr>
          <p:cNvSpPr txBox="1"/>
          <p:nvPr/>
        </p:nvSpPr>
        <p:spPr>
          <a:xfrm>
            <a:off x="8235232" y="5244625"/>
            <a:ext cx="504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FF7C80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7</a:t>
            </a:r>
            <a:endParaRPr lang="en-GB" dirty="0">
              <a:solidFill>
                <a:srgbClr val="FF7C8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327BA-39A4-46B1-F718-0F113D681F62}"/>
              </a:ext>
            </a:extLst>
          </p:cNvPr>
          <p:cNvSpPr/>
          <p:nvPr/>
        </p:nvSpPr>
        <p:spPr>
          <a:xfrm>
            <a:off x="9436239" y="4535570"/>
            <a:ext cx="167993" cy="710922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58FC93-1646-C83A-8CFD-F48C228CCC33}"/>
              </a:ext>
            </a:extLst>
          </p:cNvPr>
          <p:cNvSpPr/>
          <p:nvPr/>
        </p:nvSpPr>
        <p:spPr>
          <a:xfrm>
            <a:off x="5740103" y="4535237"/>
            <a:ext cx="167993" cy="7109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FFCC99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50C311-74DD-6B05-4BAC-1F35A233F132}"/>
              </a:ext>
            </a:extLst>
          </p:cNvPr>
          <p:cNvSpPr/>
          <p:nvPr/>
        </p:nvSpPr>
        <p:spPr>
          <a:xfrm>
            <a:off x="2518821" y="4535237"/>
            <a:ext cx="167993" cy="7109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rgbClr val="92D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193586-ED63-8D37-0BBC-D6149CB92CAB}"/>
              </a:ext>
            </a:extLst>
          </p:cNvPr>
          <p:cNvSpPr/>
          <p:nvPr/>
        </p:nvSpPr>
        <p:spPr>
          <a:xfrm>
            <a:off x="1428290" y="4455922"/>
            <a:ext cx="2090109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857C6B-B621-4332-D12B-C981518D3899}"/>
              </a:ext>
            </a:extLst>
          </p:cNvPr>
          <p:cNvSpPr/>
          <p:nvPr/>
        </p:nvSpPr>
        <p:spPr>
          <a:xfrm>
            <a:off x="4809265" y="4455920"/>
            <a:ext cx="1936755" cy="4571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7AB72-B553-E2BB-2BA6-328D4F97EC23}"/>
              </a:ext>
            </a:extLst>
          </p:cNvPr>
          <p:cNvSpPr/>
          <p:nvPr/>
        </p:nvSpPr>
        <p:spPr>
          <a:xfrm>
            <a:off x="8235232" y="4455921"/>
            <a:ext cx="2443503" cy="45719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55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359F-0246-216A-49A4-9115E49D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A356438-C1E7-F122-BE92-E85C573E96A2}"/>
              </a:ext>
            </a:extLst>
          </p:cNvPr>
          <p:cNvGrpSpPr/>
          <p:nvPr/>
        </p:nvGrpSpPr>
        <p:grpSpPr>
          <a:xfrm>
            <a:off x="1004935" y="3177000"/>
            <a:ext cx="10185148" cy="504000"/>
            <a:chOff x="1004935" y="3106836"/>
            <a:chExt cx="10185148" cy="5040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D8E0C08-1777-DBEB-C213-B4C960E3031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35" y="3358836"/>
              <a:ext cx="10185148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aphic 3" descr="Harvey Balls 100% with solid fill">
              <a:extLst>
                <a:ext uri="{FF2B5EF4-FFF2-40B4-BE49-F238E27FC236}">
                  <a16:creationId xmlns:a16="http://schemas.microsoft.com/office/drawing/2014/main" id="{25F9FDB9-DBEC-7A4B-8E5A-A0E579D34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501" y="3106836"/>
              <a:ext cx="504000" cy="504000"/>
            </a:xfrm>
            <a:prstGeom prst="rect">
              <a:avLst/>
            </a:prstGeom>
          </p:spPr>
        </p:pic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D5481B3F-A690-C698-2B80-52C236C7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1929" y="3106836"/>
              <a:ext cx="504000" cy="504000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3359E0E3-BA42-DA2C-EB27-F36BAD2E0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4163" y="3106836"/>
              <a:ext cx="504000" cy="504000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1F16237F-2386-2F85-8ACE-D5E629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7133" y="3106836"/>
              <a:ext cx="504000" cy="504000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05312284-6EE2-876E-B25A-71AF11B7D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5152" y="3106836"/>
              <a:ext cx="504000" cy="504000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9F34F924-8194-3B86-5E0B-002B48DCF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9888" y="3106836"/>
              <a:ext cx="504000" cy="504000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26E868B3-47AE-89E8-B2EE-A2F1439CB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9322" y="3106836"/>
              <a:ext cx="504000" cy="504000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14C16CC5-0326-C619-969B-D6517876C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9908" y="3106836"/>
              <a:ext cx="504000" cy="504000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56748BF4-909A-B461-DF26-A17C159A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85946" y="3106836"/>
              <a:ext cx="504000" cy="50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2B8B24-FC43-BCD4-9189-022F61C211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50F50F-1BBF-4A92-7F48-48650A16F0DC}"/>
              </a:ext>
            </a:extLst>
          </p:cNvPr>
          <p:cNvSpPr txBox="1"/>
          <p:nvPr/>
        </p:nvSpPr>
        <p:spPr>
          <a:xfrm>
            <a:off x="1647320" y="1031858"/>
            <a:ext cx="889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K-means clustering not only works in one dimension…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33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A288-0DB9-E81E-CF60-368013E2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1E0F-DF95-4316-AE92-9D5C1D94AF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E59FF-38D6-303A-C2A3-3879D37D9B5F}"/>
              </a:ext>
            </a:extLst>
          </p:cNvPr>
          <p:cNvSpPr txBox="1"/>
          <p:nvPr/>
        </p:nvSpPr>
        <p:spPr>
          <a:xfrm>
            <a:off x="1647319" y="1027906"/>
            <a:ext cx="889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…but in two or more dimensions as well!</a:t>
            </a:r>
            <a:endParaRPr lang="en-GB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EA3A834-051C-A585-0CBF-EC010C532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495654"/>
              </p:ext>
            </p:extLst>
          </p:nvPr>
        </p:nvGraphicFramePr>
        <p:xfrm>
          <a:off x="2138046" y="1551126"/>
          <a:ext cx="7915906" cy="4943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8625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ECB0-176B-CBB4-DAA1-FD10619B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DDB1-F1F0-B234-5568-79F44B1DEA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21BBC66-3A68-D562-49F4-FF191B6F3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299087"/>
              </p:ext>
            </p:extLst>
          </p:nvPr>
        </p:nvGraphicFramePr>
        <p:xfrm>
          <a:off x="2138046" y="1551126"/>
          <a:ext cx="7915906" cy="4943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B46090D9-FFF4-915E-3962-3ABA26577191}"/>
              </a:ext>
            </a:extLst>
          </p:cNvPr>
          <p:cNvSpPr/>
          <p:nvPr/>
        </p:nvSpPr>
        <p:spPr>
          <a:xfrm>
            <a:off x="7444854" y="1794567"/>
            <a:ext cx="1767385" cy="1767385"/>
          </a:xfrm>
          <a:prstGeom prst="ellipse">
            <a:avLst/>
          </a:prstGeom>
          <a:noFill/>
          <a:ln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EAA0E-CF0F-6E10-3006-E4EA56E92231}"/>
              </a:ext>
            </a:extLst>
          </p:cNvPr>
          <p:cNvSpPr/>
          <p:nvPr/>
        </p:nvSpPr>
        <p:spPr>
          <a:xfrm>
            <a:off x="5212306" y="3429000"/>
            <a:ext cx="1767385" cy="1767385"/>
          </a:xfrm>
          <a:prstGeom prst="ellipse">
            <a:avLst/>
          </a:prstGeom>
          <a:noFill/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5753D0-201A-5761-C27D-79F71BD7D3A2}"/>
              </a:ext>
            </a:extLst>
          </p:cNvPr>
          <p:cNvSpPr/>
          <p:nvPr/>
        </p:nvSpPr>
        <p:spPr>
          <a:xfrm>
            <a:off x="2539620" y="4577687"/>
            <a:ext cx="1767385" cy="1767385"/>
          </a:xfrm>
          <a:prstGeom prst="ellips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9C175-52A6-1BB1-DF1B-D14702F609B0}"/>
              </a:ext>
            </a:extLst>
          </p:cNvPr>
          <p:cNvSpPr txBox="1"/>
          <p:nvPr/>
        </p:nvSpPr>
        <p:spPr>
          <a:xfrm>
            <a:off x="2220574" y="1073166"/>
            <a:ext cx="7833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latin typeface="Bahnschrift" panose="020B0502040204020203" pitchFamily="34" charset="0"/>
                <a:cs typeface="Times New Roman" panose="02020603050405020304" pitchFamily="18" charset="0"/>
              </a:rPr>
              <a:t>This data again can easily be grouped into three clusters by eye: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1F91795-4294-8353-7961-415D872C4833}"/>
              </a:ext>
            </a:extLst>
          </p:cNvPr>
          <p:cNvSpPr/>
          <p:nvPr/>
        </p:nvSpPr>
        <p:spPr>
          <a:xfrm rot="3235492">
            <a:off x="8797927" y="2815000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FED9FD-3453-139A-8872-BB4AC20617B6}"/>
                  </a:ext>
                </a:extLst>
              </p:cNvPr>
              <p:cNvSpPr txBox="1"/>
              <p:nvPr/>
            </p:nvSpPr>
            <p:spPr>
              <a:xfrm>
                <a:off x="4563759" y="5536121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FED9FD-3453-139A-8872-BB4AC2061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759" y="5536121"/>
                <a:ext cx="410818" cy="369332"/>
              </a:xfrm>
              <a:prstGeom prst="rect">
                <a:avLst/>
              </a:prstGeom>
              <a:blipFill>
                <a:blip r:embed="rId3"/>
                <a:stretch>
                  <a:fillRect l="-13433" r="-1493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95609F-226C-FC71-C740-BD994C213B1E}"/>
                  </a:ext>
                </a:extLst>
              </p:cNvPr>
              <p:cNvSpPr txBox="1"/>
              <p:nvPr/>
            </p:nvSpPr>
            <p:spPr>
              <a:xfrm>
                <a:off x="7063315" y="4843564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95609F-226C-FC71-C740-BD994C213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15" y="4843564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5B49B5-9F8B-1206-FD52-FC93161ED225}"/>
                  </a:ext>
                </a:extLst>
              </p:cNvPr>
              <p:cNvSpPr txBox="1"/>
              <p:nvPr/>
            </p:nvSpPr>
            <p:spPr>
              <a:xfrm>
                <a:off x="9003271" y="3638896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5B49B5-9F8B-1206-FD52-FC93161ED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271" y="3638896"/>
                <a:ext cx="417935" cy="369332"/>
              </a:xfrm>
              <a:prstGeom prst="rect">
                <a:avLst/>
              </a:prstGeom>
              <a:blipFill>
                <a:blip r:embed="rId5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10E2794B-433D-8B6B-5BBA-96486CE656A8}"/>
              </a:ext>
            </a:extLst>
          </p:cNvPr>
          <p:cNvSpPr/>
          <p:nvPr/>
        </p:nvSpPr>
        <p:spPr>
          <a:xfrm rot="2040875">
            <a:off x="6773945" y="4144701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39190670-2136-A2B4-121E-B313D7D0878C}"/>
              </a:ext>
            </a:extLst>
          </p:cNvPr>
          <p:cNvSpPr/>
          <p:nvPr/>
        </p:nvSpPr>
        <p:spPr>
          <a:xfrm rot="837497">
            <a:off x="4248086" y="4940803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058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63A5-5742-CC5A-07AF-EB83A26B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87F5-020A-F7EA-6A55-BC3C3B10D3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k-Means Clustering Work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EE55747-C4D5-634E-AB3C-7C5D18077341}"/>
              </a:ext>
            </a:extLst>
          </p:cNvPr>
          <p:cNvGraphicFramePr/>
          <p:nvPr/>
        </p:nvGraphicFramePr>
        <p:xfrm>
          <a:off x="2138046" y="1551126"/>
          <a:ext cx="7915906" cy="4943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0FC243-59DE-40AD-9231-5BBCD0E4CC4D}"/>
              </a:ext>
            </a:extLst>
          </p:cNvPr>
          <p:cNvSpPr txBox="1"/>
          <p:nvPr/>
        </p:nvSpPr>
        <p:spPr>
          <a:xfrm>
            <a:off x="2072133" y="1027906"/>
            <a:ext cx="804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latin typeface="Bahnschrift" panose="020B0502040204020203" pitchFamily="34" charset="0"/>
                <a:cs typeface="Times New Roman" panose="02020603050405020304" pitchFamily="18" charset="0"/>
              </a:rPr>
              <a:t>Let’s see how a computer clusters in two dimensions with k-means…</a:t>
            </a:r>
          </a:p>
        </p:txBody>
      </p:sp>
    </p:spTree>
    <p:extLst>
      <p:ext uri="{BB962C8B-B14F-4D97-AF65-F5344CB8AC3E}">
        <p14:creationId xmlns:p14="http://schemas.microsoft.com/office/powerpoint/2010/main" val="2628423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52FF-C4CF-BCB5-E752-D87D663C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29C703C-7DDC-8F8C-E1CB-F9E809681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9680121"/>
              </p:ext>
            </p:extLst>
          </p:nvPr>
        </p:nvGraphicFramePr>
        <p:xfrm>
          <a:off x="432503" y="1607541"/>
          <a:ext cx="6910833" cy="4615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48CBB2-215E-F0F7-8A7C-33E63B477FE9}"/>
                  </a:ext>
                </a:extLst>
              </p:cNvPr>
              <p:cNvSpPr txBox="1"/>
              <p:nvPr/>
            </p:nvSpPr>
            <p:spPr>
              <a:xfrm>
                <a:off x="7676864" y="1690688"/>
                <a:ext cx="3923733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𝑭𝒆𝒂𝒕𝒖𝒓𝒆𝒔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en-GB" sz="2400" b="1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𝐷𝑖𝑓𝑓𝑖𝑐𝑢𝑙𝑡𝑦</m:t>
                      </m:r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𝑁𝑢𝑚𝑏𝑒𝑟</m:t>
                      </m:r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e-CH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GB" sz="24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𝑎𝑔𝑒𝑠</m:t>
                      </m:r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𝑵𝒖𝒎𝒃𝒆𝒓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𝒐𝒇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𝒄𝒍𝒖𝒔𝒕𝒆𝒓𝒔</m:t>
                      </m:r>
                    </m:oMath>
                  </m:oMathPara>
                </a14:m>
                <a:endParaRPr lang="de-CH" sz="2400" b="1" i="1" dirty="0">
                  <a:solidFill>
                    <a:prstClr val="black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de-CH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𝑪𝒍𝒖𝒔𝒕𝒆𝒓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𝒍𝒂𝒃𝒆𝒍𝒔</m:t>
                      </m:r>
                    </m:oMath>
                  </m:oMathPara>
                </a14:m>
                <a:endParaRPr lang="en-GB" sz="2400" b="1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𝐿𝑜𝑤</m:t>
                      </m:r>
                      <m:r>
                        <a:rPr lang="en-GB" sz="2400" i="1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i="1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𝑒𝑓𝑓𝑜𝑟𝑡</m:t>
                      </m:r>
                    </m:oMath>
                  </m:oMathPara>
                </a14:m>
                <a:endParaRPr lang="en-GB" sz="24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𝑀𝑒𝑑𝑖𝑢𝑚</m:t>
                      </m:r>
                      <m:r>
                        <a:rPr lang="en-GB" sz="2400" i="1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i="1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𝑒𝑓𝑓𝑜𝑟𝑡</m:t>
                      </m:r>
                    </m:oMath>
                  </m:oMathPara>
                </a14:m>
                <a:endParaRPr lang="en-GB" sz="2400" dirty="0">
                  <a:solidFill>
                    <a:srgbClr val="FFCC99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𝐻𝑖𝑔h</m:t>
                      </m:r>
                      <m:r>
                        <a:rPr lang="en-GB" sz="2400" i="1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2400" i="1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𝑒𝑓𝑓𝑜𝑟𝑡</m:t>
                      </m:r>
                    </m:oMath>
                  </m:oMathPara>
                </a14:m>
                <a:endParaRPr lang="en-GB" sz="2400" dirty="0">
                  <a:solidFill>
                    <a:srgbClr val="FF7C80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48CBB2-215E-F0F7-8A7C-33E63B477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864" y="1690688"/>
                <a:ext cx="3923733" cy="4154984"/>
              </a:xfrm>
              <a:prstGeom prst="rect">
                <a:avLst/>
              </a:prstGeom>
              <a:blipFill>
                <a:blip r:embed="rId4"/>
                <a:stretch>
                  <a:fillRect l="-2329" t="-1173" b="-2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18E4AA3-A593-4224-9C6A-1945D33BF1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Instructions</a:t>
            </a:r>
          </a:p>
        </p:txBody>
      </p:sp>
    </p:spTree>
    <p:extLst>
      <p:ext uri="{BB962C8B-B14F-4D97-AF65-F5344CB8AC3E}">
        <p14:creationId xmlns:p14="http://schemas.microsoft.com/office/powerpoint/2010/main" val="87528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F0FD-1382-268E-DD48-619A38366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714B5-3365-5283-B1D9-83C6218A121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2CDFE38-7A0D-B3D7-4D21-29CA32BD8B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901395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8D7892-393D-A83C-EAFD-8628DC6A83D4}"/>
              </a:ext>
            </a:extLst>
          </p:cNvPr>
          <p:cNvSpPr txBox="1"/>
          <p:nvPr/>
        </p:nvSpPr>
        <p:spPr>
          <a:xfrm>
            <a:off x="2683887" y="1839538"/>
            <a:ext cx="3412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Random selection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three </a:t>
            </a:r>
            <a:r>
              <a:rPr lang="en-US" sz="1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starting clusters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B1636B-9A60-CF44-4169-B44F6C621EBD}"/>
              </a:ext>
            </a:extLst>
          </p:cNvPr>
          <p:cNvCxnSpPr>
            <a:cxnSpLocks/>
          </p:cNvCxnSpPr>
          <p:nvPr/>
        </p:nvCxnSpPr>
        <p:spPr>
          <a:xfrm>
            <a:off x="4394579" y="2547424"/>
            <a:ext cx="2231409" cy="1062409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BFEC76-55D0-27EF-AB4C-6FE4638B77EA}"/>
              </a:ext>
            </a:extLst>
          </p:cNvPr>
          <p:cNvCxnSpPr>
            <a:cxnSpLocks/>
          </p:cNvCxnSpPr>
          <p:nvPr/>
        </p:nvCxnSpPr>
        <p:spPr>
          <a:xfrm>
            <a:off x="4394579" y="2547424"/>
            <a:ext cx="1044054" cy="1389955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07C8FF-019C-37C2-153D-580163EDADB4}"/>
              </a:ext>
            </a:extLst>
          </p:cNvPr>
          <p:cNvCxnSpPr>
            <a:cxnSpLocks/>
          </p:cNvCxnSpPr>
          <p:nvPr/>
        </p:nvCxnSpPr>
        <p:spPr>
          <a:xfrm flipH="1">
            <a:off x="3153640" y="2547424"/>
            <a:ext cx="1236303" cy="203822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659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386D-8A5E-B54E-91C9-BDBA4FB0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8754-6274-D634-7B76-543D6517177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A5DBB2E-40C4-59F5-F2FF-7D7592DF26C8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1F4D04-3716-CFB2-4393-8FF7D8937637}"/>
              </a:ext>
            </a:extLst>
          </p:cNvPr>
          <p:cNvSpPr txBox="1"/>
          <p:nvPr/>
        </p:nvSpPr>
        <p:spPr>
          <a:xfrm>
            <a:off x="2713467" y="1853333"/>
            <a:ext cx="431598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starting cluster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sz="11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starting clusters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62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792D-77E0-F5F8-CCE9-CE440141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38E1-C7F0-23DD-A6DA-23A8FB49538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EF71DB5-D142-9199-7405-57D9ED333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75594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88FD69-4959-AD0A-B6F8-0BF60CBE06E4}"/>
              </a:ext>
            </a:extLst>
          </p:cNvPr>
          <p:cNvSpPr txBox="1"/>
          <p:nvPr/>
        </p:nvSpPr>
        <p:spPr>
          <a:xfrm>
            <a:off x="2395876" y="2148102"/>
            <a:ext cx="5171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Determining the distance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sz="14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a point to the initial clusters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C99775-49FE-DDC0-0740-15D8CDE6EBD5}"/>
              </a:ext>
            </a:extLst>
          </p:cNvPr>
          <p:cNvCxnSpPr>
            <a:cxnSpLocks/>
          </p:cNvCxnSpPr>
          <p:nvPr/>
        </p:nvCxnSpPr>
        <p:spPr>
          <a:xfrm flipV="1">
            <a:off x="3521122" y="4435522"/>
            <a:ext cx="2518012" cy="293427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FBA93B-8ADE-9A01-C981-722D66D4332E}"/>
              </a:ext>
            </a:extLst>
          </p:cNvPr>
          <p:cNvCxnSpPr>
            <a:cxnSpLocks/>
          </p:cNvCxnSpPr>
          <p:nvPr/>
        </p:nvCxnSpPr>
        <p:spPr>
          <a:xfrm>
            <a:off x="5848066" y="4196687"/>
            <a:ext cx="191068" cy="150125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B82945-4372-E298-6AB9-3839BE21D450}"/>
              </a:ext>
            </a:extLst>
          </p:cNvPr>
          <p:cNvCxnSpPr>
            <a:cxnSpLocks/>
          </p:cNvCxnSpPr>
          <p:nvPr/>
        </p:nvCxnSpPr>
        <p:spPr>
          <a:xfrm flipH="1">
            <a:off x="6277970" y="3803064"/>
            <a:ext cx="457200" cy="458449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345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D5BFD80-64ED-C727-EE77-4B047BF97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3" t="38783" r="34120" b="29054"/>
          <a:stretch/>
        </p:blipFill>
        <p:spPr>
          <a:xfrm>
            <a:off x="2716212" y="2145310"/>
            <a:ext cx="6759575" cy="256053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F5F494F6-82ED-9FBA-C8E6-C09CFC6DC1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D9DD3-C007-B452-53AC-4A5FC35DFD71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Determining the distance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o</a:t>
            </a:r>
            <a:r>
              <a:rPr lang="en-US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f a point to the initial clusters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FE946-836B-D437-2B48-DBDDB05F8F37}"/>
                  </a:ext>
                </a:extLst>
              </p:cNvPr>
              <p:cNvSpPr txBox="1"/>
              <p:nvPr/>
            </p:nvSpPr>
            <p:spPr>
              <a:xfrm>
                <a:off x="2906889" y="1252266"/>
                <a:ext cx="6378220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280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CH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0FE946-836B-D437-2B48-DBDDB05F8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89" y="1252266"/>
                <a:ext cx="6378220" cy="876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35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F65EE2-BE81-3182-9836-05392200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6" t="39434" r="34467" b="28907"/>
          <a:stretch/>
        </p:blipFill>
        <p:spPr>
          <a:xfrm>
            <a:off x="2580238" y="2188316"/>
            <a:ext cx="6862525" cy="253104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A48E66-BF94-6B37-596B-396CDC4413B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F9002-DABD-AEB7-87A8-0EA096EEFC23}"/>
              </a:ext>
            </a:extLst>
          </p:cNvPr>
          <p:cNvSpPr txBox="1"/>
          <p:nvPr/>
        </p:nvSpPr>
        <p:spPr>
          <a:xfrm>
            <a:off x="2941786" y="4706804"/>
            <a:ext cx="6308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shortest distance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determines the colour/cluster of the point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7253D3-D4E2-B2BA-7958-A85B26F8F63C}"/>
                  </a:ext>
                </a:extLst>
              </p:cNvPr>
              <p:cNvSpPr txBox="1"/>
              <p:nvPr/>
            </p:nvSpPr>
            <p:spPr>
              <a:xfrm>
                <a:off x="2959892" y="3884461"/>
                <a:ext cx="10595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GB" sz="20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5.10</m:t>
                      </m:r>
                    </m:oMath>
                  </m:oMathPara>
                </a14:m>
                <a:endParaRPr lang="en-GB" sz="2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7253D3-D4E2-B2BA-7958-A85B26F8F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892" y="3884461"/>
                <a:ext cx="1059521" cy="307777"/>
              </a:xfrm>
              <a:prstGeom prst="rect">
                <a:avLst/>
              </a:prstGeom>
              <a:blipFill>
                <a:blip r:embed="rId3"/>
                <a:stretch>
                  <a:fillRect l="-4046" r="-4046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B4E121-975E-89A8-587F-1B5CDB4E2252}"/>
                  </a:ext>
                </a:extLst>
              </p:cNvPr>
              <p:cNvSpPr txBox="1"/>
              <p:nvPr/>
            </p:nvSpPr>
            <p:spPr>
              <a:xfrm>
                <a:off x="6634091" y="2862361"/>
                <a:ext cx="10595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GB" sz="20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1.41</m:t>
                      </m:r>
                    </m:oMath>
                  </m:oMathPara>
                </a14:m>
                <a:endParaRPr lang="en-GB" sz="2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B4E121-975E-89A8-587F-1B5CDB4E2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091" y="2862361"/>
                <a:ext cx="1059521" cy="307777"/>
              </a:xfrm>
              <a:prstGeom prst="rect">
                <a:avLst/>
              </a:prstGeom>
              <a:blipFill>
                <a:blip r:embed="rId4"/>
                <a:stretch>
                  <a:fillRect l="-4023" r="-4023"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3129A9-73F6-F957-2401-CBDDDBB9B2B5}"/>
                  </a:ext>
                </a:extLst>
              </p:cNvPr>
              <p:cNvSpPr txBox="1"/>
              <p:nvPr/>
            </p:nvSpPr>
            <p:spPr>
              <a:xfrm>
                <a:off x="8471520" y="2335898"/>
                <a:ext cx="10595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GB" sz="200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20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2.24</m:t>
                      </m:r>
                    </m:oMath>
                  </m:oMathPara>
                </a14:m>
                <a:endParaRPr lang="en-GB" sz="20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3129A9-73F6-F957-2401-CBDDDBB9B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20" y="2335898"/>
                <a:ext cx="1059521" cy="307777"/>
              </a:xfrm>
              <a:prstGeom prst="rect">
                <a:avLst/>
              </a:prstGeom>
              <a:blipFill>
                <a:blip r:embed="rId5"/>
                <a:stretch>
                  <a:fillRect l="-4046" r="-4046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E5933-7C2A-B384-D1C4-5C47512E9704}"/>
                  </a:ext>
                </a:extLst>
              </p:cNvPr>
              <p:cNvSpPr txBox="1"/>
              <p:nvPr/>
            </p:nvSpPr>
            <p:spPr>
              <a:xfrm>
                <a:off x="2906889" y="1252266"/>
                <a:ext cx="6378220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CH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280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CH" sz="2800" b="0" i="1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CH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DE5933-7C2A-B384-D1C4-5C47512E9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89" y="1252266"/>
                <a:ext cx="6378220" cy="8768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884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2EC0-4F39-6C36-3BD7-9AB32CD1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466D-2E97-B53B-5C62-F5BDE14185F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E06EEDB-52E9-24FF-869C-91195A3C61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372782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203307-075A-4976-6156-92FDE2B681E9}"/>
              </a:ext>
            </a:extLst>
          </p:cNvPr>
          <p:cNvSpPr txBox="1"/>
          <p:nvPr/>
        </p:nvSpPr>
        <p:spPr>
          <a:xfrm>
            <a:off x="2395876" y="2148102"/>
            <a:ext cx="5171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Repeat for every point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 to the initial clusters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51D37D-23DC-1234-C69A-762AF766FCB8}"/>
              </a:ext>
            </a:extLst>
          </p:cNvPr>
          <p:cNvCxnSpPr>
            <a:cxnSpLocks/>
          </p:cNvCxnSpPr>
          <p:nvPr/>
        </p:nvCxnSpPr>
        <p:spPr>
          <a:xfrm flipV="1">
            <a:off x="3521122" y="4435522"/>
            <a:ext cx="2518012" cy="293427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1DA15D-CD6B-6CA6-C0F4-DBB7E73B9B83}"/>
              </a:ext>
            </a:extLst>
          </p:cNvPr>
          <p:cNvCxnSpPr>
            <a:cxnSpLocks/>
          </p:cNvCxnSpPr>
          <p:nvPr/>
        </p:nvCxnSpPr>
        <p:spPr>
          <a:xfrm>
            <a:off x="5848066" y="4196687"/>
            <a:ext cx="191068" cy="150125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78EF1B-8E18-0F91-9755-1D41E0F34B05}"/>
              </a:ext>
            </a:extLst>
          </p:cNvPr>
          <p:cNvCxnSpPr>
            <a:cxnSpLocks/>
          </p:cNvCxnSpPr>
          <p:nvPr/>
        </p:nvCxnSpPr>
        <p:spPr>
          <a:xfrm flipH="1">
            <a:off x="6277970" y="3803064"/>
            <a:ext cx="457200" cy="458449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49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BEA6-404C-4B01-2393-0F8B7708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E40E-270A-4CEF-9536-DD6CACF3CD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BC069FD-CC07-E9D7-3A2C-60A8819AB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99984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F5B7B2C-B24B-4700-3963-4FE979FD3BE0}"/>
              </a:ext>
            </a:extLst>
          </p:cNvPr>
          <p:cNvSpPr txBox="1"/>
          <p:nvPr/>
        </p:nvSpPr>
        <p:spPr>
          <a:xfrm>
            <a:off x="2395876" y="2148102"/>
            <a:ext cx="5171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Repeat for every point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 to the initial clusters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60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3092-0B35-CBF5-ABAC-7A235059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870A-7DCB-661C-9251-7303EE7099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929729B-2EDC-4107-640E-71CD0286F3B3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50757D59-92CD-9AE4-0DAF-7F531C24DCF8}"/>
              </a:ext>
            </a:extLst>
          </p:cNvPr>
          <p:cNvSpPr/>
          <p:nvPr/>
        </p:nvSpPr>
        <p:spPr>
          <a:xfrm>
            <a:off x="6649517" y="1588780"/>
            <a:ext cx="2865551" cy="2391110"/>
          </a:xfrm>
          <a:custGeom>
            <a:avLst/>
            <a:gdLst>
              <a:gd name="connsiteX0" fmla="*/ 0 w 3221912"/>
              <a:gd name="connsiteY0" fmla="*/ 1610956 h 3221912"/>
              <a:gd name="connsiteX1" fmla="*/ 1610956 w 3221912"/>
              <a:gd name="connsiteY1" fmla="*/ 0 h 3221912"/>
              <a:gd name="connsiteX2" fmla="*/ 3221912 w 3221912"/>
              <a:gd name="connsiteY2" fmla="*/ 1610956 h 3221912"/>
              <a:gd name="connsiteX3" fmla="*/ 1610956 w 3221912"/>
              <a:gd name="connsiteY3" fmla="*/ 3221912 h 3221912"/>
              <a:gd name="connsiteX4" fmla="*/ 0 w 3221912"/>
              <a:gd name="connsiteY4" fmla="*/ 1610956 h 3221912"/>
              <a:gd name="connsiteX0" fmla="*/ 21 w 3221933"/>
              <a:gd name="connsiteY0" fmla="*/ 1212604 h 2823560"/>
              <a:gd name="connsiteX1" fmla="*/ 1638137 w 3221933"/>
              <a:gd name="connsiteY1" fmla="*/ 0 h 2823560"/>
              <a:gd name="connsiteX2" fmla="*/ 3221933 w 3221933"/>
              <a:gd name="connsiteY2" fmla="*/ 1212604 h 2823560"/>
              <a:gd name="connsiteX3" fmla="*/ 1610977 w 3221933"/>
              <a:gd name="connsiteY3" fmla="*/ 2823560 h 2823560"/>
              <a:gd name="connsiteX4" fmla="*/ 21 w 3221933"/>
              <a:gd name="connsiteY4" fmla="*/ 1212604 h 2823560"/>
              <a:gd name="connsiteX0" fmla="*/ 20 w 2859793"/>
              <a:gd name="connsiteY0" fmla="*/ 2041467 h 2869996"/>
              <a:gd name="connsiteX1" fmla="*/ 1275997 w 2859793"/>
              <a:gd name="connsiteY1" fmla="*/ 23105 h 2869996"/>
              <a:gd name="connsiteX2" fmla="*/ 2859793 w 2859793"/>
              <a:gd name="connsiteY2" fmla="*/ 1235709 h 2869996"/>
              <a:gd name="connsiteX3" fmla="*/ 1248837 w 2859793"/>
              <a:gd name="connsiteY3" fmla="*/ 2846665 h 2869996"/>
              <a:gd name="connsiteX4" fmla="*/ 20 w 2859793"/>
              <a:gd name="connsiteY4" fmla="*/ 2041467 h 2869996"/>
              <a:gd name="connsiteX0" fmla="*/ 7079 w 2866852"/>
              <a:gd name="connsiteY0" fmla="*/ 2041467 h 2400802"/>
              <a:gd name="connsiteX1" fmla="*/ 1283056 w 2866852"/>
              <a:gd name="connsiteY1" fmla="*/ 23105 h 2400802"/>
              <a:gd name="connsiteX2" fmla="*/ 2866852 w 2866852"/>
              <a:gd name="connsiteY2" fmla="*/ 1235709 h 2400802"/>
              <a:gd name="connsiteX3" fmla="*/ 866597 w 2866852"/>
              <a:gd name="connsiteY3" fmla="*/ 2330618 h 2400802"/>
              <a:gd name="connsiteX4" fmla="*/ 7079 w 2866852"/>
              <a:gd name="connsiteY4" fmla="*/ 2041467 h 2400802"/>
              <a:gd name="connsiteX0" fmla="*/ 7284 w 2957591"/>
              <a:gd name="connsiteY0" fmla="*/ 2032279 h 2381554"/>
              <a:gd name="connsiteX1" fmla="*/ 1283261 w 2957591"/>
              <a:gd name="connsiteY1" fmla="*/ 13917 h 2381554"/>
              <a:gd name="connsiteX2" fmla="*/ 2957591 w 2957591"/>
              <a:gd name="connsiteY2" fmla="*/ 1362323 h 2381554"/>
              <a:gd name="connsiteX3" fmla="*/ 866802 w 2957591"/>
              <a:gd name="connsiteY3" fmla="*/ 2321430 h 2381554"/>
              <a:gd name="connsiteX4" fmla="*/ 7284 w 2957591"/>
              <a:gd name="connsiteY4" fmla="*/ 2032279 h 2381554"/>
              <a:gd name="connsiteX0" fmla="*/ 7284 w 2957591"/>
              <a:gd name="connsiteY0" fmla="*/ 2031612 h 2380887"/>
              <a:gd name="connsiteX1" fmla="*/ 1283261 w 2957591"/>
              <a:gd name="connsiteY1" fmla="*/ 13250 h 2380887"/>
              <a:gd name="connsiteX2" fmla="*/ 2957591 w 2957591"/>
              <a:gd name="connsiteY2" fmla="*/ 1361656 h 2380887"/>
              <a:gd name="connsiteX3" fmla="*/ 866802 w 2957591"/>
              <a:gd name="connsiteY3" fmla="*/ 2320763 h 2380887"/>
              <a:gd name="connsiteX4" fmla="*/ 7284 w 2957591"/>
              <a:gd name="connsiteY4" fmla="*/ 2031612 h 2380887"/>
              <a:gd name="connsiteX0" fmla="*/ 7080 w 2866852"/>
              <a:gd name="connsiteY0" fmla="*/ 2040249 h 2399584"/>
              <a:gd name="connsiteX1" fmla="*/ 1283057 w 2866852"/>
              <a:gd name="connsiteY1" fmla="*/ 21887 h 2399584"/>
              <a:gd name="connsiteX2" fmla="*/ 2866852 w 2866852"/>
              <a:gd name="connsiteY2" fmla="*/ 1234491 h 2399584"/>
              <a:gd name="connsiteX3" fmla="*/ 866598 w 2866852"/>
              <a:gd name="connsiteY3" fmla="*/ 2329400 h 2399584"/>
              <a:gd name="connsiteX4" fmla="*/ 7080 w 2866852"/>
              <a:gd name="connsiteY4" fmla="*/ 2040249 h 2399584"/>
              <a:gd name="connsiteX0" fmla="*/ 7080 w 2866852"/>
              <a:gd name="connsiteY0" fmla="*/ 2040249 h 2399584"/>
              <a:gd name="connsiteX1" fmla="*/ 1283057 w 2866852"/>
              <a:gd name="connsiteY1" fmla="*/ 21887 h 2399584"/>
              <a:gd name="connsiteX2" fmla="*/ 2866852 w 2866852"/>
              <a:gd name="connsiteY2" fmla="*/ 1234491 h 2399584"/>
              <a:gd name="connsiteX3" fmla="*/ 866598 w 2866852"/>
              <a:gd name="connsiteY3" fmla="*/ 2329400 h 2399584"/>
              <a:gd name="connsiteX4" fmla="*/ 7080 w 2866852"/>
              <a:gd name="connsiteY4" fmla="*/ 2040249 h 2399584"/>
              <a:gd name="connsiteX0" fmla="*/ 5779 w 2865551"/>
              <a:gd name="connsiteY0" fmla="*/ 1996597 h 2354281"/>
              <a:gd name="connsiteX1" fmla="*/ 1236488 w 2865551"/>
              <a:gd name="connsiteY1" fmla="*/ 23503 h 2354281"/>
              <a:gd name="connsiteX2" fmla="*/ 2865551 w 2865551"/>
              <a:gd name="connsiteY2" fmla="*/ 1190839 h 2354281"/>
              <a:gd name="connsiteX3" fmla="*/ 865297 w 2865551"/>
              <a:gd name="connsiteY3" fmla="*/ 2285748 h 2354281"/>
              <a:gd name="connsiteX4" fmla="*/ 5779 w 2865551"/>
              <a:gd name="connsiteY4" fmla="*/ 1996597 h 2354281"/>
              <a:gd name="connsiteX0" fmla="*/ 5779 w 2865551"/>
              <a:gd name="connsiteY0" fmla="*/ 2033426 h 2391110"/>
              <a:gd name="connsiteX1" fmla="*/ 1236488 w 2865551"/>
              <a:gd name="connsiteY1" fmla="*/ 60332 h 2391110"/>
              <a:gd name="connsiteX2" fmla="*/ 2865551 w 2865551"/>
              <a:gd name="connsiteY2" fmla="*/ 1227668 h 2391110"/>
              <a:gd name="connsiteX3" fmla="*/ 865297 w 2865551"/>
              <a:gd name="connsiteY3" fmla="*/ 2322577 h 2391110"/>
              <a:gd name="connsiteX4" fmla="*/ 5779 w 2865551"/>
              <a:gd name="connsiteY4" fmla="*/ 2033426 h 239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5551" h="2391110">
                <a:moveTo>
                  <a:pt x="5779" y="2033426"/>
                </a:moveTo>
                <a:cubicBezTo>
                  <a:pt x="67644" y="1656385"/>
                  <a:pt x="741752" y="312320"/>
                  <a:pt x="1236488" y="60332"/>
                </a:cubicBezTo>
                <a:cubicBezTo>
                  <a:pt x="1731224" y="-191656"/>
                  <a:pt x="2856498" y="374175"/>
                  <a:pt x="2865551" y="1227668"/>
                </a:cubicBezTo>
                <a:cubicBezTo>
                  <a:pt x="2802177" y="1854824"/>
                  <a:pt x="1341926" y="2188284"/>
                  <a:pt x="865297" y="2322577"/>
                </a:cubicBezTo>
                <a:cubicBezTo>
                  <a:pt x="388668" y="2456870"/>
                  <a:pt x="-56086" y="2410467"/>
                  <a:pt x="5779" y="2033426"/>
                </a:cubicBezTo>
                <a:close/>
              </a:path>
            </a:pathLst>
          </a:custGeom>
          <a:noFill/>
          <a:ln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7BF19E-3250-0293-3314-570D1DAB9949}"/>
              </a:ext>
            </a:extLst>
          </p:cNvPr>
          <p:cNvSpPr/>
          <p:nvPr/>
        </p:nvSpPr>
        <p:spPr>
          <a:xfrm>
            <a:off x="5281138" y="3817544"/>
            <a:ext cx="1494950" cy="774681"/>
          </a:xfrm>
          <a:custGeom>
            <a:avLst/>
            <a:gdLst>
              <a:gd name="connsiteX0" fmla="*/ 0 w 1407221"/>
              <a:gd name="connsiteY0" fmla="*/ 703611 h 1407221"/>
              <a:gd name="connsiteX1" fmla="*/ 703611 w 1407221"/>
              <a:gd name="connsiteY1" fmla="*/ 0 h 1407221"/>
              <a:gd name="connsiteX2" fmla="*/ 1407222 w 1407221"/>
              <a:gd name="connsiteY2" fmla="*/ 703611 h 1407221"/>
              <a:gd name="connsiteX3" fmla="*/ 703611 w 1407221"/>
              <a:gd name="connsiteY3" fmla="*/ 1407222 h 1407221"/>
              <a:gd name="connsiteX4" fmla="*/ 0 w 1407221"/>
              <a:gd name="connsiteY4" fmla="*/ 703611 h 1407221"/>
              <a:gd name="connsiteX0" fmla="*/ 49239 w 1456461"/>
              <a:gd name="connsiteY0" fmla="*/ 631183 h 1334794"/>
              <a:gd name="connsiteX1" fmla="*/ 318284 w 1456461"/>
              <a:gd name="connsiteY1" fmla="*/ 0 h 1334794"/>
              <a:gd name="connsiteX2" fmla="*/ 1456461 w 1456461"/>
              <a:gd name="connsiteY2" fmla="*/ 631183 h 1334794"/>
              <a:gd name="connsiteX3" fmla="*/ 752850 w 1456461"/>
              <a:gd name="connsiteY3" fmla="*/ 1334794 h 1334794"/>
              <a:gd name="connsiteX4" fmla="*/ 49239 w 1456461"/>
              <a:gd name="connsiteY4" fmla="*/ 631183 h 1334794"/>
              <a:gd name="connsiteX0" fmla="*/ 38580 w 1445802"/>
              <a:gd name="connsiteY0" fmla="*/ 631183 h 958669"/>
              <a:gd name="connsiteX1" fmla="*/ 307625 w 1445802"/>
              <a:gd name="connsiteY1" fmla="*/ 0 h 958669"/>
              <a:gd name="connsiteX2" fmla="*/ 1445802 w 1445802"/>
              <a:gd name="connsiteY2" fmla="*/ 631183 h 958669"/>
              <a:gd name="connsiteX3" fmla="*/ 597335 w 1445802"/>
              <a:gd name="connsiteY3" fmla="*/ 954549 h 958669"/>
              <a:gd name="connsiteX4" fmla="*/ 38580 w 1445802"/>
              <a:gd name="connsiteY4" fmla="*/ 631183 h 958669"/>
              <a:gd name="connsiteX0" fmla="*/ 16420 w 1387429"/>
              <a:gd name="connsiteY0" fmla="*/ 408264 h 978341"/>
              <a:gd name="connsiteX1" fmla="*/ 249252 w 1387429"/>
              <a:gd name="connsiteY1" fmla="*/ 3418 h 978341"/>
              <a:gd name="connsiteX2" fmla="*/ 1387429 w 1387429"/>
              <a:gd name="connsiteY2" fmla="*/ 634601 h 978341"/>
              <a:gd name="connsiteX3" fmla="*/ 538962 w 1387429"/>
              <a:gd name="connsiteY3" fmla="*/ 957967 h 978341"/>
              <a:gd name="connsiteX4" fmla="*/ 16420 w 1387429"/>
              <a:gd name="connsiteY4" fmla="*/ 408264 h 978341"/>
              <a:gd name="connsiteX0" fmla="*/ 17882 w 1461319"/>
              <a:gd name="connsiteY0" fmla="*/ 409028 h 987092"/>
              <a:gd name="connsiteX1" fmla="*/ 250714 w 1461319"/>
              <a:gd name="connsiteY1" fmla="*/ 4182 h 987092"/>
              <a:gd name="connsiteX2" fmla="*/ 1461319 w 1461319"/>
              <a:gd name="connsiteY2" fmla="*/ 662525 h 987092"/>
              <a:gd name="connsiteX3" fmla="*/ 540424 w 1461319"/>
              <a:gd name="connsiteY3" fmla="*/ 958731 h 987092"/>
              <a:gd name="connsiteX4" fmla="*/ 17882 w 1461319"/>
              <a:gd name="connsiteY4" fmla="*/ 409028 h 987092"/>
              <a:gd name="connsiteX0" fmla="*/ 53 w 1443490"/>
              <a:gd name="connsiteY0" fmla="*/ 373246 h 951310"/>
              <a:gd name="connsiteX1" fmla="*/ 549756 w 1443490"/>
              <a:gd name="connsiteY1" fmla="*/ 4614 h 951310"/>
              <a:gd name="connsiteX2" fmla="*/ 1443490 w 1443490"/>
              <a:gd name="connsiteY2" fmla="*/ 626743 h 951310"/>
              <a:gd name="connsiteX3" fmla="*/ 522595 w 1443490"/>
              <a:gd name="connsiteY3" fmla="*/ 922949 h 951310"/>
              <a:gd name="connsiteX4" fmla="*/ 53 w 1443490"/>
              <a:gd name="connsiteY4" fmla="*/ 373246 h 951310"/>
              <a:gd name="connsiteX0" fmla="*/ 58 w 1443495"/>
              <a:gd name="connsiteY0" fmla="*/ 391126 h 969190"/>
              <a:gd name="connsiteX1" fmla="*/ 495440 w 1443495"/>
              <a:gd name="connsiteY1" fmla="*/ 4387 h 969190"/>
              <a:gd name="connsiteX2" fmla="*/ 1443495 w 1443495"/>
              <a:gd name="connsiteY2" fmla="*/ 644623 h 969190"/>
              <a:gd name="connsiteX3" fmla="*/ 522600 w 1443495"/>
              <a:gd name="connsiteY3" fmla="*/ 940829 h 969190"/>
              <a:gd name="connsiteX4" fmla="*/ 58 w 1443495"/>
              <a:gd name="connsiteY4" fmla="*/ 391126 h 969190"/>
              <a:gd name="connsiteX0" fmla="*/ 60 w 1443497"/>
              <a:gd name="connsiteY0" fmla="*/ 388953 h 967017"/>
              <a:gd name="connsiteX1" fmla="*/ 495442 w 1443497"/>
              <a:gd name="connsiteY1" fmla="*/ 2214 h 967017"/>
              <a:gd name="connsiteX2" fmla="*/ 1443497 w 1443497"/>
              <a:gd name="connsiteY2" fmla="*/ 642450 h 967017"/>
              <a:gd name="connsiteX3" fmla="*/ 522602 w 1443497"/>
              <a:gd name="connsiteY3" fmla="*/ 938656 h 967017"/>
              <a:gd name="connsiteX4" fmla="*/ 60 w 1443497"/>
              <a:gd name="connsiteY4" fmla="*/ 388953 h 967017"/>
              <a:gd name="connsiteX0" fmla="*/ 365 w 1443802"/>
              <a:gd name="connsiteY0" fmla="*/ 281453 h 859517"/>
              <a:gd name="connsiteX1" fmla="*/ 459533 w 1443802"/>
              <a:gd name="connsiteY1" fmla="*/ 3355 h 859517"/>
              <a:gd name="connsiteX2" fmla="*/ 1443802 w 1443802"/>
              <a:gd name="connsiteY2" fmla="*/ 534950 h 859517"/>
              <a:gd name="connsiteX3" fmla="*/ 522907 w 1443802"/>
              <a:gd name="connsiteY3" fmla="*/ 831156 h 859517"/>
              <a:gd name="connsiteX4" fmla="*/ 365 w 1443802"/>
              <a:gd name="connsiteY4" fmla="*/ 281453 h 859517"/>
              <a:gd name="connsiteX0" fmla="*/ 1017 w 1444454"/>
              <a:gd name="connsiteY0" fmla="*/ 279898 h 857962"/>
              <a:gd name="connsiteX1" fmla="*/ 460185 w 1444454"/>
              <a:gd name="connsiteY1" fmla="*/ 1800 h 857962"/>
              <a:gd name="connsiteX2" fmla="*/ 1444454 w 1444454"/>
              <a:gd name="connsiteY2" fmla="*/ 533395 h 857962"/>
              <a:gd name="connsiteX3" fmla="*/ 523559 w 1444454"/>
              <a:gd name="connsiteY3" fmla="*/ 829601 h 857962"/>
              <a:gd name="connsiteX4" fmla="*/ 1017 w 1444454"/>
              <a:gd name="connsiteY4" fmla="*/ 279898 h 857962"/>
              <a:gd name="connsiteX0" fmla="*/ 267 w 1534239"/>
              <a:gd name="connsiteY0" fmla="*/ 388241 h 849620"/>
              <a:gd name="connsiteX1" fmla="*/ 549970 w 1534239"/>
              <a:gd name="connsiteY1" fmla="*/ 1502 h 849620"/>
              <a:gd name="connsiteX2" fmla="*/ 1534239 w 1534239"/>
              <a:gd name="connsiteY2" fmla="*/ 533097 h 849620"/>
              <a:gd name="connsiteX3" fmla="*/ 613344 w 1534239"/>
              <a:gd name="connsiteY3" fmla="*/ 829303 h 849620"/>
              <a:gd name="connsiteX4" fmla="*/ 267 w 1534239"/>
              <a:gd name="connsiteY4" fmla="*/ 388241 h 849620"/>
              <a:gd name="connsiteX0" fmla="*/ 11558 w 1545530"/>
              <a:gd name="connsiteY0" fmla="*/ 388984 h 850363"/>
              <a:gd name="connsiteX1" fmla="*/ 561261 w 1545530"/>
              <a:gd name="connsiteY1" fmla="*/ 2245 h 850363"/>
              <a:gd name="connsiteX2" fmla="*/ 1545530 w 1545530"/>
              <a:gd name="connsiteY2" fmla="*/ 533840 h 850363"/>
              <a:gd name="connsiteX3" fmla="*/ 624635 w 1545530"/>
              <a:gd name="connsiteY3" fmla="*/ 830046 h 850363"/>
              <a:gd name="connsiteX4" fmla="*/ 11558 w 1545530"/>
              <a:gd name="connsiteY4" fmla="*/ 388984 h 850363"/>
              <a:gd name="connsiteX0" fmla="*/ 90 w 1534062"/>
              <a:gd name="connsiteY0" fmla="*/ 388097 h 745495"/>
              <a:gd name="connsiteX1" fmla="*/ 549793 w 1534062"/>
              <a:gd name="connsiteY1" fmla="*/ 1358 h 745495"/>
              <a:gd name="connsiteX2" fmla="*/ 1534062 w 1534062"/>
              <a:gd name="connsiteY2" fmla="*/ 532953 h 745495"/>
              <a:gd name="connsiteX3" fmla="*/ 586007 w 1534062"/>
              <a:gd name="connsiteY3" fmla="*/ 639036 h 745495"/>
              <a:gd name="connsiteX4" fmla="*/ 90 w 1534062"/>
              <a:gd name="connsiteY4" fmla="*/ 388097 h 745495"/>
              <a:gd name="connsiteX0" fmla="*/ 90 w 1534062"/>
              <a:gd name="connsiteY0" fmla="*/ 388097 h 762974"/>
              <a:gd name="connsiteX1" fmla="*/ 549793 w 1534062"/>
              <a:gd name="connsiteY1" fmla="*/ 1358 h 762974"/>
              <a:gd name="connsiteX2" fmla="*/ 1534062 w 1534062"/>
              <a:gd name="connsiteY2" fmla="*/ 532953 h 762974"/>
              <a:gd name="connsiteX3" fmla="*/ 586007 w 1534062"/>
              <a:gd name="connsiteY3" fmla="*/ 639036 h 762974"/>
              <a:gd name="connsiteX4" fmla="*/ 90 w 1534062"/>
              <a:gd name="connsiteY4" fmla="*/ 388097 h 762974"/>
              <a:gd name="connsiteX0" fmla="*/ 103 w 1488808"/>
              <a:gd name="connsiteY0" fmla="*/ 208923 h 766460"/>
              <a:gd name="connsiteX1" fmla="*/ 504539 w 1488808"/>
              <a:gd name="connsiteY1" fmla="*/ 12307 h 766460"/>
              <a:gd name="connsiteX2" fmla="*/ 1488808 w 1488808"/>
              <a:gd name="connsiteY2" fmla="*/ 543902 h 766460"/>
              <a:gd name="connsiteX3" fmla="*/ 540753 w 1488808"/>
              <a:gd name="connsiteY3" fmla="*/ 649985 h 766460"/>
              <a:gd name="connsiteX4" fmla="*/ 103 w 1488808"/>
              <a:gd name="connsiteY4" fmla="*/ 208923 h 766460"/>
              <a:gd name="connsiteX0" fmla="*/ 6245 w 1494950"/>
              <a:gd name="connsiteY0" fmla="*/ 217144 h 774681"/>
              <a:gd name="connsiteX1" fmla="*/ 510681 w 1494950"/>
              <a:gd name="connsiteY1" fmla="*/ 20528 h 774681"/>
              <a:gd name="connsiteX2" fmla="*/ 1494950 w 1494950"/>
              <a:gd name="connsiteY2" fmla="*/ 552123 h 774681"/>
              <a:gd name="connsiteX3" fmla="*/ 546895 w 1494950"/>
              <a:gd name="connsiteY3" fmla="*/ 658206 h 774681"/>
              <a:gd name="connsiteX4" fmla="*/ 6245 w 1494950"/>
              <a:gd name="connsiteY4" fmla="*/ 217144 h 7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4950" h="774681">
                <a:moveTo>
                  <a:pt x="6245" y="217144"/>
                </a:moveTo>
                <a:cubicBezTo>
                  <a:pt x="63584" y="20329"/>
                  <a:pt x="262564" y="-35302"/>
                  <a:pt x="510681" y="20528"/>
                </a:cubicBezTo>
                <a:cubicBezTo>
                  <a:pt x="758798" y="76358"/>
                  <a:pt x="1494950" y="163529"/>
                  <a:pt x="1494950" y="552123"/>
                </a:cubicBezTo>
                <a:cubicBezTo>
                  <a:pt x="1494950" y="940717"/>
                  <a:pt x="795012" y="714036"/>
                  <a:pt x="546895" y="658206"/>
                </a:cubicBezTo>
                <a:cubicBezTo>
                  <a:pt x="298778" y="602376"/>
                  <a:pt x="-51094" y="413959"/>
                  <a:pt x="6245" y="217144"/>
                </a:cubicBezTo>
                <a:close/>
              </a:path>
            </a:pathLst>
          </a:custGeom>
          <a:noFill/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9CD90E-58A6-02E3-48F8-69D2BA58B1DE}"/>
              </a:ext>
            </a:extLst>
          </p:cNvPr>
          <p:cNvSpPr/>
          <p:nvPr/>
        </p:nvSpPr>
        <p:spPr>
          <a:xfrm>
            <a:off x="2548549" y="4463267"/>
            <a:ext cx="2293088" cy="1633668"/>
          </a:xfrm>
          <a:custGeom>
            <a:avLst/>
            <a:gdLst>
              <a:gd name="connsiteX0" fmla="*/ 0 w 2166357"/>
              <a:gd name="connsiteY0" fmla="*/ 1083179 h 2166357"/>
              <a:gd name="connsiteX1" fmla="*/ 1083179 w 2166357"/>
              <a:gd name="connsiteY1" fmla="*/ 0 h 2166357"/>
              <a:gd name="connsiteX2" fmla="*/ 2166358 w 2166357"/>
              <a:gd name="connsiteY2" fmla="*/ 1083179 h 2166357"/>
              <a:gd name="connsiteX3" fmla="*/ 1083179 w 2166357"/>
              <a:gd name="connsiteY3" fmla="*/ 2166358 h 2166357"/>
              <a:gd name="connsiteX4" fmla="*/ 0 w 2166357"/>
              <a:gd name="connsiteY4" fmla="*/ 1083179 h 2166357"/>
              <a:gd name="connsiteX0" fmla="*/ 5956 w 2172314"/>
              <a:gd name="connsiteY0" fmla="*/ 838736 h 1921915"/>
              <a:gd name="connsiteX1" fmla="*/ 799424 w 2172314"/>
              <a:gd name="connsiteY1" fmla="*/ 0 h 1921915"/>
              <a:gd name="connsiteX2" fmla="*/ 2172314 w 2172314"/>
              <a:gd name="connsiteY2" fmla="*/ 838736 h 1921915"/>
              <a:gd name="connsiteX3" fmla="*/ 1089135 w 2172314"/>
              <a:gd name="connsiteY3" fmla="*/ 1921915 h 1921915"/>
              <a:gd name="connsiteX4" fmla="*/ 5956 w 2172314"/>
              <a:gd name="connsiteY4" fmla="*/ 838736 h 1921915"/>
              <a:gd name="connsiteX0" fmla="*/ 3419 w 2215044"/>
              <a:gd name="connsiteY0" fmla="*/ 856156 h 1941279"/>
              <a:gd name="connsiteX1" fmla="*/ 796887 w 2215044"/>
              <a:gd name="connsiteY1" fmla="*/ 17420 h 1941279"/>
              <a:gd name="connsiteX2" fmla="*/ 2215044 w 2215044"/>
              <a:gd name="connsiteY2" fmla="*/ 575498 h 1941279"/>
              <a:gd name="connsiteX3" fmla="*/ 1086598 w 2215044"/>
              <a:gd name="connsiteY3" fmla="*/ 1939335 h 1941279"/>
              <a:gd name="connsiteX4" fmla="*/ 3419 w 2215044"/>
              <a:gd name="connsiteY4" fmla="*/ 856156 h 1941279"/>
              <a:gd name="connsiteX0" fmla="*/ 220 w 2211845"/>
              <a:gd name="connsiteY0" fmla="*/ 856156 h 1751604"/>
              <a:gd name="connsiteX1" fmla="*/ 793688 w 2211845"/>
              <a:gd name="connsiteY1" fmla="*/ 17420 h 1751604"/>
              <a:gd name="connsiteX2" fmla="*/ 2211845 w 2211845"/>
              <a:gd name="connsiteY2" fmla="*/ 575498 h 1751604"/>
              <a:gd name="connsiteX3" fmla="*/ 730314 w 2211845"/>
              <a:gd name="connsiteY3" fmla="*/ 1749212 h 1751604"/>
              <a:gd name="connsiteX4" fmla="*/ 220 w 2211845"/>
              <a:gd name="connsiteY4" fmla="*/ 856156 h 1751604"/>
              <a:gd name="connsiteX0" fmla="*/ 180 w 2311393"/>
              <a:gd name="connsiteY0" fmla="*/ 634904 h 1736321"/>
              <a:gd name="connsiteX1" fmla="*/ 893236 w 2311393"/>
              <a:gd name="connsiteY1" fmla="*/ 4398 h 1736321"/>
              <a:gd name="connsiteX2" fmla="*/ 2311393 w 2311393"/>
              <a:gd name="connsiteY2" fmla="*/ 562476 h 1736321"/>
              <a:gd name="connsiteX3" fmla="*/ 829862 w 2311393"/>
              <a:gd name="connsiteY3" fmla="*/ 1736190 h 1736321"/>
              <a:gd name="connsiteX4" fmla="*/ 180 w 2311393"/>
              <a:gd name="connsiteY4" fmla="*/ 634904 h 1736321"/>
              <a:gd name="connsiteX0" fmla="*/ 3665 w 2314878"/>
              <a:gd name="connsiteY0" fmla="*/ 634904 h 1609591"/>
              <a:gd name="connsiteX1" fmla="*/ 896721 w 2314878"/>
              <a:gd name="connsiteY1" fmla="*/ 4398 h 1609591"/>
              <a:gd name="connsiteX2" fmla="*/ 2314878 w 2314878"/>
              <a:gd name="connsiteY2" fmla="*/ 562476 h 1609591"/>
              <a:gd name="connsiteX3" fmla="*/ 652278 w 2314878"/>
              <a:gd name="connsiteY3" fmla="*/ 1609441 h 1609591"/>
              <a:gd name="connsiteX4" fmla="*/ 3665 w 2314878"/>
              <a:gd name="connsiteY4" fmla="*/ 634904 h 1609591"/>
              <a:gd name="connsiteX0" fmla="*/ 3922 w 2287975"/>
              <a:gd name="connsiteY0" fmla="*/ 530974 h 1605133"/>
              <a:gd name="connsiteX1" fmla="*/ 869818 w 2287975"/>
              <a:gd name="connsiteY1" fmla="*/ 57 h 1605133"/>
              <a:gd name="connsiteX2" fmla="*/ 2287975 w 2287975"/>
              <a:gd name="connsiteY2" fmla="*/ 558135 h 1605133"/>
              <a:gd name="connsiteX3" fmla="*/ 625375 w 2287975"/>
              <a:gd name="connsiteY3" fmla="*/ 1605100 h 1605133"/>
              <a:gd name="connsiteX4" fmla="*/ 3922 w 2287975"/>
              <a:gd name="connsiteY4" fmla="*/ 530974 h 1605133"/>
              <a:gd name="connsiteX0" fmla="*/ 35626 w 2319679"/>
              <a:gd name="connsiteY0" fmla="*/ 530969 h 1605128"/>
              <a:gd name="connsiteX1" fmla="*/ 901522 w 2319679"/>
              <a:gd name="connsiteY1" fmla="*/ 52 h 1605128"/>
              <a:gd name="connsiteX2" fmla="*/ 2319679 w 2319679"/>
              <a:gd name="connsiteY2" fmla="*/ 558130 h 1605128"/>
              <a:gd name="connsiteX3" fmla="*/ 657079 w 2319679"/>
              <a:gd name="connsiteY3" fmla="*/ 1605095 h 1605128"/>
              <a:gd name="connsiteX4" fmla="*/ 35626 w 2319679"/>
              <a:gd name="connsiteY4" fmla="*/ 530969 h 1605128"/>
              <a:gd name="connsiteX0" fmla="*/ 9035 w 2293088"/>
              <a:gd name="connsiteY0" fmla="*/ 530974 h 1632292"/>
              <a:gd name="connsiteX1" fmla="*/ 874931 w 2293088"/>
              <a:gd name="connsiteY1" fmla="*/ 57 h 1632292"/>
              <a:gd name="connsiteX2" fmla="*/ 2293088 w 2293088"/>
              <a:gd name="connsiteY2" fmla="*/ 558135 h 1632292"/>
              <a:gd name="connsiteX3" fmla="*/ 539953 w 2293088"/>
              <a:gd name="connsiteY3" fmla="*/ 1632261 h 1632292"/>
              <a:gd name="connsiteX4" fmla="*/ 9035 w 2293088"/>
              <a:gd name="connsiteY4" fmla="*/ 530974 h 1632292"/>
              <a:gd name="connsiteX0" fmla="*/ 9035 w 2293088"/>
              <a:gd name="connsiteY0" fmla="*/ 530974 h 1633668"/>
              <a:gd name="connsiteX1" fmla="*/ 874931 w 2293088"/>
              <a:gd name="connsiteY1" fmla="*/ 57 h 1633668"/>
              <a:gd name="connsiteX2" fmla="*/ 2293088 w 2293088"/>
              <a:gd name="connsiteY2" fmla="*/ 558135 h 1633668"/>
              <a:gd name="connsiteX3" fmla="*/ 539953 w 2293088"/>
              <a:gd name="connsiteY3" fmla="*/ 1632261 h 1633668"/>
              <a:gd name="connsiteX4" fmla="*/ 9035 w 2293088"/>
              <a:gd name="connsiteY4" fmla="*/ 530974 h 1633668"/>
              <a:gd name="connsiteX0" fmla="*/ 9035 w 2293088"/>
              <a:gd name="connsiteY0" fmla="*/ 530974 h 1633668"/>
              <a:gd name="connsiteX1" fmla="*/ 874931 w 2293088"/>
              <a:gd name="connsiteY1" fmla="*/ 57 h 1633668"/>
              <a:gd name="connsiteX2" fmla="*/ 2293088 w 2293088"/>
              <a:gd name="connsiteY2" fmla="*/ 558135 h 1633668"/>
              <a:gd name="connsiteX3" fmla="*/ 539953 w 2293088"/>
              <a:gd name="connsiteY3" fmla="*/ 1632261 h 1633668"/>
              <a:gd name="connsiteX4" fmla="*/ 9035 w 2293088"/>
              <a:gd name="connsiteY4" fmla="*/ 530974 h 163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3088" h="1633668">
                <a:moveTo>
                  <a:pt x="9035" y="530974"/>
                </a:moveTo>
                <a:cubicBezTo>
                  <a:pt x="64865" y="258940"/>
                  <a:pt x="322240" y="-4470"/>
                  <a:pt x="874931" y="57"/>
                </a:cubicBezTo>
                <a:cubicBezTo>
                  <a:pt x="1427622" y="4584"/>
                  <a:pt x="2293088" y="-40088"/>
                  <a:pt x="2293088" y="558135"/>
                </a:cubicBezTo>
                <a:cubicBezTo>
                  <a:pt x="2293088" y="1156358"/>
                  <a:pt x="920628" y="1663948"/>
                  <a:pt x="539953" y="1632261"/>
                </a:cubicBezTo>
                <a:cubicBezTo>
                  <a:pt x="159278" y="1600574"/>
                  <a:pt x="-46795" y="803008"/>
                  <a:pt x="9035" y="530974"/>
                </a:cubicBezTo>
                <a:close/>
              </a:path>
            </a:pathLst>
          </a:cu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C71D416-36D3-749E-9D3E-F3BDED12CED7}"/>
              </a:ext>
            </a:extLst>
          </p:cNvPr>
          <p:cNvSpPr/>
          <p:nvPr/>
        </p:nvSpPr>
        <p:spPr>
          <a:xfrm rot="3673706">
            <a:off x="8520626" y="2446449"/>
            <a:ext cx="289711" cy="2449504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C7B874-F8CC-A066-6B3E-C4D1528FA169}"/>
                  </a:ext>
                </a:extLst>
              </p:cNvPr>
              <p:cNvSpPr txBox="1"/>
              <p:nvPr/>
            </p:nvSpPr>
            <p:spPr>
              <a:xfrm>
                <a:off x="4870320" y="5460761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C7B874-F8CC-A066-6B3E-C4D1528F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320" y="5460761"/>
                <a:ext cx="410818" cy="369332"/>
              </a:xfrm>
              <a:prstGeom prst="rect">
                <a:avLst/>
              </a:prstGeom>
              <a:blipFill>
                <a:blip r:embed="rId4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6B7F2D-32A9-2828-DF45-4F7A192CAE61}"/>
                  </a:ext>
                </a:extLst>
              </p:cNvPr>
              <p:cNvSpPr txBox="1"/>
              <p:nvPr/>
            </p:nvSpPr>
            <p:spPr>
              <a:xfrm>
                <a:off x="6957171" y="458512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6B7F2D-32A9-2828-DF45-4F7A192CA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71" y="4585129"/>
                <a:ext cx="417935" cy="369332"/>
              </a:xfrm>
              <a:prstGeom prst="rect">
                <a:avLst/>
              </a:prstGeom>
              <a:blipFill>
                <a:blip r:embed="rId5"/>
                <a:stretch>
                  <a:fillRect l="-11594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8CFE28-F14A-7F81-46EC-AD7EBA7BD4CC}"/>
                  </a:ext>
                </a:extLst>
              </p:cNvPr>
              <p:cNvSpPr txBox="1"/>
              <p:nvPr/>
            </p:nvSpPr>
            <p:spPr>
              <a:xfrm>
                <a:off x="8733384" y="3831166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8CFE28-F14A-7F81-46EC-AD7EBA7BD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384" y="3831166"/>
                <a:ext cx="417935" cy="369332"/>
              </a:xfrm>
              <a:prstGeom prst="rect">
                <a:avLst/>
              </a:prstGeom>
              <a:blipFill>
                <a:blip r:embed="rId6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5293A906-5198-8AC5-D500-12B6C2000906}"/>
              </a:ext>
            </a:extLst>
          </p:cNvPr>
          <p:cNvSpPr/>
          <p:nvPr/>
        </p:nvSpPr>
        <p:spPr>
          <a:xfrm rot="2040875">
            <a:off x="6669801" y="4325437"/>
            <a:ext cx="289711" cy="51938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4F860E6-43E3-319D-DD69-19842D08C333}"/>
              </a:ext>
            </a:extLst>
          </p:cNvPr>
          <p:cNvSpPr/>
          <p:nvPr/>
        </p:nvSpPr>
        <p:spPr>
          <a:xfrm rot="2114319">
            <a:off x="4553944" y="4837485"/>
            <a:ext cx="289711" cy="1294472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284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3852-43EB-7F93-6558-590612FA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CC20-BF75-6836-A901-62A773F26E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AE0C86F-9716-8C50-58AC-EC16D021DC62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Oval 3">
            <a:extLst>
              <a:ext uri="{FF2B5EF4-FFF2-40B4-BE49-F238E27FC236}">
                <a16:creationId xmlns:a16="http://schemas.microsoft.com/office/drawing/2014/main" id="{7AF7215F-B7B4-7D72-E83F-88AD078BE236}"/>
              </a:ext>
            </a:extLst>
          </p:cNvPr>
          <p:cNvSpPr/>
          <p:nvPr/>
        </p:nvSpPr>
        <p:spPr>
          <a:xfrm>
            <a:off x="6649517" y="1588780"/>
            <a:ext cx="2865551" cy="2391110"/>
          </a:xfrm>
          <a:custGeom>
            <a:avLst/>
            <a:gdLst>
              <a:gd name="connsiteX0" fmla="*/ 0 w 3221912"/>
              <a:gd name="connsiteY0" fmla="*/ 1610956 h 3221912"/>
              <a:gd name="connsiteX1" fmla="*/ 1610956 w 3221912"/>
              <a:gd name="connsiteY1" fmla="*/ 0 h 3221912"/>
              <a:gd name="connsiteX2" fmla="*/ 3221912 w 3221912"/>
              <a:gd name="connsiteY2" fmla="*/ 1610956 h 3221912"/>
              <a:gd name="connsiteX3" fmla="*/ 1610956 w 3221912"/>
              <a:gd name="connsiteY3" fmla="*/ 3221912 h 3221912"/>
              <a:gd name="connsiteX4" fmla="*/ 0 w 3221912"/>
              <a:gd name="connsiteY4" fmla="*/ 1610956 h 3221912"/>
              <a:gd name="connsiteX0" fmla="*/ 21 w 3221933"/>
              <a:gd name="connsiteY0" fmla="*/ 1212604 h 2823560"/>
              <a:gd name="connsiteX1" fmla="*/ 1638137 w 3221933"/>
              <a:gd name="connsiteY1" fmla="*/ 0 h 2823560"/>
              <a:gd name="connsiteX2" fmla="*/ 3221933 w 3221933"/>
              <a:gd name="connsiteY2" fmla="*/ 1212604 h 2823560"/>
              <a:gd name="connsiteX3" fmla="*/ 1610977 w 3221933"/>
              <a:gd name="connsiteY3" fmla="*/ 2823560 h 2823560"/>
              <a:gd name="connsiteX4" fmla="*/ 21 w 3221933"/>
              <a:gd name="connsiteY4" fmla="*/ 1212604 h 2823560"/>
              <a:gd name="connsiteX0" fmla="*/ 20 w 2859793"/>
              <a:gd name="connsiteY0" fmla="*/ 2041467 h 2869996"/>
              <a:gd name="connsiteX1" fmla="*/ 1275997 w 2859793"/>
              <a:gd name="connsiteY1" fmla="*/ 23105 h 2869996"/>
              <a:gd name="connsiteX2" fmla="*/ 2859793 w 2859793"/>
              <a:gd name="connsiteY2" fmla="*/ 1235709 h 2869996"/>
              <a:gd name="connsiteX3" fmla="*/ 1248837 w 2859793"/>
              <a:gd name="connsiteY3" fmla="*/ 2846665 h 2869996"/>
              <a:gd name="connsiteX4" fmla="*/ 20 w 2859793"/>
              <a:gd name="connsiteY4" fmla="*/ 2041467 h 2869996"/>
              <a:gd name="connsiteX0" fmla="*/ 7079 w 2866852"/>
              <a:gd name="connsiteY0" fmla="*/ 2041467 h 2400802"/>
              <a:gd name="connsiteX1" fmla="*/ 1283056 w 2866852"/>
              <a:gd name="connsiteY1" fmla="*/ 23105 h 2400802"/>
              <a:gd name="connsiteX2" fmla="*/ 2866852 w 2866852"/>
              <a:gd name="connsiteY2" fmla="*/ 1235709 h 2400802"/>
              <a:gd name="connsiteX3" fmla="*/ 866597 w 2866852"/>
              <a:gd name="connsiteY3" fmla="*/ 2330618 h 2400802"/>
              <a:gd name="connsiteX4" fmla="*/ 7079 w 2866852"/>
              <a:gd name="connsiteY4" fmla="*/ 2041467 h 2400802"/>
              <a:gd name="connsiteX0" fmla="*/ 7284 w 2957591"/>
              <a:gd name="connsiteY0" fmla="*/ 2032279 h 2381554"/>
              <a:gd name="connsiteX1" fmla="*/ 1283261 w 2957591"/>
              <a:gd name="connsiteY1" fmla="*/ 13917 h 2381554"/>
              <a:gd name="connsiteX2" fmla="*/ 2957591 w 2957591"/>
              <a:gd name="connsiteY2" fmla="*/ 1362323 h 2381554"/>
              <a:gd name="connsiteX3" fmla="*/ 866802 w 2957591"/>
              <a:gd name="connsiteY3" fmla="*/ 2321430 h 2381554"/>
              <a:gd name="connsiteX4" fmla="*/ 7284 w 2957591"/>
              <a:gd name="connsiteY4" fmla="*/ 2032279 h 2381554"/>
              <a:gd name="connsiteX0" fmla="*/ 7284 w 2957591"/>
              <a:gd name="connsiteY0" fmla="*/ 2031612 h 2380887"/>
              <a:gd name="connsiteX1" fmla="*/ 1283261 w 2957591"/>
              <a:gd name="connsiteY1" fmla="*/ 13250 h 2380887"/>
              <a:gd name="connsiteX2" fmla="*/ 2957591 w 2957591"/>
              <a:gd name="connsiteY2" fmla="*/ 1361656 h 2380887"/>
              <a:gd name="connsiteX3" fmla="*/ 866802 w 2957591"/>
              <a:gd name="connsiteY3" fmla="*/ 2320763 h 2380887"/>
              <a:gd name="connsiteX4" fmla="*/ 7284 w 2957591"/>
              <a:gd name="connsiteY4" fmla="*/ 2031612 h 2380887"/>
              <a:gd name="connsiteX0" fmla="*/ 7080 w 2866852"/>
              <a:gd name="connsiteY0" fmla="*/ 2040249 h 2399584"/>
              <a:gd name="connsiteX1" fmla="*/ 1283057 w 2866852"/>
              <a:gd name="connsiteY1" fmla="*/ 21887 h 2399584"/>
              <a:gd name="connsiteX2" fmla="*/ 2866852 w 2866852"/>
              <a:gd name="connsiteY2" fmla="*/ 1234491 h 2399584"/>
              <a:gd name="connsiteX3" fmla="*/ 866598 w 2866852"/>
              <a:gd name="connsiteY3" fmla="*/ 2329400 h 2399584"/>
              <a:gd name="connsiteX4" fmla="*/ 7080 w 2866852"/>
              <a:gd name="connsiteY4" fmla="*/ 2040249 h 2399584"/>
              <a:gd name="connsiteX0" fmla="*/ 7080 w 2866852"/>
              <a:gd name="connsiteY0" fmla="*/ 2040249 h 2399584"/>
              <a:gd name="connsiteX1" fmla="*/ 1283057 w 2866852"/>
              <a:gd name="connsiteY1" fmla="*/ 21887 h 2399584"/>
              <a:gd name="connsiteX2" fmla="*/ 2866852 w 2866852"/>
              <a:gd name="connsiteY2" fmla="*/ 1234491 h 2399584"/>
              <a:gd name="connsiteX3" fmla="*/ 866598 w 2866852"/>
              <a:gd name="connsiteY3" fmla="*/ 2329400 h 2399584"/>
              <a:gd name="connsiteX4" fmla="*/ 7080 w 2866852"/>
              <a:gd name="connsiteY4" fmla="*/ 2040249 h 2399584"/>
              <a:gd name="connsiteX0" fmla="*/ 5779 w 2865551"/>
              <a:gd name="connsiteY0" fmla="*/ 1996597 h 2354281"/>
              <a:gd name="connsiteX1" fmla="*/ 1236488 w 2865551"/>
              <a:gd name="connsiteY1" fmla="*/ 23503 h 2354281"/>
              <a:gd name="connsiteX2" fmla="*/ 2865551 w 2865551"/>
              <a:gd name="connsiteY2" fmla="*/ 1190839 h 2354281"/>
              <a:gd name="connsiteX3" fmla="*/ 865297 w 2865551"/>
              <a:gd name="connsiteY3" fmla="*/ 2285748 h 2354281"/>
              <a:gd name="connsiteX4" fmla="*/ 5779 w 2865551"/>
              <a:gd name="connsiteY4" fmla="*/ 1996597 h 2354281"/>
              <a:gd name="connsiteX0" fmla="*/ 5779 w 2865551"/>
              <a:gd name="connsiteY0" fmla="*/ 2033426 h 2391110"/>
              <a:gd name="connsiteX1" fmla="*/ 1236488 w 2865551"/>
              <a:gd name="connsiteY1" fmla="*/ 60332 h 2391110"/>
              <a:gd name="connsiteX2" fmla="*/ 2865551 w 2865551"/>
              <a:gd name="connsiteY2" fmla="*/ 1227668 h 2391110"/>
              <a:gd name="connsiteX3" fmla="*/ 865297 w 2865551"/>
              <a:gd name="connsiteY3" fmla="*/ 2322577 h 2391110"/>
              <a:gd name="connsiteX4" fmla="*/ 5779 w 2865551"/>
              <a:gd name="connsiteY4" fmla="*/ 2033426 h 239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5551" h="2391110">
                <a:moveTo>
                  <a:pt x="5779" y="2033426"/>
                </a:moveTo>
                <a:cubicBezTo>
                  <a:pt x="67644" y="1656385"/>
                  <a:pt x="741752" y="312320"/>
                  <a:pt x="1236488" y="60332"/>
                </a:cubicBezTo>
                <a:cubicBezTo>
                  <a:pt x="1731224" y="-191656"/>
                  <a:pt x="2856498" y="374175"/>
                  <a:pt x="2865551" y="1227668"/>
                </a:cubicBezTo>
                <a:cubicBezTo>
                  <a:pt x="2802177" y="1854824"/>
                  <a:pt x="1341926" y="2188284"/>
                  <a:pt x="865297" y="2322577"/>
                </a:cubicBezTo>
                <a:cubicBezTo>
                  <a:pt x="388668" y="2456870"/>
                  <a:pt x="-56086" y="2410467"/>
                  <a:pt x="5779" y="2033426"/>
                </a:cubicBezTo>
                <a:close/>
              </a:path>
            </a:pathLst>
          </a:custGeom>
          <a:noFill/>
          <a:ln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4">
            <a:extLst>
              <a:ext uri="{FF2B5EF4-FFF2-40B4-BE49-F238E27FC236}">
                <a16:creationId xmlns:a16="http://schemas.microsoft.com/office/drawing/2014/main" id="{C2D4BF95-51FA-54C9-5141-69D348BA5B48}"/>
              </a:ext>
            </a:extLst>
          </p:cNvPr>
          <p:cNvSpPr/>
          <p:nvPr/>
        </p:nvSpPr>
        <p:spPr>
          <a:xfrm>
            <a:off x="5281138" y="3817544"/>
            <a:ext cx="1494950" cy="774681"/>
          </a:xfrm>
          <a:custGeom>
            <a:avLst/>
            <a:gdLst>
              <a:gd name="connsiteX0" fmla="*/ 0 w 1407221"/>
              <a:gd name="connsiteY0" fmla="*/ 703611 h 1407221"/>
              <a:gd name="connsiteX1" fmla="*/ 703611 w 1407221"/>
              <a:gd name="connsiteY1" fmla="*/ 0 h 1407221"/>
              <a:gd name="connsiteX2" fmla="*/ 1407222 w 1407221"/>
              <a:gd name="connsiteY2" fmla="*/ 703611 h 1407221"/>
              <a:gd name="connsiteX3" fmla="*/ 703611 w 1407221"/>
              <a:gd name="connsiteY3" fmla="*/ 1407222 h 1407221"/>
              <a:gd name="connsiteX4" fmla="*/ 0 w 1407221"/>
              <a:gd name="connsiteY4" fmla="*/ 703611 h 1407221"/>
              <a:gd name="connsiteX0" fmla="*/ 49239 w 1456461"/>
              <a:gd name="connsiteY0" fmla="*/ 631183 h 1334794"/>
              <a:gd name="connsiteX1" fmla="*/ 318284 w 1456461"/>
              <a:gd name="connsiteY1" fmla="*/ 0 h 1334794"/>
              <a:gd name="connsiteX2" fmla="*/ 1456461 w 1456461"/>
              <a:gd name="connsiteY2" fmla="*/ 631183 h 1334794"/>
              <a:gd name="connsiteX3" fmla="*/ 752850 w 1456461"/>
              <a:gd name="connsiteY3" fmla="*/ 1334794 h 1334794"/>
              <a:gd name="connsiteX4" fmla="*/ 49239 w 1456461"/>
              <a:gd name="connsiteY4" fmla="*/ 631183 h 1334794"/>
              <a:gd name="connsiteX0" fmla="*/ 38580 w 1445802"/>
              <a:gd name="connsiteY0" fmla="*/ 631183 h 958669"/>
              <a:gd name="connsiteX1" fmla="*/ 307625 w 1445802"/>
              <a:gd name="connsiteY1" fmla="*/ 0 h 958669"/>
              <a:gd name="connsiteX2" fmla="*/ 1445802 w 1445802"/>
              <a:gd name="connsiteY2" fmla="*/ 631183 h 958669"/>
              <a:gd name="connsiteX3" fmla="*/ 597335 w 1445802"/>
              <a:gd name="connsiteY3" fmla="*/ 954549 h 958669"/>
              <a:gd name="connsiteX4" fmla="*/ 38580 w 1445802"/>
              <a:gd name="connsiteY4" fmla="*/ 631183 h 958669"/>
              <a:gd name="connsiteX0" fmla="*/ 16420 w 1387429"/>
              <a:gd name="connsiteY0" fmla="*/ 408264 h 978341"/>
              <a:gd name="connsiteX1" fmla="*/ 249252 w 1387429"/>
              <a:gd name="connsiteY1" fmla="*/ 3418 h 978341"/>
              <a:gd name="connsiteX2" fmla="*/ 1387429 w 1387429"/>
              <a:gd name="connsiteY2" fmla="*/ 634601 h 978341"/>
              <a:gd name="connsiteX3" fmla="*/ 538962 w 1387429"/>
              <a:gd name="connsiteY3" fmla="*/ 957967 h 978341"/>
              <a:gd name="connsiteX4" fmla="*/ 16420 w 1387429"/>
              <a:gd name="connsiteY4" fmla="*/ 408264 h 978341"/>
              <a:gd name="connsiteX0" fmla="*/ 17882 w 1461319"/>
              <a:gd name="connsiteY0" fmla="*/ 409028 h 987092"/>
              <a:gd name="connsiteX1" fmla="*/ 250714 w 1461319"/>
              <a:gd name="connsiteY1" fmla="*/ 4182 h 987092"/>
              <a:gd name="connsiteX2" fmla="*/ 1461319 w 1461319"/>
              <a:gd name="connsiteY2" fmla="*/ 662525 h 987092"/>
              <a:gd name="connsiteX3" fmla="*/ 540424 w 1461319"/>
              <a:gd name="connsiteY3" fmla="*/ 958731 h 987092"/>
              <a:gd name="connsiteX4" fmla="*/ 17882 w 1461319"/>
              <a:gd name="connsiteY4" fmla="*/ 409028 h 987092"/>
              <a:gd name="connsiteX0" fmla="*/ 53 w 1443490"/>
              <a:gd name="connsiteY0" fmla="*/ 373246 h 951310"/>
              <a:gd name="connsiteX1" fmla="*/ 549756 w 1443490"/>
              <a:gd name="connsiteY1" fmla="*/ 4614 h 951310"/>
              <a:gd name="connsiteX2" fmla="*/ 1443490 w 1443490"/>
              <a:gd name="connsiteY2" fmla="*/ 626743 h 951310"/>
              <a:gd name="connsiteX3" fmla="*/ 522595 w 1443490"/>
              <a:gd name="connsiteY3" fmla="*/ 922949 h 951310"/>
              <a:gd name="connsiteX4" fmla="*/ 53 w 1443490"/>
              <a:gd name="connsiteY4" fmla="*/ 373246 h 951310"/>
              <a:gd name="connsiteX0" fmla="*/ 58 w 1443495"/>
              <a:gd name="connsiteY0" fmla="*/ 391126 h 969190"/>
              <a:gd name="connsiteX1" fmla="*/ 495440 w 1443495"/>
              <a:gd name="connsiteY1" fmla="*/ 4387 h 969190"/>
              <a:gd name="connsiteX2" fmla="*/ 1443495 w 1443495"/>
              <a:gd name="connsiteY2" fmla="*/ 644623 h 969190"/>
              <a:gd name="connsiteX3" fmla="*/ 522600 w 1443495"/>
              <a:gd name="connsiteY3" fmla="*/ 940829 h 969190"/>
              <a:gd name="connsiteX4" fmla="*/ 58 w 1443495"/>
              <a:gd name="connsiteY4" fmla="*/ 391126 h 969190"/>
              <a:gd name="connsiteX0" fmla="*/ 60 w 1443497"/>
              <a:gd name="connsiteY0" fmla="*/ 388953 h 967017"/>
              <a:gd name="connsiteX1" fmla="*/ 495442 w 1443497"/>
              <a:gd name="connsiteY1" fmla="*/ 2214 h 967017"/>
              <a:gd name="connsiteX2" fmla="*/ 1443497 w 1443497"/>
              <a:gd name="connsiteY2" fmla="*/ 642450 h 967017"/>
              <a:gd name="connsiteX3" fmla="*/ 522602 w 1443497"/>
              <a:gd name="connsiteY3" fmla="*/ 938656 h 967017"/>
              <a:gd name="connsiteX4" fmla="*/ 60 w 1443497"/>
              <a:gd name="connsiteY4" fmla="*/ 388953 h 967017"/>
              <a:gd name="connsiteX0" fmla="*/ 365 w 1443802"/>
              <a:gd name="connsiteY0" fmla="*/ 281453 h 859517"/>
              <a:gd name="connsiteX1" fmla="*/ 459533 w 1443802"/>
              <a:gd name="connsiteY1" fmla="*/ 3355 h 859517"/>
              <a:gd name="connsiteX2" fmla="*/ 1443802 w 1443802"/>
              <a:gd name="connsiteY2" fmla="*/ 534950 h 859517"/>
              <a:gd name="connsiteX3" fmla="*/ 522907 w 1443802"/>
              <a:gd name="connsiteY3" fmla="*/ 831156 h 859517"/>
              <a:gd name="connsiteX4" fmla="*/ 365 w 1443802"/>
              <a:gd name="connsiteY4" fmla="*/ 281453 h 859517"/>
              <a:gd name="connsiteX0" fmla="*/ 1017 w 1444454"/>
              <a:gd name="connsiteY0" fmla="*/ 279898 h 857962"/>
              <a:gd name="connsiteX1" fmla="*/ 460185 w 1444454"/>
              <a:gd name="connsiteY1" fmla="*/ 1800 h 857962"/>
              <a:gd name="connsiteX2" fmla="*/ 1444454 w 1444454"/>
              <a:gd name="connsiteY2" fmla="*/ 533395 h 857962"/>
              <a:gd name="connsiteX3" fmla="*/ 523559 w 1444454"/>
              <a:gd name="connsiteY3" fmla="*/ 829601 h 857962"/>
              <a:gd name="connsiteX4" fmla="*/ 1017 w 1444454"/>
              <a:gd name="connsiteY4" fmla="*/ 279898 h 857962"/>
              <a:gd name="connsiteX0" fmla="*/ 267 w 1534239"/>
              <a:gd name="connsiteY0" fmla="*/ 388241 h 849620"/>
              <a:gd name="connsiteX1" fmla="*/ 549970 w 1534239"/>
              <a:gd name="connsiteY1" fmla="*/ 1502 h 849620"/>
              <a:gd name="connsiteX2" fmla="*/ 1534239 w 1534239"/>
              <a:gd name="connsiteY2" fmla="*/ 533097 h 849620"/>
              <a:gd name="connsiteX3" fmla="*/ 613344 w 1534239"/>
              <a:gd name="connsiteY3" fmla="*/ 829303 h 849620"/>
              <a:gd name="connsiteX4" fmla="*/ 267 w 1534239"/>
              <a:gd name="connsiteY4" fmla="*/ 388241 h 849620"/>
              <a:gd name="connsiteX0" fmla="*/ 11558 w 1545530"/>
              <a:gd name="connsiteY0" fmla="*/ 388984 h 850363"/>
              <a:gd name="connsiteX1" fmla="*/ 561261 w 1545530"/>
              <a:gd name="connsiteY1" fmla="*/ 2245 h 850363"/>
              <a:gd name="connsiteX2" fmla="*/ 1545530 w 1545530"/>
              <a:gd name="connsiteY2" fmla="*/ 533840 h 850363"/>
              <a:gd name="connsiteX3" fmla="*/ 624635 w 1545530"/>
              <a:gd name="connsiteY3" fmla="*/ 830046 h 850363"/>
              <a:gd name="connsiteX4" fmla="*/ 11558 w 1545530"/>
              <a:gd name="connsiteY4" fmla="*/ 388984 h 850363"/>
              <a:gd name="connsiteX0" fmla="*/ 90 w 1534062"/>
              <a:gd name="connsiteY0" fmla="*/ 388097 h 745495"/>
              <a:gd name="connsiteX1" fmla="*/ 549793 w 1534062"/>
              <a:gd name="connsiteY1" fmla="*/ 1358 h 745495"/>
              <a:gd name="connsiteX2" fmla="*/ 1534062 w 1534062"/>
              <a:gd name="connsiteY2" fmla="*/ 532953 h 745495"/>
              <a:gd name="connsiteX3" fmla="*/ 586007 w 1534062"/>
              <a:gd name="connsiteY3" fmla="*/ 639036 h 745495"/>
              <a:gd name="connsiteX4" fmla="*/ 90 w 1534062"/>
              <a:gd name="connsiteY4" fmla="*/ 388097 h 745495"/>
              <a:gd name="connsiteX0" fmla="*/ 90 w 1534062"/>
              <a:gd name="connsiteY0" fmla="*/ 388097 h 762974"/>
              <a:gd name="connsiteX1" fmla="*/ 549793 w 1534062"/>
              <a:gd name="connsiteY1" fmla="*/ 1358 h 762974"/>
              <a:gd name="connsiteX2" fmla="*/ 1534062 w 1534062"/>
              <a:gd name="connsiteY2" fmla="*/ 532953 h 762974"/>
              <a:gd name="connsiteX3" fmla="*/ 586007 w 1534062"/>
              <a:gd name="connsiteY3" fmla="*/ 639036 h 762974"/>
              <a:gd name="connsiteX4" fmla="*/ 90 w 1534062"/>
              <a:gd name="connsiteY4" fmla="*/ 388097 h 762974"/>
              <a:gd name="connsiteX0" fmla="*/ 103 w 1488808"/>
              <a:gd name="connsiteY0" fmla="*/ 208923 h 766460"/>
              <a:gd name="connsiteX1" fmla="*/ 504539 w 1488808"/>
              <a:gd name="connsiteY1" fmla="*/ 12307 h 766460"/>
              <a:gd name="connsiteX2" fmla="*/ 1488808 w 1488808"/>
              <a:gd name="connsiteY2" fmla="*/ 543902 h 766460"/>
              <a:gd name="connsiteX3" fmla="*/ 540753 w 1488808"/>
              <a:gd name="connsiteY3" fmla="*/ 649985 h 766460"/>
              <a:gd name="connsiteX4" fmla="*/ 103 w 1488808"/>
              <a:gd name="connsiteY4" fmla="*/ 208923 h 766460"/>
              <a:gd name="connsiteX0" fmla="*/ 6245 w 1494950"/>
              <a:gd name="connsiteY0" fmla="*/ 217144 h 774681"/>
              <a:gd name="connsiteX1" fmla="*/ 510681 w 1494950"/>
              <a:gd name="connsiteY1" fmla="*/ 20528 h 774681"/>
              <a:gd name="connsiteX2" fmla="*/ 1494950 w 1494950"/>
              <a:gd name="connsiteY2" fmla="*/ 552123 h 774681"/>
              <a:gd name="connsiteX3" fmla="*/ 546895 w 1494950"/>
              <a:gd name="connsiteY3" fmla="*/ 658206 h 774681"/>
              <a:gd name="connsiteX4" fmla="*/ 6245 w 1494950"/>
              <a:gd name="connsiteY4" fmla="*/ 217144 h 7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4950" h="774681">
                <a:moveTo>
                  <a:pt x="6245" y="217144"/>
                </a:moveTo>
                <a:cubicBezTo>
                  <a:pt x="63584" y="20329"/>
                  <a:pt x="262564" y="-35302"/>
                  <a:pt x="510681" y="20528"/>
                </a:cubicBezTo>
                <a:cubicBezTo>
                  <a:pt x="758798" y="76358"/>
                  <a:pt x="1494950" y="163529"/>
                  <a:pt x="1494950" y="552123"/>
                </a:cubicBezTo>
                <a:cubicBezTo>
                  <a:pt x="1494950" y="940717"/>
                  <a:pt x="795012" y="714036"/>
                  <a:pt x="546895" y="658206"/>
                </a:cubicBezTo>
                <a:cubicBezTo>
                  <a:pt x="298778" y="602376"/>
                  <a:pt x="-51094" y="413959"/>
                  <a:pt x="6245" y="217144"/>
                </a:cubicBezTo>
                <a:close/>
              </a:path>
            </a:pathLst>
          </a:custGeom>
          <a:noFill/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4E9ED122-A240-8153-0BA5-0DA544659CEE}"/>
              </a:ext>
            </a:extLst>
          </p:cNvPr>
          <p:cNvSpPr/>
          <p:nvPr/>
        </p:nvSpPr>
        <p:spPr>
          <a:xfrm>
            <a:off x="2548549" y="4463267"/>
            <a:ext cx="2293088" cy="1633668"/>
          </a:xfrm>
          <a:custGeom>
            <a:avLst/>
            <a:gdLst>
              <a:gd name="connsiteX0" fmla="*/ 0 w 2166357"/>
              <a:gd name="connsiteY0" fmla="*/ 1083179 h 2166357"/>
              <a:gd name="connsiteX1" fmla="*/ 1083179 w 2166357"/>
              <a:gd name="connsiteY1" fmla="*/ 0 h 2166357"/>
              <a:gd name="connsiteX2" fmla="*/ 2166358 w 2166357"/>
              <a:gd name="connsiteY2" fmla="*/ 1083179 h 2166357"/>
              <a:gd name="connsiteX3" fmla="*/ 1083179 w 2166357"/>
              <a:gd name="connsiteY3" fmla="*/ 2166358 h 2166357"/>
              <a:gd name="connsiteX4" fmla="*/ 0 w 2166357"/>
              <a:gd name="connsiteY4" fmla="*/ 1083179 h 2166357"/>
              <a:gd name="connsiteX0" fmla="*/ 5956 w 2172314"/>
              <a:gd name="connsiteY0" fmla="*/ 838736 h 1921915"/>
              <a:gd name="connsiteX1" fmla="*/ 799424 w 2172314"/>
              <a:gd name="connsiteY1" fmla="*/ 0 h 1921915"/>
              <a:gd name="connsiteX2" fmla="*/ 2172314 w 2172314"/>
              <a:gd name="connsiteY2" fmla="*/ 838736 h 1921915"/>
              <a:gd name="connsiteX3" fmla="*/ 1089135 w 2172314"/>
              <a:gd name="connsiteY3" fmla="*/ 1921915 h 1921915"/>
              <a:gd name="connsiteX4" fmla="*/ 5956 w 2172314"/>
              <a:gd name="connsiteY4" fmla="*/ 838736 h 1921915"/>
              <a:gd name="connsiteX0" fmla="*/ 3419 w 2215044"/>
              <a:gd name="connsiteY0" fmla="*/ 856156 h 1941279"/>
              <a:gd name="connsiteX1" fmla="*/ 796887 w 2215044"/>
              <a:gd name="connsiteY1" fmla="*/ 17420 h 1941279"/>
              <a:gd name="connsiteX2" fmla="*/ 2215044 w 2215044"/>
              <a:gd name="connsiteY2" fmla="*/ 575498 h 1941279"/>
              <a:gd name="connsiteX3" fmla="*/ 1086598 w 2215044"/>
              <a:gd name="connsiteY3" fmla="*/ 1939335 h 1941279"/>
              <a:gd name="connsiteX4" fmla="*/ 3419 w 2215044"/>
              <a:gd name="connsiteY4" fmla="*/ 856156 h 1941279"/>
              <a:gd name="connsiteX0" fmla="*/ 220 w 2211845"/>
              <a:gd name="connsiteY0" fmla="*/ 856156 h 1751604"/>
              <a:gd name="connsiteX1" fmla="*/ 793688 w 2211845"/>
              <a:gd name="connsiteY1" fmla="*/ 17420 h 1751604"/>
              <a:gd name="connsiteX2" fmla="*/ 2211845 w 2211845"/>
              <a:gd name="connsiteY2" fmla="*/ 575498 h 1751604"/>
              <a:gd name="connsiteX3" fmla="*/ 730314 w 2211845"/>
              <a:gd name="connsiteY3" fmla="*/ 1749212 h 1751604"/>
              <a:gd name="connsiteX4" fmla="*/ 220 w 2211845"/>
              <a:gd name="connsiteY4" fmla="*/ 856156 h 1751604"/>
              <a:gd name="connsiteX0" fmla="*/ 180 w 2311393"/>
              <a:gd name="connsiteY0" fmla="*/ 634904 h 1736321"/>
              <a:gd name="connsiteX1" fmla="*/ 893236 w 2311393"/>
              <a:gd name="connsiteY1" fmla="*/ 4398 h 1736321"/>
              <a:gd name="connsiteX2" fmla="*/ 2311393 w 2311393"/>
              <a:gd name="connsiteY2" fmla="*/ 562476 h 1736321"/>
              <a:gd name="connsiteX3" fmla="*/ 829862 w 2311393"/>
              <a:gd name="connsiteY3" fmla="*/ 1736190 h 1736321"/>
              <a:gd name="connsiteX4" fmla="*/ 180 w 2311393"/>
              <a:gd name="connsiteY4" fmla="*/ 634904 h 1736321"/>
              <a:gd name="connsiteX0" fmla="*/ 3665 w 2314878"/>
              <a:gd name="connsiteY0" fmla="*/ 634904 h 1609591"/>
              <a:gd name="connsiteX1" fmla="*/ 896721 w 2314878"/>
              <a:gd name="connsiteY1" fmla="*/ 4398 h 1609591"/>
              <a:gd name="connsiteX2" fmla="*/ 2314878 w 2314878"/>
              <a:gd name="connsiteY2" fmla="*/ 562476 h 1609591"/>
              <a:gd name="connsiteX3" fmla="*/ 652278 w 2314878"/>
              <a:gd name="connsiteY3" fmla="*/ 1609441 h 1609591"/>
              <a:gd name="connsiteX4" fmla="*/ 3665 w 2314878"/>
              <a:gd name="connsiteY4" fmla="*/ 634904 h 1609591"/>
              <a:gd name="connsiteX0" fmla="*/ 3922 w 2287975"/>
              <a:gd name="connsiteY0" fmla="*/ 530974 h 1605133"/>
              <a:gd name="connsiteX1" fmla="*/ 869818 w 2287975"/>
              <a:gd name="connsiteY1" fmla="*/ 57 h 1605133"/>
              <a:gd name="connsiteX2" fmla="*/ 2287975 w 2287975"/>
              <a:gd name="connsiteY2" fmla="*/ 558135 h 1605133"/>
              <a:gd name="connsiteX3" fmla="*/ 625375 w 2287975"/>
              <a:gd name="connsiteY3" fmla="*/ 1605100 h 1605133"/>
              <a:gd name="connsiteX4" fmla="*/ 3922 w 2287975"/>
              <a:gd name="connsiteY4" fmla="*/ 530974 h 1605133"/>
              <a:gd name="connsiteX0" fmla="*/ 35626 w 2319679"/>
              <a:gd name="connsiteY0" fmla="*/ 530969 h 1605128"/>
              <a:gd name="connsiteX1" fmla="*/ 901522 w 2319679"/>
              <a:gd name="connsiteY1" fmla="*/ 52 h 1605128"/>
              <a:gd name="connsiteX2" fmla="*/ 2319679 w 2319679"/>
              <a:gd name="connsiteY2" fmla="*/ 558130 h 1605128"/>
              <a:gd name="connsiteX3" fmla="*/ 657079 w 2319679"/>
              <a:gd name="connsiteY3" fmla="*/ 1605095 h 1605128"/>
              <a:gd name="connsiteX4" fmla="*/ 35626 w 2319679"/>
              <a:gd name="connsiteY4" fmla="*/ 530969 h 1605128"/>
              <a:gd name="connsiteX0" fmla="*/ 9035 w 2293088"/>
              <a:gd name="connsiteY0" fmla="*/ 530974 h 1632292"/>
              <a:gd name="connsiteX1" fmla="*/ 874931 w 2293088"/>
              <a:gd name="connsiteY1" fmla="*/ 57 h 1632292"/>
              <a:gd name="connsiteX2" fmla="*/ 2293088 w 2293088"/>
              <a:gd name="connsiteY2" fmla="*/ 558135 h 1632292"/>
              <a:gd name="connsiteX3" fmla="*/ 539953 w 2293088"/>
              <a:gd name="connsiteY3" fmla="*/ 1632261 h 1632292"/>
              <a:gd name="connsiteX4" fmla="*/ 9035 w 2293088"/>
              <a:gd name="connsiteY4" fmla="*/ 530974 h 1632292"/>
              <a:gd name="connsiteX0" fmla="*/ 9035 w 2293088"/>
              <a:gd name="connsiteY0" fmla="*/ 530974 h 1633668"/>
              <a:gd name="connsiteX1" fmla="*/ 874931 w 2293088"/>
              <a:gd name="connsiteY1" fmla="*/ 57 h 1633668"/>
              <a:gd name="connsiteX2" fmla="*/ 2293088 w 2293088"/>
              <a:gd name="connsiteY2" fmla="*/ 558135 h 1633668"/>
              <a:gd name="connsiteX3" fmla="*/ 539953 w 2293088"/>
              <a:gd name="connsiteY3" fmla="*/ 1632261 h 1633668"/>
              <a:gd name="connsiteX4" fmla="*/ 9035 w 2293088"/>
              <a:gd name="connsiteY4" fmla="*/ 530974 h 1633668"/>
              <a:gd name="connsiteX0" fmla="*/ 9035 w 2293088"/>
              <a:gd name="connsiteY0" fmla="*/ 530974 h 1633668"/>
              <a:gd name="connsiteX1" fmla="*/ 874931 w 2293088"/>
              <a:gd name="connsiteY1" fmla="*/ 57 h 1633668"/>
              <a:gd name="connsiteX2" fmla="*/ 2293088 w 2293088"/>
              <a:gd name="connsiteY2" fmla="*/ 558135 h 1633668"/>
              <a:gd name="connsiteX3" fmla="*/ 539953 w 2293088"/>
              <a:gd name="connsiteY3" fmla="*/ 1632261 h 1633668"/>
              <a:gd name="connsiteX4" fmla="*/ 9035 w 2293088"/>
              <a:gd name="connsiteY4" fmla="*/ 530974 h 163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3088" h="1633668">
                <a:moveTo>
                  <a:pt x="9035" y="530974"/>
                </a:moveTo>
                <a:cubicBezTo>
                  <a:pt x="64865" y="258940"/>
                  <a:pt x="322240" y="-4470"/>
                  <a:pt x="874931" y="57"/>
                </a:cubicBezTo>
                <a:cubicBezTo>
                  <a:pt x="1427622" y="4584"/>
                  <a:pt x="2293088" y="-40088"/>
                  <a:pt x="2293088" y="558135"/>
                </a:cubicBezTo>
                <a:cubicBezTo>
                  <a:pt x="2293088" y="1156358"/>
                  <a:pt x="920628" y="1663948"/>
                  <a:pt x="539953" y="1632261"/>
                </a:cubicBezTo>
                <a:cubicBezTo>
                  <a:pt x="159278" y="1600574"/>
                  <a:pt x="-46795" y="803008"/>
                  <a:pt x="9035" y="530974"/>
                </a:cubicBezTo>
                <a:close/>
              </a:path>
            </a:pathLst>
          </a:cu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EFF20980-9E48-04E8-3786-C1202A28BB61}"/>
              </a:ext>
            </a:extLst>
          </p:cNvPr>
          <p:cNvSpPr/>
          <p:nvPr/>
        </p:nvSpPr>
        <p:spPr>
          <a:xfrm rot="3673706">
            <a:off x="8520626" y="2446449"/>
            <a:ext cx="289711" cy="2449504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9D0147-B233-496F-E7E8-0C42EB6EA7C8}"/>
                  </a:ext>
                </a:extLst>
              </p:cNvPr>
              <p:cNvSpPr txBox="1"/>
              <p:nvPr/>
            </p:nvSpPr>
            <p:spPr>
              <a:xfrm>
                <a:off x="4870320" y="5460761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9D0147-B233-496F-E7E8-0C42EB6EA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320" y="5460761"/>
                <a:ext cx="410818" cy="369332"/>
              </a:xfrm>
              <a:prstGeom prst="rect">
                <a:avLst/>
              </a:prstGeom>
              <a:blipFill>
                <a:blip r:embed="rId4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DB9614-42C0-E60D-EC43-EC9ACB1452B8}"/>
                  </a:ext>
                </a:extLst>
              </p:cNvPr>
              <p:cNvSpPr txBox="1"/>
              <p:nvPr/>
            </p:nvSpPr>
            <p:spPr>
              <a:xfrm>
                <a:off x="6957171" y="458512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DB9614-42C0-E60D-EC43-EC9ACB145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71" y="4585129"/>
                <a:ext cx="417935" cy="369332"/>
              </a:xfrm>
              <a:prstGeom prst="rect">
                <a:avLst/>
              </a:prstGeom>
              <a:blipFill>
                <a:blip r:embed="rId5"/>
                <a:stretch>
                  <a:fillRect l="-11594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8330F2-8637-8408-359F-EEF1C4D561BA}"/>
                  </a:ext>
                </a:extLst>
              </p:cNvPr>
              <p:cNvSpPr txBox="1"/>
              <p:nvPr/>
            </p:nvSpPr>
            <p:spPr>
              <a:xfrm>
                <a:off x="8733384" y="3831166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8330F2-8637-8408-359F-EEF1C4D5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384" y="3831166"/>
                <a:ext cx="417935" cy="369332"/>
              </a:xfrm>
              <a:prstGeom prst="rect">
                <a:avLst/>
              </a:prstGeom>
              <a:blipFill>
                <a:blip r:embed="rId6"/>
                <a:stretch>
                  <a:fillRect l="-13235" r="-1471"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>
            <a:extLst>
              <a:ext uri="{FF2B5EF4-FFF2-40B4-BE49-F238E27FC236}">
                <a16:creationId xmlns:a16="http://schemas.microsoft.com/office/drawing/2014/main" id="{1EE01B7B-104C-D339-F6D0-F932709E5226}"/>
              </a:ext>
            </a:extLst>
          </p:cNvPr>
          <p:cNvSpPr/>
          <p:nvPr/>
        </p:nvSpPr>
        <p:spPr>
          <a:xfrm rot="2040875">
            <a:off x="6669801" y="4325437"/>
            <a:ext cx="289711" cy="519385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C23A8FD8-5398-93E7-C20C-1E0FCAEA7DE2}"/>
              </a:ext>
            </a:extLst>
          </p:cNvPr>
          <p:cNvSpPr/>
          <p:nvPr/>
        </p:nvSpPr>
        <p:spPr>
          <a:xfrm rot="2114319">
            <a:off x="4553944" y="4837485"/>
            <a:ext cx="289711" cy="1294472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F2BDB3-0056-97A4-D85D-FFD150FA06BB}"/>
                  </a:ext>
                </a:extLst>
              </p:cNvPr>
              <p:cNvSpPr txBox="1"/>
              <p:nvPr/>
            </p:nvSpPr>
            <p:spPr>
              <a:xfrm>
                <a:off x="2151445" y="2148102"/>
                <a:ext cx="51718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2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Find the cluster centres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for all the respective clusters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Verdana" panose="020B060403050404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de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de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de-CH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de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de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de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de-CH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fr-CH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F2BDB3-0056-97A4-D85D-FFD150FA0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445" y="2148102"/>
                <a:ext cx="5171808" cy="830997"/>
              </a:xfrm>
              <a:prstGeom prst="rect">
                <a:avLst/>
              </a:prstGeom>
              <a:blipFill>
                <a:blip r:embed="rId7"/>
                <a:stretch>
                  <a:fillRect t="-10219" b="-2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468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48D1E1-D247-5B10-F286-61647DA47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0" t="61464" r="66099" b="7833"/>
          <a:stretch/>
        </p:blipFill>
        <p:spPr>
          <a:xfrm>
            <a:off x="3801594" y="1430449"/>
            <a:ext cx="4588812" cy="34416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B5B21B-9762-D779-E739-59B5C2F393E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51BBBA3-A78D-EE56-BAE2-AC39C1BDB91B}"/>
              </a:ext>
            </a:extLst>
          </p:cNvPr>
          <p:cNvSpPr/>
          <p:nvPr/>
        </p:nvSpPr>
        <p:spPr>
          <a:xfrm>
            <a:off x="8779459" y="1430448"/>
            <a:ext cx="289711" cy="344161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19ACDD-6393-2568-BC3F-3213FED9941A}"/>
                  </a:ext>
                </a:extLst>
              </p:cNvPr>
              <p:cNvSpPr txBox="1"/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19ACDD-6393-2568-BC3F-3213FED99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blipFill>
                <a:blip r:embed="rId3"/>
                <a:stretch>
                  <a:fillRect l="-11765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6BC868A-6723-0D4F-C94C-8DEB4C64C3EC}"/>
              </a:ext>
            </a:extLst>
          </p:cNvPr>
          <p:cNvSpPr/>
          <p:nvPr/>
        </p:nvSpPr>
        <p:spPr>
          <a:xfrm>
            <a:off x="5465712" y="2787416"/>
            <a:ext cx="552261" cy="552261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4A5293-2C35-CACA-2E3D-A2063C0BB747}"/>
                  </a:ext>
                </a:extLst>
              </p:cNvPr>
              <p:cNvSpPr txBox="1"/>
              <p:nvPr/>
            </p:nvSpPr>
            <p:spPr>
              <a:xfrm>
                <a:off x="2002219" y="4880631"/>
                <a:ext cx="8187562" cy="894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H" sz="2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𝑐𝑒𝑛𝑡𝑟𝑒</m:t>
                      </m:r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𝑐𝑙𝑢𝑠𝑡𝑒𝑟</m:t>
                          </m:r>
                        </m:num>
                        <m:den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  <m:r>
                            <a:rPr lang="fr-CH" sz="2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𝑐𝑙𝑢𝑠𝑡𝑒𝑟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4A5293-2C35-CACA-2E3D-A2063C0BB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219" y="4880631"/>
                <a:ext cx="8187562" cy="894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91D1A4-02E5-103F-4674-FB128FE3987F}"/>
                  </a:ext>
                </a:extLst>
              </p:cNvPr>
              <p:cNvSpPr txBox="1"/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>
                                  <a:lumMod val="60000"/>
                                  <a:lumOff val="4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91D1A4-02E5-103F-4674-FB128FE3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630652-D7C2-548C-2ADA-66AC9D62E63D}"/>
                  </a:ext>
                </a:extLst>
              </p:cNvPr>
              <p:cNvSpPr txBox="1"/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630652-D7C2-548C-2ADA-66AC9D62E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B98201-CFF7-B45D-92CC-DA7F5CED228D}"/>
                  </a:ext>
                </a:extLst>
              </p:cNvPr>
              <p:cNvSpPr txBox="1"/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B98201-CFF7-B45D-92CC-DA7F5CED2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4463E6-5CB8-EFF8-7C1F-9A7452143EDD}"/>
                  </a:ext>
                </a:extLst>
              </p:cNvPr>
              <p:cNvSpPr txBox="1"/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4463E6-5CB8-EFF8-7C1F-9A7452143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3D4D45-C8D0-98AE-AA2C-9339B42B99A0}"/>
                  </a:ext>
                </a:extLst>
              </p:cNvPr>
              <p:cNvSpPr txBox="1"/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3D4D45-C8D0-98AE-AA2C-9339B42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996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71B5-91FE-654E-5C55-5FA6F767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D49B-787C-6B98-8983-248954A4C6D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E822010-8A34-4412-149C-2215DEA4F9D3}"/>
              </a:ext>
            </a:extLst>
          </p:cNvPr>
          <p:cNvSpPr/>
          <p:nvPr/>
        </p:nvSpPr>
        <p:spPr>
          <a:xfrm>
            <a:off x="8779459" y="1430448"/>
            <a:ext cx="289711" cy="344161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2BA759-62DF-4050-34C6-B6C526DEF37D}"/>
                  </a:ext>
                </a:extLst>
              </p:cNvPr>
              <p:cNvSpPr txBox="1"/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2BA759-62DF-4050-34C6-B6C526DEF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blipFill>
                <a:blip r:embed="rId2"/>
                <a:stretch>
                  <a:fillRect l="-11765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2D461244-495A-647D-CA04-48EAAFCD1B31}"/>
              </a:ext>
            </a:extLst>
          </p:cNvPr>
          <p:cNvSpPr/>
          <p:nvPr/>
        </p:nvSpPr>
        <p:spPr>
          <a:xfrm>
            <a:off x="5465712" y="2787416"/>
            <a:ext cx="552261" cy="552261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A31EFF-02D5-7021-D82E-B280CAC318FD}"/>
                  </a:ext>
                </a:extLst>
              </p:cNvPr>
              <p:cNvSpPr txBox="1"/>
              <p:nvPr/>
            </p:nvSpPr>
            <p:spPr>
              <a:xfrm>
                <a:off x="4984927" y="4869558"/>
                <a:ext cx="2222147" cy="1214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CH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fr-CH" sz="4000" i="1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fr-CH" sz="4000" i="1">
                                          <a:solidFill>
                                            <a:schemeClr val="accent6">
                                              <a:lumMod val="40000"/>
                                              <a:lumOff val="6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4000" i="1">
                                          <a:solidFill>
                                            <a:schemeClr val="accent6">
                                              <a:lumMod val="40000"/>
                                              <a:lumOff val="6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4000" b="0" i="1" smtClean="0">
                                          <a:solidFill>
                                            <a:schemeClr val="accent6">
                                              <a:lumMod val="40000"/>
                                              <a:lumOff val="6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nary>
                        </m:num>
                        <m:den>
                          <m:r>
                            <a:rPr lang="de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A31EFF-02D5-7021-D82E-B280CAC31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927" y="4869558"/>
                <a:ext cx="2222147" cy="12143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D394CC-B60B-B909-63F0-1FCFE1BAB685}"/>
                  </a:ext>
                </a:extLst>
              </p:cNvPr>
              <p:cNvSpPr txBox="1"/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>
                                  <a:lumMod val="60000"/>
                                  <a:lumOff val="4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D394CC-B60B-B909-63F0-1FCFE1BAB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7E12B-A9F8-C4F8-1ED5-C3F53134CA71}"/>
                  </a:ext>
                </a:extLst>
              </p:cNvPr>
              <p:cNvSpPr txBox="1"/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7E12B-A9F8-C4F8-1ED5-C3F53134C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0DAF1-81E7-981C-DD8C-037A3E3939E2}"/>
                  </a:ext>
                </a:extLst>
              </p:cNvPr>
              <p:cNvSpPr txBox="1"/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0DAF1-81E7-981C-DD8C-037A3E393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D37440-E9E1-F942-A08D-0993DD2E9A48}"/>
                  </a:ext>
                </a:extLst>
              </p:cNvPr>
              <p:cNvSpPr txBox="1"/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D37440-E9E1-F942-A08D-0993DD2E9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425685-BFD4-DBE6-545B-CE33A52AC511}"/>
                  </a:ext>
                </a:extLst>
              </p:cNvPr>
              <p:cNvSpPr txBox="1"/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425685-BFD4-DBE6-545B-CE33A52A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BFC0BCD-D5EE-689E-5B69-4F3DCE8EC22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590" t="61464" r="66099" b="7833"/>
          <a:stretch/>
        </p:blipFill>
        <p:spPr>
          <a:xfrm>
            <a:off x="3801594" y="1430449"/>
            <a:ext cx="4588812" cy="344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64765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46AC-256B-0875-5C51-C98278D3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6EB4-3CEF-7A41-AC79-3DA1F9F169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5BA39-0DEA-D8DD-8C80-E2223F40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2" t="61464" r="65061" b="7833"/>
          <a:stretch/>
        </p:blipFill>
        <p:spPr>
          <a:xfrm>
            <a:off x="3627243" y="1430448"/>
            <a:ext cx="4937514" cy="3441611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4A4957AC-9363-E893-A8C5-B3804B2F6953}"/>
              </a:ext>
            </a:extLst>
          </p:cNvPr>
          <p:cNvSpPr/>
          <p:nvPr/>
        </p:nvSpPr>
        <p:spPr>
          <a:xfrm>
            <a:off x="8779459" y="1430448"/>
            <a:ext cx="289711" cy="344161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E98276-0AF1-F94B-D65A-040D9B3F836C}"/>
                  </a:ext>
                </a:extLst>
              </p:cNvPr>
              <p:cNvSpPr txBox="1"/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E98276-0AF1-F94B-D65A-040D9B3F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45" y="2966587"/>
                <a:ext cx="410818" cy="369332"/>
              </a:xfrm>
              <a:prstGeom prst="rect">
                <a:avLst/>
              </a:prstGeom>
              <a:blipFill>
                <a:blip r:embed="rId3"/>
                <a:stretch>
                  <a:fillRect l="-11765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CCD932C6-6E6B-A9B4-3BCE-59F179BB3DFF}"/>
              </a:ext>
            </a:extLst>
          </p:cNvPr>
          <p:cNvSpPr/>
          <p:nvPr/>
        </p:nvSpPr>
        <p:spPr>
          <a:xfrm>
            <a:off x="5465712" y="2787416"/>
            <a:ext cx="552261" cy="552261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D635A-3D17-D568-67FD-E3A14A7C804F}"/>
                  </a:ext>
                </a:extLst>
              </p:cNvPr>
              <p:cNvSpPr txBox="1"/>
              <p:nvPr/>
            </p:nvSpPr>
            <p:spPr>
              <a:xfrm>
                <a:off x="2358211" y="4868264"/>
                <a:ext cx="8111836" cy="14791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CH" sz="40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i="1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chemeClr val="accent6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1.75</m:t>
                              </m:r>
                            </m:num>
                            <m:den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D635A-3D17-D568-67FD-E3A14A7C8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211" y="4868264"/>
                <a:ext cx="8111836" cy="14791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C3B3B7-0092-3E08-7F03-A14DC9526494}"/>
                  </a:ext>
                </a:extLst>
              </p:cNvPr>
              <p:cNvSpPr txBox="1"/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>
                                  <a:lumMod val="60000"/>
                                  <a:lumOff val="4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C3B3B7-0092-3E08-7F03-A14DC9526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602" y="2450677"/>
                <a:ext cx="552261" cy="400110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A69EF1-F26E-F962-B98B-B4228D98A18B}"/>
                  </a:ext>
                </a:extLst>
              </p:cNvPr>
              <p:cNvSpPr txBox="1"/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A69EF1-F26E-F962-B98B-B4228D98A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7" y="1517792"/>
                <a:ext cx="5522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10264-9E71-709D-A4A6-085AF77E4D0E}"/>
                  </a:ext>
                </a:extLst>
              </p:cNvPr>
              <p:cNvSpPr txBox="1"/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10264-9E71-709D-A4A6-085AF77E4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18" y="2250622"/>
                <a:ext cx="552261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1188BB-6869-B470-D1B4-7B1DCE16D567}"/>
                  </a:ext>
                </a:extLst>
              </p:cNvPr>
              <p:cNvSpPr txBox="1"/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1188BB-6869-B470-D1B4-7B1DCE16D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868" y="2987471"/>
                <a:ext cx="55226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162046-A65A-BB70-60BB-61EF7501D21F}"/>
                  </a:ext>
                </a:extLst>
              </p:cNvPr>
              <p:cNvSpPr txBox="1"/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162046-A65A-BB70-60BB-61EF7501D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236" y="3708165"/>
                <a:ext cx="552261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031663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7CC5-F270-6727-F869-7BF0E7209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5605-4AD3-FD8A-1B91-74757FF9DF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E3723-D559-47F4-44D2-80AAA915D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2" b="3292"/>
          <a:stretch/>
        </p:blipFill>
        <p:spPr>
          <a:xfrm>
            <a:off x="3627243" y="1430448"/>
            <a:ext cx="4937514" cy="3441611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19BC3655-70B2-C35C-7D3D-15B782DEC833}"/>
              </a:ext>
            </a:extLst>
          </p:cNvPr>
          <p:cNvSpPr/>
          <p:nvPr/>
        </p:nvSpPr>
        <p:spPr>
          <a:xfrm>
            <a:off x="8779459" y="1430448"/>
            <a:ext cx="289711" cy="344161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41FAFC-789C-F0C0-F52D-8D17F3B5B5E5}"/>
                  </a:ext>
                </a:extLst>
              </p:cNvPr>
              <p:cNvSpPr txBox="1"/>
              <p:nvPr/>
            </p:nvSpPr>
            <p:spPr>
              <a:xfrm>
                <a:off x="9090845" y="29665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41FAFC-789C-F0C0-F52D-8D17F3B5B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45" y="2966587"/>
                <a:ext cx="417935" cy="369332"/>
              </a:xfrm>
              <a:prstGeom prst="rect">
                <a:avLst/>
              </a:prstGeom>
              <a:blipFill>
                <a:blip r:embed="rId3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97E05B59-C06F-FF92-6883-1A755ADBADA6}"/>
              </a:ext>
            </a:extLst>
          </p:cNvPr>
          <p:cNvSpPr/>
          <p:nvPr/>
        </p:nvSpPr>
        <p:spPr>
          <a:xfrm>
            <a:off x="5187796" y="2850787"/>
            <a:ext cx="552261" cy="552261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F13C98-E3DD-9150-0E64-78DBFE8E8CA8}"/>
                  </a:ext>
                </a:extLst>
              </p:cNvPr>
              <p:cNvSpPr txBox="1"/>
              <p:nvPr/>
            </p:nvSpPr>
            <p:spPr>
              <a:xfrm>
                <a:off x="3400326" y="4872058"/>
                <a:ext cx="5391348" cy="148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CH" sz="40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rgbClr val="FFCC99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de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5.5</m:t>
                              </m:r>
                            </m:num>
                            <m:den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5.5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F13C98-E3DD-9150-0E64-78DBFE8E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326" y="4872058"/>
                <a:ext cx="5391348" cy="14886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477D33-0AA9-9211-676E-66D7DE4F83B2}"/>
                  </a:ext>
                </a:extLst>
              </p:cNvPr>
              <p:cNvSpPr txBox="1"/>
              <p:nvPr/>
            </p:nvSpPr>
            <p:spPr>
              <a:xfrm>
                <a:off x="4696963" y="2807535"/>
                <a:ext cx="552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>
                                  <a:lumMod val="60000"/>
                                  <a:lumOff val="4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CH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de-CH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477D33-0AA9-9211-676E-66D7DE4F8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963" y="2807535"/>
                <a:ext cx="55226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A15711-9F30-F184-71BC-8DE635424CEE}"/>
                  </a:ext>
                </a:extLst>
              </p:cNvPr>
              <p:cNvSpPr txBox="1"/>
              <p:nvPr/>
            </p:nvSpPr>
            <p:spPr>
              <a:xfrm>
                <a:off x="3510911" y="2067027"/>
                <a:ext cx="552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C9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A15711-9F30-F184-71BC-8DE635424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911" y="2067027"/>
                <a:ext cx="5522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201EF-7429-6B52-B776-BB3814FBC251}"/>
                  </a:ext>
                </a:extLst>
              </p:cNvPr>
              <p:cNvSpPr txBox="1"/>
              <p:nvPr/>
            </p:nvSpPr>
            <p:spPr>
              <a:xfrm>
                <a:off x="5722467" y="3350826"/>
                <a:ext cx="552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C99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CC99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201EF-7429-6B52-B776-BB3814FBC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467" y="3350826"/>
                <a:ext cx="55226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624594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24D3-044D-18AA-96FC-3147FEBA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D665-2C70-702E-8364-9FAD1BED3AE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94A60-C4B2-089C-C152-D08A64FA3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8" b="3508"/>
          <a:stretch/>
        </p:blipFill>
        <p:spPr>
          <a:xfrm>
            <a:off x="3627243" y="1430448"/>
            <a:ext cx="4937514" cy="3441611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89A287DF-8356-9407-8BDA-303CE734C2CB}"/>
              </a:ext>
            </a:extLst>
          </p:cNvPr>
          <p:cNvSpPr/>
          <p:nvPr/>
        </p:nvSpPr>
        <p:spPr>
          <a:xfrm>
            <a:off x="8779459" y="1430448"/>
            <a:ext cx="289711" cy="3441610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C74A89-ADC2-58B2-283B-492BA98B7B27}"/>
                  </a:ext>
                </a:extLst>
              </p:cNvPr>
              <p:cNvSpPr txBox="1"/>
              <p:nvPr/>
            </p:nvSpPr>
            <p:spPr>
              <a:xfrm>
                <a:off x="9090845" y="2966587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C74A89-ADC2-58B2-283B-492BA98B7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45" y="2966587"/>
                <a:ext cx="417935" cy="369332"/>
              </a:xfrm>
              <a:prstGeom prst="rect">
                <a:avLst/>
              </a:prstGeom>
              <a:blipFill>
                <a:blip r:embed="rId3"/>
                <a:stretch>
                  <a:fillRect l="-11594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69E121B-5E73-D689-C9E1-FB8B80F590CE}"/>
              </a:ext>
            </a:extLst>
          </p:cNvPr>
          <p:cNvSpPr/>
          <p:nvPr/>
        </p:nvSpPr>
        <p:spPr>
          <a:xfrm>
            <a:off x="5543739" y="2793183"/>
            <a:ext cx="552261" cy="552261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181392-AAAB-B127-5F18-D466F6D62563}"/>
                  </a:ext>
                </a:extLst>
              </p:cNvPr>
              <p:cNvSpPr txBox="1"/>
              <p:nvPr/>
            </p:nvSpPr>
            <p:spPr>
              <a:xfrm>
                <a:off x="2556083" y="4872058"/>
                <a:ext cx="7268079" cy="1476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fr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CH" sz="4000" b="0" i="1" smtClean="0">
                                  <a:solidFill>
                                    <a:srgbClr val="FF7C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 smtClean="0">
                                  <a:solidFill>
                                    <a:srgbClr val="FF7C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</m:e>
                          </m:d>
                          <m:r>
                            <a:rPr lang="fr-CH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H" sz="4000" i="1" smtClean="0">
                                  <a:solidFill>
                                    <a:srgbClr val="FF7C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fr-CH" sz="4000" i="1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de-CH" sz="4000" b="0" i="1" smtClean="0">
                                      <a:solidFill>
                                        <a:srgbClr val="FF7C8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de-CH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4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fr-CH" sz="4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8.67</m:t>
                              </m:r>
                            </m:num>
                            <m:den>
                              <m:r>
                                <a:rPr lang="de-CH" sz="4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9.67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181392-AAAB-B127-5F18-D466F6D62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083" y="4872058"/>
                <a:ext cx="7268079" cy="1476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5D92FC-456E-6626-3754-87B01D4F8407}"/>
                  </a:ext>
                </a:extLst>
              </p:cNvPr>
              <p:cNvSpPr txBox="1"/>
              <p:nvPr/>
            </p:nvSpPr>
            <p:spPr>
              <a:xfrm>
                <a:off x="5563649" y="2488338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>
                                  <a:lumMod val="60000"/>
                                  <a:lumOff val="4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02B93">
                                      <a:lumMod val="60000"/>
                                      <a:lumOff val="4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5D92FC-456E-6626-3754-87B01D4F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649" y="2488338"/>
                <a:ext cx="552261" cy="400110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DC41D6-EF35-67FD-68BF-7D17FABD1E75}"/>
                  </a:ext>
                </a:extLst>
              </p:cNvPr>
              <p:cNvSpPr txBox="1"/>
              <p:nvPr/>
            </p:nvSpPr>
            <p:spPr>
              <a:xfrm>
                <a:off x="4041362" y="3925968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7C8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rgbClr val="FF7C8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DC41D6-EF35-67FD-68BF-7D17FABD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362" y="3925968"/>
                <a:ext cx="552261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CB0828-DF84-A847-864A-6F53BFA2C953}"/>
                  </a:ext>
                </a:extLst>
              </p:cNvPr>
              <p:cNvSpPr txBox="1"/>
              <p:nvPr/>
            </p:nvSpPr>
            <p:spPr>
              <a:xfrm>
                <a:off x="6869272" y="2322113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7C8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rgbClr val="FF7C8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CB0828-DF84-A847-864A-6F53BFA2C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272" y="2322113"/>
                <a:ext cx="552261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93187B-CD0B-ADC8-00C8-30DA34B40710}"/>
                  </a:ext>
                </a:extLst>
              </p:cNvPr>
              <p:cNvSpPr txBox="1"/>
              <p:nvPr/>
            </p:nvSpPr>
            <p:spPr>
              <a:xfrm>
                <a:off x="5913993" y="1239918"/>
                <a:ext cx="5522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CH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7C8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CH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de-CH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7C8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050" dirty="0">
                  <a:solidFill>
                    <a:srgbClr val="FF7C8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93187B-CD0B-ADC8-00C8-30DA34B40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993" y="1239918"/>
                <a:ext cx="55226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476377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56BB-AF95-7162-8198-5DEF6239A02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0A6B3C1-6C0B-C74D-078B-C68673258B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773360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550901DF-6CAD-CD93-E147-789CC5C33329}"/>
              </a:ext>
            </a:extLst>
          </p:cNvPr>
          <p:cNvSpPr/>
          <p:nvPr/>
        </p:nvSpPr>
        <p:spPr>
          <a:xfrm>
            <a:off x="5764983" y="4155259"/>
            <a:ext cx="264342" cy="264342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C617B8C3-319D-3FAC-A539-488C4DB16DFB}"/>
              </a:ext>
            </a:extLst>
          </p:cNvPr>
          <p:cNvSpPr/>
          <p:nvPr/>
        </p:nvSpPr>
        <p:spPr>
          <a:xfrm>
            <a:off x="7736658" y="2611006"/>
            <a:ext cx="264342" cy="264342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E13F2468-E372-DCC4-65DE-B481F9C11FAB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126982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E409-F7C4-F959-CAE7-B347007F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549A-79A8-0979-0CD5-BDCE3151FEF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80E07B5-8DDF-5175-E5FE-33B2E6B96F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5860360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33E8B91C-7E98-3368-FE13-5C1DF169DDE5}"/>
              </a:ext>
            </a:extLst>
          </p:cNvPr>
          <p:cNvSpPr/>
          <p:nvPr/>
        </p:nvSpPr>
        <p:spPr>
          <a:xfrm>
            <a:off x="5764983" y="4155259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10616F0E-414F-1E7F-CD59-7FEA44929F35}"/>
              </a:ext>
            </a:extLst>
          </p:cNvPr>
          <p:cNvSpPr/>
          <p:nvPr/>
        </p:nvSpPr>
        <p:spPr>
          <a:xfrm>
            <a:off x="7736658" y="2611006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EBA3BBFE-7D40-D062-0D5C-EF0A04934BA2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F6E5C-0245-2184-2A11-24430D59FAEF}"/>
              </a:ext>
            </a:extLst>
          </p:cNvPr>
          <p:cNvSpPr txBox="1"/>
          <p:nvPr/>
        </p:nvSpPr>
        <p:spPr>
          <a:xfrm>
            <a:off x="2713467" y="1853333"/>
            <a:ext cx="431598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cluster centre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sz="11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cluster centres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22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AD46-F578-7AD6-A780-C102B383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A71D-FDBC-54CD-E306-05778CCCE9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70F42A9-9401-BC16-4D2C-AE87B2CB5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427929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BCC548FA-056F-967E-7559-E9393BCAE6FE}"/>
              </a:ext>
            </a:extLst>
          </p:cNvPr>
          <p:cNvSpPr/>
          <p:nvPr/>
        </p:nvSpPr>
        <p:spPr>
          <a:xfrm>
            <a:off x="5764983" y="4155259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E8A72600-2956-7F7E-71B3-C32252DBA851}"/>
              </a:ext>
            </a:extLst>
          </p:cNvPr>
          <p:cNvSpPr/>
          <p:nvPr/>
        </p:nvSpPr>
        <p:spPr>
          <a:xfrm>
            <a:off x="7736658" y="2611006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3F9A88BA-3D8F-4C4F-E5B8-05F239D27D18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6DC9D-228D-A8DA-5677-2EDF6B0707FC}"/>
              </a:ext>
            </a:extLst>
          </p:cNvPr>
          <p:cNvSpPr txBox="1"/>
          <p:nvPr/>
        </p:nvSpPr>
        <p:spPr>
          <a:xfrm>
            <a:off x="2713467" y="1853333"/>
            <a:ext cx="431598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nearest cluster centre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sz="11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cluster centres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61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7103-9273-29ED-9169-771EA84F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DC33-11DE-FB63-2004-78DA48B37A8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4D00F98-8EA3-97B9-1374-52AB31098AB4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90ED87-8D3E-D58C-06CD-1DCBCA7C0A06}"/>
                  </a:ext>
                </a:extLst>
              </p:cNvPr>
              <p:cNvSpPr txBox="1"/>
              <p:nvPr/>
            </p:nvSpPr>
            <p:spPr>
              <a:xfrm>
                <a:off x="2294319" y="2148249"/>
                <a:ext cx="543045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Find the new cluster centres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</a:rPr>
                  <a:t>for all the new respective clusters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Verdana" panose="020B060403050404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de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de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de-CH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de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de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de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de-CH" sz="1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kumimoji="0" lang="en-US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fr-CH" sz="1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90ED87-8D3E-D58C-06CD-1DCBCA7C0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19" y="2148249"/>
                <a:ext cx="5430455" cy="707886"/>
              </a:xfrm>
              <a:prstGeom prst="rect">
                <a:avLst/>
              </a:prstGeom>
              <a:blipFill>
                <a:blip r:embed="rId3"/>
                <a:stretch>
                  <a:fillRect t="-9402" b="-5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AE443198-882E-3A24-A096-D3B22C72D363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C91DED81-7650-B981-C797-C21F852734C4}"/>
              </a:ext>
            </a:extLst>
          </p:cNvPr>
          <p:cNvSpPr/>
          <p:nvPr/>
        </p:nvSpPr>
        <p:spPr>
          <a:xfrm>
            <a:off x="6057899" y="3919153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B84D2ABD-0A03-0F28-B61C-C70351297E9C}"/>
              </a:ext>
            </a:extLst>
          </p:cNvPr>
          <p:cNvSpPr/>
          <p:nvPr/>
        </p:nvSpPr>
        <p:spPr>
          <a:xfrm>
            <a:off x="8289108" y="2176824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8052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FFE0-37C2-5C30-ECBA-1DE9CF34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603A-2862-C2D4-6478-A94E6524D80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D69FE7F-9011-56FB-A194-5B2025E47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666080"/>
              </p:ext>
            </p:extLst>
          </p:nvPr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9774C8BD-20EE-35D7-5C27-BB2A89D37AA3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4C6BEBAA-5973-F486-7F2F-B32A088D22EF}"/>
              </a:ext>
            </a:extLst>
          </p:cNvPr>
          <p:cNvSpPr/>
          <p:nvPr/>
        </p:nvSpPr>
        <p:spPr>
          <a:xfrm>
            <a:off x="6057899" y="3919153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BD0FE333-0E9C-8929-CFA9-475BF8DA0B3A}"/>
              </a:ext>
            </a:extLst>
          </p:cNvPr>
          <p:cNvSpPr/>
          <p:nvPr/>
        </p:nvSpPr>
        <p:spPr>
          <a:xfrm>
            <a:off x="8289108" y="2176824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56ABB-CC4B-95A3-1B3E-B41BDD4B6CA9}"/>
              </a:ext>
            </a:extLst>
          </p:cNvPr>
          <p:cNvSpPr txBox="1"/>
          <p:nvPr/>
        </p:nvSpPr>
        <p:spPr>
          <a:xfrm>
            <a:off x="2713467" y="1853333"/>
            <a:ext cx="431598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Assign each point to the new nearest cluster centre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by determining the shortest distance</a:t>
            </a:r>
            <a:r>
              <a:rPr lang="en-US" sz="11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to the new cluster centres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288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AB64-4184-1B21-D04C-A2399394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948C-E448-23DE-3B56-4E2260E6A6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3B47A55-D21A-EF19-2D71-62FCB11CFB21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61AA15B5-37A9-3E1A-DE02-36B4AC6BA365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5CD377A-9F86-3001-F3BF-A348CC0FC009}"/>
              </a:ext>
            </a:extLst>
          </p:cNvPr>
          <p:cNvSpPr/>
          <p:nvPr/>
        </p:nvSpPr>
        <p:spPr>
          <a:xfrm>
            <a:off x="6057899" y="3919153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C66CF941-5430-5D32-F4E6-57390B3ACA22}"/>
              </a:ext>
            </a:extLst>
          </p:cNvPr>
          <p:cNvSpPr/>
          <p:nvPr/>
        </p:nvSpPr>
        <p:spPr>
          <a:xfrm>
            <a:off x="8289108" y="2176824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AF88F-BC0A-3961-BB97-657D7A01735E}"/>
              </a:ext>
            </a:extLst>
          </p:cNvPr>
          <p:cNvSpPr txBox="1"/>
          <p:nvPr/>
        </p:nvSpPr>
        <p:spPr>
          <a:xfrm>
            <a:off x="2713467" y="1853333"/>
            <a:ext cx="431598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No change in clustering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during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this iteration indicates that we are done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27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A922-EDB3-32CC-15E2-CCF0C141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F7A5-933F-F44C-5F54-75C2EBAE63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Homework Data Set: Calculations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D07A6A1-D952-BB8D-257F-34ABE89151A5}"/>
              </a:ext>
            </a:extLst>
          </p:cNvPr>
          <p:cNvGraphicFramePr/>
          <p:nvPr/>
        </p:nvGraphicFramePr>
        <p:xfrm>
          <a:off x="1941035" y="1027907"/>
          <a:ext cx="8309929" cy="555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5AA30F7C-821C-629C-3AC4-1C793EF6580B}"/>
              </a:ext>
            </a:extLst>
          </p:cNvPr>
          <p:cNvSpPr/>
          <p:nvPr/>
        </p:nvSpPr>
        <p:spPr>
          <a:xfrm>
            <a:off x="3288483" y="5154181"/>
            <a:ext cx="264342" cy="264342"/>
          </a:xfrm>
          <a:prstGeom prst="mathMultiply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E565CE2D-E0DB-F263-2335-B16318297F03}"/>
              </a:ext>
            </a:extLst>
          </p:cNvPr>
          <p:cNvSpPr/>
          <p:nvPr/>
        </p:nvSpPr>
        <p:spPr>
          <a:xfrm>
            <a:off x="6057899" y="3919153"/>
            <a:ext cx="264342" cy="264342"/>
          </a:xfrm>
          <a:prstGeom prst="mathMultiply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AF68009F-9E30-88D5-B15C-8B810163EE0F}"/>
              </a:ext>
            </a:extLst>
          </p:cNvPr>
          <p:cNvSpPr/>
          <p:nvPr/>
        </p:nvSpPr>
        <p:spPr>
          <a:xfrm>
            <a:off x="8289108" y="2176824"/>
            <a:ext cx="264342" cy="264342"/>
          </a:xfrm>
          <a:prstGeom prst="mathMultiply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D6506-9AC6-A928-59F2-3ABF16F9E287}"/>
              </a:ext>
            </a:extLst>
          </p:cNvPr>
          <p:cNvSpPr/>
          <p:nvPr/>
        </p:nvSpPr>
        <p:spPr>
          <a:xfrm>
            <a:off x="7337084" y="1224800"/>
            <a:ext cx="2168389" cy="2168389"/>
          </a:xfrm>
          <a:prstGeom prst="ellipse">
            <a:avLst/>
          </a:prstGeom>
          <a:noFill/>
          <a:ln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C8C925-D61C-CD88-1802-496B858A3BF4}"/>
              </a:ext>
            </a:extLst>
          </p:cNvPr>
          <p:cNvSpPr/>
          <p:nvPr/>
        </p:nvSpPr>
        <p:spPr>
          <a:xfrm>
            <a:off x="4967583" y="2824193"/>
            <a:ext cx="2454261" cy="2454261"/>
          </a:xfrm>
          <a:prstGeom prst="ellipse">
            <a:avLst/>
          </a:prstGeom>
          <a:noFill/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02FA1E-E270-7B7B-1714-08951C9D4D1B}"/>
              </a:ext>
            </a:extLst>
          </p:cNvPr>
          <p:cNvSpPr/>
          <p:nvPr/>
        </p:nvSpPr>
        <p:spPr>
          <a:xfrm>
            <a:off x="2030813" y="3888613"/>
            <a:ext cx="2779682" cy="2779682"/>
          </a:xfrm>
          <a:prstGeom prst="ellips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307ADFF-7AEF-1E77-8BBD-4EED6C2C4544}"/>
              </a:ext>
            </a:extLst>
          </p:cNvPr>
          <p:cNvSpPr/>
          <p:nvPr/>
        </p:nvSpPr>
        <p:spPr>
          <a:xfrm rot="3235492">
            <a:off x="9051699" y="2532891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92B1AF-5E4F-306A-71EB-7B2447CBE1E7}"/>
                  </a:ext>
                </a:extLst>
              </p:cNvPr>
              <p:cNvSpPr txBox="1"/>
              <p:nvPr/>
            </p:nvSpPr>
            <p:spPr>
              <a:xfrm>
                <a:off x="4997205" y="5526162"/>
                <a:ext cx="4108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92B1AF-5E4F-306A-71EB-7B2447CBE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205" y="5526162"/>
                <a:ext cx="410818" cy="369332"/>
              </a:xfrm>
              <a:prstGeom prst="rect">
                <a:avLst/>
              </a:prstGeom>
              <a:blipFill>
                <a:blip r:embed="rId3"/>
                <a:stretch>
                  <a:fillRect l="-13433" r="-149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AB145-E732-B2C1-0AED-6B73DB46407C}"/>
                  </a:ext>
                </a:extLst>
              </p:cNvPr>
              <p:cNvSpPr txBox="1"/>
              <p:nvPr/>
            </p:nvSpPr>
            <p:spPr>
              <a:xfrm>
                <a:off x="7430743" y="4796378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7AB145-E732-B2C1-0AED-6B73DB464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743" y="4796378"/>
                <a:ext cx="417935" cy="369332"/>
              </a:xfrm>
              <a:prstGeom prst="rect">
                <a:avLst/>
              </a:prstGeom>
              <a:blipFill>
                <a:blip r:embed="rId4"/>
                <a:stretch>
                  <a:fillRect l="-13043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EEB293-95D4-F540-42E8-B9C6285419EC}"/>
                  </a:ext>
                </a:extLst>
              </p:cNvPr>
              <p:cNvSpPr txBox="1"/>
              <p:nvPr/>
            </p:nvSpPr>
            <p:spPr>
              <a:xfrm>
                <a:off x="9215604" y="3332049"/>
                <a:ext cx="4179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EEB293-95D4-F540-42E8-B9C628541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604" y="3332049"/>
                <a:ext cx="417935" cy="369332"/>
              </a:xfrm>
              <a:prstGeom prst="rect">
                <a:avLst/>
              </a:prstGeom>
              <a:blipFill>
                <a:blip r:embed="rId5"/>
                <a:stretch>
                  <a:fillRect l="-13235" r="-1471" b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94C17C8C-1261-C997-DE55-F1945D4DFC4A}"/>
              </a:ext>
            </a:extLst>
          </p:cNvPr>
          <p:cNvSpPr/>
          <p:nvPr/>
        </p:nvSpPr>
        <p:spPr>
          <a:xfrm rot="2040875">
            <a:off x="7186669" y="4117821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F142B8C4-653C-0F2E-A525-8703C780646F}"/>
              </a:ext>
            </a:extLst>
          </p:cNvPr>
          <p:cNvSpPr/>
          <p:nvPr/>
        </p:nvSpPr>
        <p:spPr>
          <a:xfrm rot="837497">
            <a:off x="4742119" y="4918364"/>
            <a:ext cx="289711" cy="1451486"/>
          </a:xfrm>
          <a:prstGeom prst="rightBrace">
            <a:avLst>
              <a:gd name="adj1" fmla="val 1208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17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58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3272-EF08-DBD4-C3A4-88307BB2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94A-3CF8-7689-DEB7-7EAD917E0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739" y="2322680"/>
            <a:ext cx="8704521" cy="1106320"/>
          </a:xfrm>
        </p:spPr>
        <p:txBody>
          <a:bodyPr anchor="ctr">
            <a:normAutofit fontScale="90000"/>
          </a:bodyPr>
          <a:lstStyle/>
          <a:p>
            <a:r>
              <a:rPr lang="en-GB" sz="6700" dirty="0"/>
              <a:t>Naive</a:t>
            </a:r>
            <a:r>
              <a:rPr lang="en-GB" dirty="0"/>
              <a:t> Bayes</a:t>
            </a:r>
            <a:br>
              <a:rPr lang="en-GB" dirty="0"/>
            </a:br>
            <a:r>
              <a:rPr lang="en-GB" dirty="0"/>
              <a:t>Text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F03E2-28DF-A752-F44F-525980BF7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3.2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92889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CB91A-D640-5EC0-23B8-4DD4F165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468C3-B32D-183D-5781-CC70B748D166}"/>
              </a:ext>
            </a:extLst>
          </p:cNvPr>
          <p:cNvSpPr txBox="1"/>
          <p:nvPr/>
        </p:nvSpPr>
        <p:spPr>
          <a:xfrm>
            <a:off x="510011" y="2151727"/>
            <a:ext cx="11171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Naive Bayes for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text prediction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is an unsupervised learning algorithm that</a:t>
            </a:r>
            <a:b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iteratively applies </a:t>
            </a:r>
            <a:r>
              <a:rPr lang="en-GB" sz="4000" dirty="0">
                <a:latin typeface="Bahnschrift" panose="020B0502040204020203" pitchFamily="34" charset="0"/>
                <a:cs typeface="Times New Roman" panose="02020603050405020304" pitchFamily="18" charset="0"/>
              </a:rPr>
              <a:t>Bayes’ theorem</a:t>
            </a:r>
            <a:b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estimating the next word.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649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26AF-60BA-1195-9EBC-32D57CD3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E645-F92C-09C5-520B-6F0851C1C2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Natural Language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8D932-8533-727C-2822-DE91533C0E50}"/>
              </a:ext>
            </a:extLst>
          </p:cNvPr>
          <p:cNvSpPr txBox="1"/>
          <p:nvPr/>
        </p:nvSpPr>
        <p:spPr>
          <a:xfrm>
            <a:off x="1527301" y="1211014"/>
            <a:ext cx="93776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Tasks like text prediction are part of </a:t>
            </a:r>
            <a:r>
              <a:rPr lang="en-GB" sz="2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natural language processing</a:t>
            </a:r>
            <a:r>
              <a:rPr lang="en-GB" sz="2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(NLP), a branch of artificial intelligence that enables </a:t>
            </a:r>
            <a:r>
              <a:rPr lang="en-GB" sz="2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computers</a:t>
            </a:r>
            <a:r>
              <a:rPr lang="en-GB" sz="2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to understand and generate </a:t>
            </a:r>
            <a:r>
              <a:rPr lang="en-GB" sz="2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human language</a:t>
            </a:r>
            <a:r>
              <a:rPr lang="en-GB" sz="2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. ChatGPT for example is an application of this. </a:t>
            </a:r>
            <a:endParaRPr lang="en-GB" sz="1050" dirty="0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6BA4E78E-3ADC-01B3-6E0C-BAC5656326D1}"/>
              </a:ext>
            </a:extLst>
          </p:cNvPr>
          <p:cNvSpPr/>
          <p:nvPr/>
        </p:nvSpPr>
        <p:spPr>
          <a:xfrm>
            <a:off x="958347" y="2869087"/>
            <a:ext cx="2988022" cy="1519056"/>
          </a:xfrm>
          <a:prstGeom prst="flowChartInputOutpu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Bahnschrift" panose="020B0502040204020203" pitchFamily="34" charset="0"/>
              </a:rPr>
              <a:t>Text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C06AE5B9-9754-4720-CDC4-0997E70D4F1C}"/>
              </a:ext>
            </a:extLst>
          </p:cNvPr>
          <p:cNvSpPr/>
          <p:nvPr/>
        </p:nvSpPr>
        <p:spPr>
          <a:xfrm>
            <a:off x="8485925" y="2869087"/>
            <a:ext cx="2988022" cy="1519056"/>
          </a:xfrm>
          <a:prstGeom prst="flowChartInputOutpu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Bahnschrift" panose="020B0502040204020203" pitchFamily="34" charset="0"/>
              </a:rPr>
              <a:t>Text Output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0E8236F-E6CE-82B5-B731-4D05F183BF83}"/>
              </a:ext>
            </a:extLst>
          </p:cNvPr>
          <p:cNvSpPr/>
          <p:nvPr/>
        </p:nvSpPr>
        <p:spPr>
          <a:xfrm>
            <a:off x="4722136" y="2869087"/>
            <a:ext cx="2988022" cy="1519056"/>
          </a:xfrm>
          <a:prstGeom prst="flowChartProcess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Bahnschrift" panose="020B0502040204020203" pitchFamily="34" charset="0"/>
              </a:rPr>
              <a:t>Text Prediction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BF630B-72FD-0183-0E2C-D98028385240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3647567" y="3628615"/>
            <a:ext cx="10745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86A4A0-F1AB-032C-0C37-A5374811BFA5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7710158" y="3628615"/>
            <a:ext cx="10745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8DD620-4C6B-6AF1-149D-A6AA0062FE48}"/>
              </a:ext>
            </a:extLst>
          </p:cNvPr>
          <p:cNvSpPr txBox="1"/>
          <p:nvPr/>
        </p:nvSpPr>
        <p:spPr>
          <a:xfrm>
            <a:off x="892049" y="5030553"/>
            <a:ext cx="10648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Step-by-step: How does a simple version of text prediction work?</a:t>
            </a:r>
            <a:endParaRPr lang="en-GB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19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0642-2382-2F5F-0232-D6FD07B3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E55E66-155E-3A86-EF3A-702912F16DD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Text Preparation: Normalisation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6A0EB-89BD-BB2B-9414-61C462CAA1BA}"/>
              </a:ext>
            </a:extLst>
          </p:cNvPr>
          <p:cNvSpPr txBox="1"/>
          <p:nvPr/>
        </p:nvSpPr>
        <p:spPr>
          <a:xfrm>
            <a:off x="700984" y="1428010"/>
            <a:ext cx="10790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Normalisation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is the first thing to do for </a:t>
            </a:r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preprocessing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text in NLP.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text data, also known as corpus, is converted to a standard format,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example:</a:t>
            </a:r>
            <a:endParaRPr lang="en-GB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C5915-A76D-8E4B-895C-EEB301B801AF}"/>
              </a:ext>
            </a:extLst>
          </p:cNvPr>
          <p:cNvSpPr txBox="1"/>
          <p:nvPr/>
        </p:nvSpPr>
        <p:spPr>
          <a:xfrm>
            <a:off x="1109428" y="4879316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student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 book, and the teacher writes down a task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.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F9415-3B37-C45F-6BCE-5D36C744BED7}"/>
              </a:ext>
            </a:extLst>
          </p:cNvPr>
          <p:cNvSpPr txBox="1"/>
          <p:nvPr/>
        </p:nvSpPr>
        <p:spPr>
          <a:xfrm>
            <a:off x="3107294" y="3029333"/>
            <a:ext cx="5977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convert</a:t>
            </a:r>
            <a:r>
              <a:rPr kumimoji="0" lang="en-GB" sz="360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to lowercase</a:t>
            </a:r>
          </a:p>
          <a:p>
            <a:pPr algn="ctr"/>
            <a:r>
              <a:rPr lang="en-GB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remove</a:t>
            </a:r>
            <a:r>
              <a:rPr kumimoji="0" lang="en-GB" sz="360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punctuation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8282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41F2-1511-D0CF-9E89-D2FE4870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2451C44-21A1-D46B-6943-3F0BE37DB9A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Text Preparation: Normalisation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DC52D-BBA5-1E45-6284-52F8EBC1432A}"/>
              </a:ext>
            </a:extLst>
          </p:cNvPr>
          <p:cNvSpPr txBox="1"/>
          <p:nvPr/>
        </p:nvSpPr>
        <p:spPr>
          <a:xfrm>
            <a:off x="1109428" y="4879316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highlight>
                  <a:srgbClr val="E59EDD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student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 book</a:t>
            </a:r>
            <a:r>
              <a:rPr lang="en-GB" sz="2800" dirty="0">
                <a:solidFill>
                  <a:prstClr val="black"/>
                </a:solidFill>
                <a:highlight>
                  <a:srgbClr val="E59EDD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and the teacher writes down a task</a:t>
            </a:r>
            <a:r>
              <a:rPr lang="en-GB" sz="2800" dirty="0">
                <a:solidFill>
                  <a:schemeClr val="bg1"/>
                </a:solidFill>
                <a:highlight>
                  <a:srgbClr val="E59EDD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chemeClr val="bg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. </a:t>
            </a:r>
            <a:endParaRPr lang="en-GB" sz="12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396D7-BCE6-2A90-9F72-9ED60F242EFE}"/>
              </a:ext>
            </a:extLst>
          </p:cNvPr>
          <p:cNvSpPr txBox="1"/>
          <p:nvPr/>
        </p:nvSpPr>
        <p:spPr>
          <a:xfrm>
            <a:off x="3107294" y="3029333"/>
            <a:ext cx="5977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convert</a:t>
            </a:r>
            <a:r>
              <a:rPr kumimoji="0" lang="en-GB" sz="360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to lowercase</a:t>
            </a:r>
          </a:p>
          <a:p>
            <a:pPr algn="ctr"/>
            <a:r>
              <a:rPr lang="en-GB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remove</a:t>
            </a:r>
            <a:r>
              <a:rPr kumimoji="0" lang="en-GB" sz="360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punctuation </a:t>
            </a:r>
            <a:endParaRPr lang="en-GB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4F71C0-AC68-851E-8E61-60EA1C84B84B}"/>
              </a:ext>
            </a:extLst>
          </p:cNvPr>
          <p:cNvSpPr txBox="1"/>
          <p:nvPr/>
        </p:nvSpPr>
        <p:spPr>
          <a:xfrm>
            <a:off x="700984" y="1428010"/>
            <a:ext cx="10790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Normalisation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is the first thing to do for </a:t>
            </a:r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preprocessing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text in NLP.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text data, also known as corpus, is converted to a standard format,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example:</a:t>
            </a:r>
            <a:endParaRPr lang="en-GB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7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B140-1FC7-2AEB-79D9-E8857D1285B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Text Preparation: Tokenisation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323E7-1ED1-8D3A-D6FB-60AE86310AB3}"/>
              </a:ext>
            </a:extLst>
          </p:cNvPr>
          <p:cNvSpPr txBox="1"/>
          <p:nvPr/>
        </p:nvSpPr>
        <p:spPr>
          <a:xfrm>
            <a:off x="1109428" y="3505944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book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and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teacher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writes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down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E4DFA-A952-F273-0F28-D48B7AD74B11}"/>
              </a:ext>
            </a:extLst>
          </p:cNvPr>
          <p:cNvSpPr txBox="1"/>
          <p:nvPr/>
        </p:nvSpPr>
        <p:spPr>
          <a:xfrm>
            <a:off x="958346" y="1275189"/>
            <a:ext cx="102753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Tokenisation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is the next essential step for </a:t>
            </a:r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preprocessing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.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It breaks down text in smaller pieces (tokens), like words or syllables.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2F22A-288D-AAE5-2131-34A3AC8FA323}"/>
              </a:ext>
            </a:extLst>
          </p:cNvPr>
          <p:cNvSpPr txBox="1"/>
          <p:nvPr/>
        </p:nvSpPr>
        <p:spPr>
          <a:xfrm>
            <a:off x="1109428" y="5200247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stu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de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nt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re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ad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bo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ok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and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te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ach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er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wri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tes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do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wn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prstClr val="black"/>
                </a:solidFill>
                <a:highlight>
                  <a:srgbClr val="C0C0C0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ta</a:t>
            </a:r>
            <a:r>
              <a:rPr lang="en-GB" sz="2800" dirty="0">
                <a:solidFill>
                  <a:prstClr val="black"/>
                </a:solidFill>
                <a:highlight>
                  <a:srgbClr val="969696"/>
                </a:highlight>
                <a:latin typeface="Bahnschrift Light" panose="020B0502040204020203" pitchFamily="34" charset="0"/>
                <a:cs typeface="Times New Roman" panose="02020603050405020304" pitchFamily="18" charset="0"/>
              </a:rPr>
              <a:t>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FDB7C-D7D2-C9FB-14E3-6ACDF0A5BC35}"/>
              </a:ext>
            </a:extLst>
          </p:cNvPr>
          <p:cNvSpPr txBox="1"/>
          <p:nvPr/>
        </p:nvSpPr>
        <p:spPr>
          <a:xfrm>
            <a:off x="3047246" y="2982724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Tokenisation in words: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C3502-F4C2-1B9A-DAC5-59C88529253F}"/>
              </a:ext>
            </a:extLst>
          </p:cNvPr>
          <p:cNvSpPr txBox="1"/>
          <p:nvPr/>
        </p:nvSpPr>
        <p:spPr>
          <a:xfrm>
            <a:off x="3031779" y="4738582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Tokenisation in sub-word components: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7974E-0D1B-BB1A-6BF6-A82B9B1B606D}"/>
              </a:ext>
            </a:extLst>
          </p:cNvPr>
          <p:cNvSpPr txBox="1"/>
          <p:nvPr/>
        </p:nvSpPr>
        <p:spPr>
          <a:xfrm>
            <a:off x="339506" y="2490282"/>
            <a:ext cx="4315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We will use this method!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EDF089-11A0-CCF2-295B-46AD53BE8388}"/>
              </a:ext>
            </a:extLst>
          </p:cNvPr>
          <p:cNvSpPr/>
          <p:nvPr/>
        </p:nvSpPr>
        <p:spPr>
          <a:xfrm>
            <a:off x="543207" y="2982724"/>
            <a:ext cx="11105584" cy="1509047"/>
          </a:xfrm>
          <a:prstGeom prst="ellipse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87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1" grpId="0"/>
      <p:bldP spid="12" grpId="0"/>
      <p:bldP spid="13" grpId="0"/>
      <p:bldP spid="1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F861-F704-46E6-ACEC-FAF7E334C4C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Why Is this Algorithm Naive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1DF08-1B6A-0E34-7658-46DC00511FED}"/>
              </a:ext>
            </a:extLst>
          </p:cNvPr>
          <p:cNvSpPr txBox="1"/>
          <p:nvPr/>
        </p:nvSpPr>
        <p:spPr>
          <a:xfrm>
            <a:off x="1074720" y="1347617"/>
            <a:ext cx="100425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“Naive” in naive Bayes refers to the algorithm’s simplifying assumption that </a:t>
            </a:r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all words 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in a corpus are </a:t>
            </a:r>
            <a:r>
              <a:rPr lang="en-GB" sz="24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independent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from each other.</a:t>
            </a:r>
            <a:endParaRPr lang="en-GB" sz="11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AB8482-5408-4495-42D7-CE0D14175A56}"/>
              </a:ext>
            </a:extLst>
          </p:cNvPr>
          <p:cNvGrpSpPr/>
          <p:nvPr/>
        </p:nvGrpSpPr>
        <p:grpSpPr>
          <a:xfrm>
            <a:off x="1091322" y="3001799"/>
            <a:ext cx="10244372" cy="1131689"/>
            <a:chOff x="1157902" y="2884465"/>
            <a:chExt cx="10244372" cy="1131689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ABFD775-3A38-D1EA-74BD-CC7355488B6C}"/>
                </a:ext>
              </a:extLst>
            </p:cNvPr>
            <p:cNvSpPr/>
            <p:nvPr/>
          </p:nvSpPr>
          <p:spPr>
            <a:xfrm rot="5400000">
              <a:off x="1740721" y="3280934"/>
              <a:ext cx="565842" cy="904595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7B91B374-87C5-9848-9381-886D1918CCCA}"/>
                </a:ext>
              </a:extLst>
            </p:cNvPr>
            <p:cNvSpPr/>
            <p:nvPr/>
          </p:nvSpPr>
          <p:spPr>
            <a:xfrm rot="16200000">
              <a:off x="2764799" y="2595609"/>
              <a:ext cx="565842" cy="1143560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AC02F556-EC4B-BCE6-3BED-AC0EBDB13430}"/>
                </a:ext>
              </a:extLst>
            </p:cNvPr>
            <p:cNvSpPr/>
            <p:nvPr/>
          </p:nvSpPr>
          <p:spPr>
            <a:xfrm rot="5400000">
              <a:off x="3670402" y="3395543"/>
              <a:ext cx="565842" cy="675379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B37E5D27-00F0-AB1E-4101-0D62CACF3BDA}"/>
                </a:ext>
              </a:extLst>
            </p:cNvPr>
            <p:cNvSpPr/>
            <p:nvPr/>
          </p:nvSpPr>
          <p:spPr>
            <a:xfrm rot="16200000">
              <a:off x="4289080" y="2886401"/>
              <a:ext cx="565842" cy="561975"/>
            </a:xfrm>
            <a:prstGeom prst="arc">
              <a:avLst>
                <a:gd name="adj1" fmla="val 16200000"/>
                <a:gd name="adj2" fmla="val 5437994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6DA059E0-9A52-7C5D-162E-991B088E78E5}"/>
                </a:ext>
              </a:extLst>
            </p:cNvPr>
            <p:cNvSpPr/>
            <p:nvPr/>
          </p:nvSpPr>
          <p:spPr>
            <a:xfrm rot="5400000">
              <a:off x="4962974" y="3340326"/>
              <a:ext cx="565842" cy="785811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A32BB3DB-630A-B694-2A31-CB038D23CB41}"/>
                </a:ext>
              </a:extLst>
            </p:cNvPr>
            <p:cNvSpPr/>
            <p:nvPr/>
          </p:nvSpPr>
          <p:spPr>
            <a:xfrm rot="16200000">
              <a:off x="5640379" y="2851811"/>
              <a:ext cx="562927" cy="634072"/>
            </a:xfrm>
            <a:prstGeom prst="arc">
              <a:avLst>
                <a:gd name="adj1" fmla="val 16200000"/>
                <a:gd name="adj2" fmla="val 544562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053CF9-7081-AA97-6DAA-FA414080C31D}"/>
                </a:ext>
              </a:extLst>
            </p:cNvPr>
            <p:cNvSpPr txBox="1"/>
            <p:nvPr/>
          </p:nvSpPr>
          <p:spPr>
            <a:xfrm>
              <a:off x="1157902" y="3188700"/>
              <a:ext cx="102443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dirty="0">
                  <a:latin typeface="Bahnschrift Light" panose="020B0502040204020203" pitchFamily="34" charset="0"/>
                  <a:cs typeface="Times New Roman" panose="02020603050405020304" pitchFamily="18" charset="0"/>
                </a:rPr>
                <a:t>the</a:t>
              </a:r>
              <a:r>
                <a:rPr lang="en-GB" sz="2800" dirty="0">
                  <a:solidFill>
                    <a:prstClr val="black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student </a:t>
              </a:r>
              <a:r>
                <a:rPr lang="en-GB" sz="2800" dirty="0">
                  <a:latin typeface="Bahnschrift Light" panose="020B0502040204020203" pitchFamily="34" charset="0"/>
                  <a:cs typeface="Times New Roman" panose="02020603050405020304" pitchFamily="18" charset="0"/>
                </a:rPr>
                <a:t>reads</a:t>
              </a:r>
              <a:r>
                <a:rPr lang="en-GB" sz="2800" dirty="0">
                  <a:solidFill>
                    <a:prstClr val="black"/>
                  </a:solidFill>
                  <a:latin typeface="Bahnschrift Light" panose="020B0502040204020203" pitchFamily="34" charset="0"/>
                  <a:cs typeface="Times New Roman" panose="02020603050405020304" pitchFamily="18" charset="0"/>
                </a:rPr>
                <a:t> a book and the teacher writes down a task</a:t>
              </a:r>
              <a:endParaRPr lang="en-GB" sz="1200" dirty="0">
                <a:latin typeface="Bahnschrift Light" panose="020B0502040204020203" pitchFamily="34" charset="0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F3C67C3-93CC-7D5B-F52E-84194DF227A2}"/>
                </a:ext>
              </a:extLst>
            </p:cNvPr>
            <p:cNvSpPr/>
            <p:nvPr/>
          </p:nvSpPr>
          <p:spPr>
            <a:xfrm rot="5400000">
              <a:off x="6423932" y="3243948"/>
              <a:ext cx="587151" cy="957259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DBB935A3-E516-93F3-79F8-D0F537E116CF}"/>
                </a:ext>
              </a:extLst>
            </p:cNvPr>
            <p:cNvSpPr/>
            <p:nvPr/>
          </p:nvSpPr>
          <p:spPr>
            <a:xfrm rot="16200000">
              <a:off x="7502639" y="2580880"/>
              <a:ext cx="587150" cy="1200153"/>
            </a:xfrm>
            <a:prstGeom prst="arc">
              <a:avLst>
                <a:gd name="adj1" fmla="val 16200000"/>
                <a:gd name="adj2" fmla="val 544562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F344A643-DDE4-DCB4-1B31-33E05C8F26D1}"/>
                </a:ext>
              </a:extLst>
            </p:cNvPr>
            <p:cNvSpPr/>
            <p:nvPr/>
          </p:nvSpPr>
          <p:spPr>
            <a:xfrm rot="5400000">
              <a:off x="8674211" y="3151079"/>
              <a:ext cx="587152" cy="1142995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3A91464C-FBBD-208D-4833-8353618427A9}"/>
                </a:ext>
              </a:extLst>
            </p:cNvPr>
            <p:cNvSpPr/>
            <p:nvPr/>
          </p:nvSpPr>
          <p:spPr>
            <a:xfrm rot="16200000">
              <a:off x="9507651" y="2916101"/>
              <a:ext cx="587151" cy="523880"/>
            </a:xfrm>
            <a:prstGeom prst="arc">
              <a:avLst>
                <a:gd name="adj1" fmla="val 16200000"/>
                <a:gd name="adj2" fmla="val 544562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BE54D1C-A7D1-B1F2-26B4-2F263AC454FD}"/>
                </a:ext>
              </a:extLst>
            </p:cNvPr>
            <p:cNvSpPr/>
            <p:nvPr/>
          </p:nvSpPr>
          <p:spPr>
            <a:xfrm rot="5400000">
              <a:off x="10080301" y="3475798"/>
              <a:ext cx="523219" cy="557489"/>
            </a:xfrm>
            <a:prstGeom prst="arc">
              <a:avLst>
                <a:gd name="adj1" fmla="val 16200000"/>
                <a:gd name="adj2" fmla="val 5498365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AA4284D-FA7C-9352-C772-B116A52FC0B8}"/>
              </a:ext>
            </a:extLst>
          </p:cNvPr>
          <p:cNvSpPr txBox="1"/>
          <p:nvPr/>
        </p:nvSpPr>
        <p:spPr>
          <a:xfrm>
            <a:off x="1074719" y="4956673"/>
            <a:ext cx="100425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probability that a word follows the previous one is</a:t>
            </a:r>
            <a:b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Bahnschrift" panose="020B0502040204020203" pitchFamily="34" charset="0"/>
                <a:cs typeface="Times New Roman" panose="02020603050405020304" pitchFamily="18" charset="0"/>
              </a:rPr>
              <a:t>considered unrelated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from the broader context.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956317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23B5-8E83-A4BB-755D-C25FB418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95A2E-3AFF-AAEA-5025-3E2DBE4AC1C4}"/>
              </a:ext>
            </a:extLst>
          </p:cNvPr>
          <p:cNvSpPr txBox="1"/>
          <p:nvPr/>
        </p:nvSpPr>
        <p:spPr>
          <a:xfrm>
            <a:off x="510011" y="2151727"/>
            <a:ext cx="11171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Naive Bayes for </a:t>
            </a:r>
            <a:r>
              <a:rPr lang="en-GB" sz="4000" dirty="0">
                <a:latin typeface="Bahnschrift" panose="020B0502040204020203" pitchFamily="34" charset="0"/>
                <a:cs typeface="Times New Roman" panose="02020603050405020304" pitchFamily="18" charset="0"/>
              </a:rPr>
              <a:t>text prediction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is an unsupervised learning algorithm that</a:t>
            </a:r>
            <a:b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iteratively applies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Bayes’ theorem</a:t>
            </a:r>
            <a:b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estimating the next word.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26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2191-9201-7E86-F10E-0F371535C27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C33AA7-0546-9129-AAAB-FD31C028A645}"/>
                  </a:ext>
                </a:extLst>
              </p:cNvPr>
              <p:cNvSpPr txBox="1"/>
              <p:nvPr/>
            </p:nvSpPr>
            <p:spPr>
              <a:xfrm>
                <a:off x="3894273" y="2600752"/>
                <a:ext cx="4403450" cy="104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de-CH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C33AA7-0546-9129-AAAB-FD31C028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273" y="2600752"/>
                <a:ext cx="4403450" cy="1043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2C091-8E3F-E7B2-9D90-B171595C294A}"/>
                  </a:ext>
                </a:extLst>
              </p:cNvPr>
              <p:cNvSpPr txBox="1"/>
              <p:nvPr/>
            </p:nvSpPr>
            <p:spPr>
              <a:xfrm>
                <a:off x="2360123" y="1409304"/>
                <a:ext cx="747175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This formula allows us to calculate the probability of an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following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de-CH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GB" sz="24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2C091-8E3F-E7B2-9D90-B171595C2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123" y="1409304"/>
                <a:ext cx="7471750" cy="830997"/>
              </a:xfrm>
              <a:prstGeom prst="rect">
                <a:avLst/>
              </a:prstGeom>
              <a:blipFill>
                <a:blip r:embed="rId3"/>
                <a:stretch>
                  <a:fillRect l="-245" t="-5839" r="-1387" b="-145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6304C9-84E2-A745-FB05-B1A9D30B1BCF}"/>
                  </a:ext>
                </a:extLst>
              </p:cNvPr>
              <p:cNvSpPr txBox="1"/>
              <p:nvPr/>
            </p:nvSpPr>
            <p:spPr>
              <a:xfrm>
                <a:off x="1614265" y="4237947"/>
                <a:ext cx="896346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Bahnschrift" panose="020B0502040204020203" pitchFamily="34" charset="0"/>
                  </a:rPr>
                  <a:t>is the probability of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given that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has occurred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given that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has occurred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occurring independently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event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occurring independently</a:t>
                </a:r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6304C9-84E2-A745-FB05-B1A9D30B1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265" y="4237947"/>
                <a:ext cx="8963465" cy="1569660"/>
              </a:xfrm>
              <a:prstGeom prst="rect">
                <a:avLst/>
              </a:prstGeom>
              <a:blipFill>
                <a:blip r:embed="rId4"/>
                <a:stretch>
                  <a:fillRect l="-952" t="-3488" r="-476" b="-7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200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B805-04F8-DBD8-BBAC-C7973395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0B30-C0FB-EBD0-2D1B-70F5237CB2C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82A733-ED74-8D90-EE54-3F0858A3F477}"/>
                  </a:ext>
                </a:extLst>
              </p:cNvPr>
              <p:cNvSpPr txBox="1"/>
              <p:nvPr/>
            </p:nvSpPr>
            <p:spPr>
              <a:xfrm>
                <a:off x="1815432" y="2645291"/>
                <a:ext cx="8561126" cy="104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  <m:e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</m:e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  <m:t>𝑠𝑡𝑢𝑑𝑒𝑛𝑡</m:t>
                              </m:r>
                            </m:e>
                          </m:d>
                          <m:r>
                            <a:rPr lang="de-CH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𝑠𝑡𝑢𝑑𝑒𝑛𝑡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82A733-ED74-8D90-EE54-3F0858A3F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432" y="2645291"/>
                <a:ext cx="8561126" cy="1043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C5833-39B2-8EB1-76AD-6C1AB481C0A5}"/>
                  </a:ext>
                </a:extLst>
              </p:cNvPr>
              <p:cNvSpPr txBox="1"/>
              <p:nvPr/>
            </p:nvSpPr>
            <p:spPr>
              <a:xfrm>
                <a:off x="2360123" y="1409304"/>
                <a:ext cx="747175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This formula allows us to calculate the probability that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𝑠𝑡𝑢𝑑𝑒𝑛𝑡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follows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𝑡h𝑒</m:t>
                    </m:r>
                  </m:oMath>
                </a14:m>
                <a:r>
                  <a:rPr lang="en-GB" sz="24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in a text:</a:t>
                </a:r>
                <a:endParaRPr lang="en-GB" sz="1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C5833-39B2-8EB1-76AD-6C1AB481C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123" y="1409304"/>
                <a:ext cx="7471750" cy="830997"/>
              </a:xfrm>
              <a:prstGeom prst="rect">
                <a:avLst/>
              </a:prstGeom>
              <a:blipFill>
                <a:blip r:embed="rId3"/>
                <a:stretch>
                  <a:fillRect t="-5839" b="-145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B3BA29-54E9-BB11-5DB9-47730B75EDC7}"/>
                  </a:ext>
                </a:extLst>
              </p:cNvPr>
              <p:cNvSpPr txBox="1"/>
              <p:nvPr/>
            </p:nvSpPr>
            <p:spPr>
              <a:xfrm>
                <a:off x="1372112" y="4174101"/>
                <a:ext cx="944776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C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𝑠𝑡𝑢𝑑𝑒𝑛𝑡</m:t>
                        </m:r>
                      </m:e>
                      <m:e>
                        <m:r>
                          <a:rPr lang="de-CH" sz="2400" b="0" i="1" smtClean="0">
                            <a:latin typeface="Cambria Math" panose="02040503050406030204" pitchFamily="18" charset="0"/>
                          </a:rPr>
                          <m:t>𝑡h𝑒</m:t>
                        </m:r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Bahnschrift" panose="020B0502040204020203" pitchFamily="34" charset="0"/>
                  </a:rPr>
                  <a:t>is the probability that </a:t>
                </a:r>
                <a14:m>
                  <m:oMath xmlns:m="http://schemas.openxmlformats.org/officeDocument/2006/math"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𝑠𝑡𝑢𝑑𝑒𝑛𝑡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follows </a:t>
                </a:r>
                <a14:m>
                  <m:oMath xmlns:m="http://schemas.openxmlformats.org/officeDocument/2006/math"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𝑡h𝑒</m:t>
                    </m:r>
                  </m:oMath>
                </a14:m>
                <a:endParaRPr lang="de-CH" sz="2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𝑠𝑡𝑢𝑑𝑒𝑛𝑡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</a:t>
                </a:r>
                <a14:m>
                  <m:oMath xmlns:m="http://schemas.openxmlformats.org/officeDocument/2006/math"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𝑡h𝑒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appearing before </a:t>
                </a:r>
                <a14:m>
                  <m:oMath xmlns:m="http://schemas.openxmlformats.org/officeDocument/2006/math"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𝑠𝑡𝑢𝑑𝑒𝑛𝑡</m:t>
                    </m:r>
                  </m:oMath>
                </a14:m>
                <a:endParaRPr lang="en-GB" sz="2400" dirty="0">
                  <a:latin typeface="Bahnschrift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𝑠𝑡𝑢𝑑𝑒𝑛𝑡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𝑠𝑡𝑢𝑑𝑒𝑛𝑡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appearing in the text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b="0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is the probability of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𝑡h𝑒</m:t>
                    </m:r>
                  </m:oMath>
                </a14:m>
                <a:r>
                  <a:rPr lang="en-GB" sz="2400" dirty="0">
                    <a:latin typeface="Bahnschrift" panose="020B0502040204020203" pitchFamily="34" charset="0"/>
                  </a:rPr>
                  <a:t> appearing in the text</a:t>
                </a:r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B3BA29-54E9-BB11-5DB9-47730B75E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12" y="4174101"/>
                <a:ext cx="9447765" cy="1569660"/>
              </a:xfrm>
              <a:prstGeom prst="rect">
                <a:avLst/>
              </a:prstGeom>
              <a:blipFill>
                <a:blip r:embed="rId4"/>
                <a:stretch>
                  <a:fillRect l="-839" t="-3502" r="-258" b="-77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592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BADA-9B12-0B58-5BD2-9A7791A8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A228-5DB7-C1EA-A4FE-B52D9002AE9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67F492-52EE-3A98-F4A1-0520BFD0BF66}"/>
                  </a:ext>
                </a:extLst>
              </p:cNvPr>
              <p:cNvSpPr txBox="1"/>
              <p:nvPr/>
            </p:nvSpPr>
            <p:spPr>
              <a:xfrm>
                <a:off x="1815435" y="2650402"/>
                <a:ext cx="8561126" cy="104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  <m:e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3200" b="0" i="1" smtClean="0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</m:e>
                            <m:e>
                              <m:r>
                                <a:rPr lang="de-CH" sz="3200" b="0" i="1" smtClean="0">
                                  <a:solidFill>
                                    <a:srgbClr val="FF7C80"/>
                                  </a:solidFill>
                                  <a:latin typeface="Cambria Math" panose="02040503050406030204" pitchFamily="18" charset="0"/>
                                </a:rPr>
                                <m:t>𝑠𝑡𝑢𝑑𝑒𝑛𝑡</m:t>
                              </m:r>
                            </m:e>
                          </m:d>
                          <m:r>
                            <a:rPr lang="de-CH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𝑠𝑡𝑢𝑑𝑒𝑛𝑡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67F492-52EE-3A98-F4A1-0520BFD0B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435" y="2650402"/>
                <a:ext cx="8561126" cy="10430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C71E93-7D96-63D6-32F3-475D2CE5FE38}"/>
              </a:ext>
            </a:extLst>
          </p:cNvPr>
          <p:cNvSpPr txBox="1"/>
          <p:nvPr/>
        </p:nvSpPr>
        <p:spPr>
          <a:xfrm>
            <a:off x="973812" y="1548222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FF505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 book and </a:t>
            </a:r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0A3F8D-373E-C8F1-6232-392CBF979B92}"/>
                  </a:ext>
                </a:extLst>
              </p:cNvPr>
              <p:cNvSpPr txBox="1"/>
              <p:nvPr/>
            </p:nvSpPr>
            <p:spPr>
              <a:xfrm>
                <a:off x="2241743" y="5454466"/>
                <a:ext cx="7708509" cy="43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0.1</m:t>
                      </m:r>
                      <m:bar>
                        <m:barPr>
                          <m:pos m:val="top"/>
                          <m:ctrlP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ba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de-CH" sz="2000" b="0" i="0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12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words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text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de-CH" sz="2000" b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de-CH" sz="2000" b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0A3F8D-373E-C8F1-6232-392CBF979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743" y="5454466"/>
                <a:ext cx="7708509" cy="436402"/>
              </a:xfrm>
              <a:prstGeom prst="rect">
                <a:avLst/>
              </a:prstGeom>
              <a:blipFill>
                <a:blip r:embed="rId4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B0749-7140-972D-DC2C-F0807F715EEB}"/>
                  </a:ext>
                </a:extLst>
              </p:cNvPr>
              <p:cNvSpPr txBox="1"/>
              <p:nvPr/>
            </p:nvSpPr>
            <p:spPr>
              <a:xfrm>
                <a:off x="1653516" y="4845289"/>
                <a:ext cx="8884964" cy="43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=0.08</m:t>
                      </m:r>
                      <m:bar>
                        <m:barPr>
                          <m:pos m:val="top"/>
                          <m:ctrlP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bar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000" b="0" i="0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12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words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text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de-CH" sz="2000" dirty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")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CB0749-7140-972D-DC2C-F0807F715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16" y="4845289"/>
                <a:ext cx="8884964" cy="436402"/>
              </a:xfrm>
              <a:prstGeom prst="rect">
                <a:avLst/>
              </a:prstGeom>
              <a:blipFill>
                <a:blip r:embed="rId5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E47CD-4513-B9CA-FB2C-1C75D42ACB1A}"/>
                  </a:ext>
                </a:extLst>
              </p:cNvPr>
              <p:cNvSpPr txBox="1"/>
              <p:nvPr/>
            </p:nvSpPr>
            <p:spPr>
              <a:xfrm>
                <a:off x="1653516" y="4272404"/>
                <a:ext cx="88849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000" b="0" i="0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comes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before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")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E47CD-4513-B9CA-FB2C-1C75D42AC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16" y="4272404"/>
                <a:ext cx="8884964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787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D65-CD92-0D4C-0AAA-EF6D0A86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B089-0B3E-EA6F-8EBD-6594812A5C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8A1A73-ED44-547F-A91B-13F6FB7B841A}"/>
                  </a:ext>
                </a:extLst>
              </p:cNvPr>
              <p:cNvSpPr txBox="1"/>
              <p:nvPr/>
            </p:nvSpPr>
            <p:spPr>
              <a:xfrm>
                <a:off x="2737592" y="2609770"/>
                <a:ext cx="6716811" cy="1120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  <m:e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de-CH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0.08</m:t>
                          </m:r>
                          <m:bar>
                            <m:barPr>
                              <m:pos m:val="top"/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bar>
                        </m:num>
                        <m:den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bar>
                            <m:barPr>
                              <m:pos m:val="top"/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bar>
                        </m:den>
                      </m:f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8A1A73-ED44-547F-A91B-13F6FB7B8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592" y="2609770"/>
                <a:ext cx="6716811" cy="1120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D431BF-6751-1CD4-7575-A549A73122ED}"/>
              </a:ext>
            </a:extLst>
          </p:cNvPr>
          <p:cNvSpPr txBox="1"/>
          <p:nvPr/>
        </p:nvSpPr>
        <p:spPr>
          <a:xfrm>
            <a:off x="973812" y="1548222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FF505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 book and </a:t>
            </a:r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3A3055-A291-8F9A-799A-A630ABDBBC16}"/>
                  </a:ext>
                </a:extLst>
              </p:cNvPr>
              <p:cNvSpPr txBox="1"/>
              <p:nvPr/>
            </p:nvSpPr>
            <p:spPr>
              <a:xfrm>
                <a:off x="2241743" y="5454466"/>
                <a:ext cx="7708509" cy="43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0.1</m:t>
                      </m:r>
                      <m:bar>
                        <m:barPr>
                          <m:pos m:val="top"/>
                          <m:ctrlP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ba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de-CH" sz="2000" b="0" i="0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12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words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text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de-CH" sz="2000" b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de-CH" sz="2000" b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3A3055-A291-8F9A-799A-A630ABDBB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743" y="5454466"/>
                <a:ext cx="7708509" cy="436402"/>
              </a:xfrm>
              <a:prstGeom prst="rect">
                <a:avLst/>
              </a:prstGeom>
              <a:blipFill>
                <a:blip r:embed="rId3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3B5021-D955-6D0A-E255-7716689D5A01}"/>
                  </a:ext>
                </a:extLst>
              </p:cNvPr>
              <p:cNvSpPr txBox="1"/>
              <p:nvPr/>
            </p:nvSpPr>
            <p:spPr>
              <a:xfrm>
                <a:off x="1653516" y="4845289"/>
                <a:ext cx="8884964" cy="43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=0.08</m:t>
                      </m:r>
                      <m:bar>
                        <m:barPr>
                          <m:pos m:val="top"/>
                          <m:ctrlP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bar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000" b="0" i="0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12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words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text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de-CH" sz="2000" dirty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")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3B5021-D955-6D0A-E255-7716689D5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16" y="4845289"/>
                <a:ext cx="8884964" cy="436402"/>
              </a:xfrm>
              <a:prstGeom prst="rect">
                <a:avLst/>
              </a:prstGeom>
              <a:blipFill>
                <a:blip r:embed="rId4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A968E-493A-B6ED-D233-878B8E87AA0D}"/>
                  </a:ext>
                </a:extLst>
              </p:cNvPr>
              <p:cNvSpPr txBox="1"/>
              <p:nvPr/>
            </p:nvSpPr>
            <p:spPr>
              <a:xfrm>
                <a:off x="1653516" y="4272404"/>
                <a:ext cx="88849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e-CH" sz="2000" b="0" i="1" dirty="0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de-CH" sz="2000" b="0" i="1" dirty="0" smtClean="0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000" b="0" i="0" dirty="0" smtClean="0">
                          <a:solidFill>
                            <a:srgbClr val="FF7C8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out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comes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before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sty m:val="p"/>
                        </m:rPr>
                        <a:rPr lang="de-CH" sz="2000" b="0" i="0" dirty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a:rPr lang="de-CH" sz="2000" b="0" i="0" dirty="0" smtClean="0">
                          <a:latin typeface="Cambria Math" panose="02040503050406030204" pitchFamily="18" charset="0"/>
                        </a:rPr>
                        <m:t>")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9A968E-493A-B6ED-D233-878B8E87A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516" y="4272404"/>
                <a:ext cx="8884964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739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DFD2-F1E3-6744-BC3C-2A8687E7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95F4-0243-1C14-D377-53CB86C6E6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614EFE-19E9-3DC7-C4AF-BD9A8A993BB9}"/>
                  </a:ext>
                </a:extLst>
              </p:cNvPr>
              <p:cNvSpPr txBox="1"/>
              <p:nvPr/>
            </p:nvSpPr>
            <p:spPr>
              <a:xfrm>
                <a:off x="2737592" y="2609770"/>
                <a:ext cx="6716811" cy="1120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  <m:e>
                          <m:r>
                            <a:rPr lang="de-CH" sz="3200" b="0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</m:e>
                      </m:d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200" b="0" i="1" smtClean="0"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de-CH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0.08</m:t>
                          </m:r>
                          <m:bar>
                            <m:barPr>
                              <m:pos m:val="top"/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bar>
                        </m:num>
                        <m:den>
                          <m:r>
                            <a:rPr lang="de-CH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bar>
                            <m:barPr>
                              <m:pos m:val="top"/>
                              <m:ctrlP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CH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bar>
                        </m:den>
                      </m:f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614EFE-19E9-3DC7-C4AF-BD9A8A993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592" y="2609770"/>
                <a:ext cx="6716811" cy="1120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08C208-3AAE-4FC2-FBBE-A20B7CB97EF2}"/>
              </a:ext>
            </a:extLst>
          </p:cNvPr>
          <p:cNvSpPr txBox="1"/>
          <p:nvPr/>
        </p:nvSpPr>
        <p:spPr>
          <a:xfrm>
            <a:off x="973812" y="1548222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solidFill>
                  <a:srgbClr val="FF5050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reads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a book and </a:t>
            </a:r>
            <a:r>
              <a:rPr lang="en-GB" sz="2800" dirty="0">
                <a:solidFill>
                  <a:srgbClr val="FFCC99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prstClr val="black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55D97-FB2B-EEBE-A176-00AC6A92277C}"/>
                  </a:ext>
                </a:extLst>
              </p:cNvPr>
              <p:cNvSpPr txBox="1"/>
              <p:nvPr/>
            </p:nvSpPr>
            <p:spPr>
              <a:xfrm>
                <a:off x="973812" y="4263339"/>
                <a:ext cx="99163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There is a 50% probability that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𝑠𝑡𝑢𝑑𝑒𝑛𝑡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follows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𝑡h𝑒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55D97-FB2B-EEBE-A176-00AC6A922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12" y="4263339"/>
                <a:ext cx="9916378" cy="523220"/>
              </a:xfrm>
              <a:prstGeom prst="rect">
                <a:avLst/>
              </a:prstGeom>
              <a:blipFill>
                <a:blip r:embed="rId3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BA1D-E8CA-6440-30A0-0AACE706EE3F}"/>
                  </a:ext>
                </a:extLst>
              </p:cNvPr>
              <p:cNvSpPr txBox="1"/>
              <p:nvPr/>
            </p:nvSpPr>
            <p:spPr>
              <a:xfrm>
                <a:off x="1137808" y="5048168"/>
                <a:ext cx="99163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rgbClr val="FF7C8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𝑠𝑡𝑢𝑑𝑒𝑛𝑡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srgbClr val="FFCC9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is called a transition probability.</a:t>
                </a:r>
                <a:endParaRPr lang="en-GB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8BBA1D-E8CA-6440-30A0-0AACE706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08" y="5048168"/>
                <a:ext cx="9916378" cy="523220"/>
              </a:xfrm>
              <a:prstGeom prst="rect">
                <a:avLst/>
              </a:prstGeom>
              <a:blipFill>
                <a:blip r:embed="rId4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115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E9A1-349B-EA73-9F81-B1906DA8A6F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82D212-8A8C-DB4A-6579-7179B8DF6E2B}"/>
                  </a:ext>
                </a:extLst>
              </p:cNvPr>
              <p:cNvSpPr txBox="1"/>
              <p:nvPr/>
            </p:nvSpPr>
            <p:spPr>
              <a:xfrm>
                <a:off x="1137807" y="2250749"/>
                <a:ext cx="99163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𝑠𝑡𝑢𝑑𝑒𝑛𝑡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is called a transition probability.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82D212-8A8C-DB4A-6579-7179B8DF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07" y="2250749"/>
                <a:ext cx="9916378" cy="523220"/>
              </a:xfrm>
              <a:prstGeom prst="rect">
                <a:avLst/>
              </a:prstGeom>
              <a:blipFill>
                <a:blip r:embed="rId2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06FE30-E56B-47B0-6C78-B4B9EB4F8DE6}"/>
                  </a:ext>
                </a:extLst>
              </p:cNvPr>
              <p:cNvSpPr txBox="1"/>
              <p:nvPr/>
            </p:nvSpPr>
            <p:spPr>
              <a:xfrm>
                <a:off x="838200" y="3334030"/>
                <a:ext cx="1051560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With this formula, we can</a:t>
                </a:r>
                <a:r>
                  <a:rPr lang="de-CH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determine the transition probabilities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𝑛𝑒𝑥𝑡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for every existing bigram</a:t>
                </a:r>
                <a:b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</a:br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- a pair of consecutive words - and store them in a table.</a:t>
                </a:r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06FE30-E56B-47B0-6C78-B4B9EB4F8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34030"/>
                <a:ext cx="10515600" cy="1384995"/>
              </a:xfrm>
              <a:prstGeom prst="rect">
                <a:avLst/>
              </a:prstGeom>
              <a:blipFill>
                <a:blip r:embed="rId3"/>
                <a:stretch>
                  <a:fillRect t="-5286" r="-696" b="-110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747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1E5B-C535-64C5-2B22-5513C118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0EA8-250E-5940-EF54-DCCF39404BA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5E8C93-E741-9EAD-7366-9A74EC859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75531"/>
              </p:ext>
            </p:extLst>
          </p:nvPr>
        </p:nvGraphicFramePr>
        <p:xfrm>
          <a:off x="675574" y="2211048"/>
          <a:ext cx="10840852" cy="434496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85532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161618883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1207548194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239945819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3811835754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1616949759"/>
                    </a:ext>
                  </a:extLst>
                </a:gridCol>
                <a:gridCol w="985532">
                  <a:extLst>
                    <a:ext uri="{9D8B030D-6E8A-4147-A177-3AD203B41FA5}">
                      <a16:colId xmlns:a16="http://schemas.microsoft.com/office/drawing/2014/main" val="2237620420"/>
                    </a:ext>
                  </a:extLst>
                </a:gridCol>
              </a:tblGrid>
              <a:tr h="323049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reads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teacher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writes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587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the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775672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student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53964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reads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183493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584686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book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843626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and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160779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teacher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writes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algn="ctr"/>
                      <a:r>
                        <a:rPr lang="en-GB" sz="1600" b="1" kern="1200" dirty="0">
                          <a:solidFill>
                            <a:schemeClr val="lt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down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805299"/>
                  </a:ext>
                </a:extLst>
              </a:tr>
              <a:tr h="4009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b="1" kern="1200" dirty="0">
                          <a:solidFill>
                            <a:schemeClr val="lt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task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600" kern="1200" dirty="0">
                          <a:solidFill>
                            <a:schemeClr val="dk1"/>
                          </a:solidFill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470560-CCB0-B6AA-22F3-BEC306942F91}"/>
              </a:ext>
            </a:extLst>
          </p:cNvPr>
          <p:cNvSpPr txBox="1"/>
          <p:nvPr/>
        </p:nvSpPr>
        <p:spPr>
          <a:xfrm>
            <a:off x="973814" y="1284223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the student reads a book and the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F3E7CF-3BC7-C79E-214C-EFC5998A0305}"/>
                  </a:ext>
                </a:extLst>
              </p:cNvPr>
              <p:cNvSpPr txBox="1"/>
              <p:nvPr/>
            </p:nvSpPr>
            <p:spPr>
              <a:xfrm>
                <a:off x="4779892" y="1810938"/>
                <a:ext cx="26322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𝑐𝑢𝑟𝑟𝑒𝑛𝑡</m:t>
                      </m:r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𝑤𝑜𝑟𝑑</m:t>
                      </m:r>
                    </m:oMath>
                  </m:oMathPara>
                </a14:m>
                <a:endParaRPr lang="en-GB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F3E7CF-3BC7-C79E-214C-EFC5998A0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892" y="1810938"/>
                <a:ext cx="263221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33650F-F6D4-BB00-992F-3B3EF9F1A82E}"/>
                  </a:ext>
                </a:extLst>
              </p:cNvPr>
              <p:cNvSpPr txBox="1"/>
              <p:nvPr/>
            </p:nvSpPr>
            <p:spPr>
              <a:xfrm rot="16200000">
                <a:off x="-840589" y="4183473"/>
                <a:ext cx="26322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𝑓𝑜𝑙𝑙𝑜𝑤𝑖𝑛𝑔</m:t>
                      </m:r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de-CH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𝑤𝑜𝑟𝑑</m:t>
                      </m:r>
                    </m:oMath>
                  </m:oMathPara>
                </a14:m>
                <a:endParaRPr lang="en-GB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33650F-F6D4-BB00-992F-3B3EF9F1A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840589" y="4183473"/>
                <a:ext cx="2632215" cy="400110"/>
              </a:xfrm>
              <a:prstGeom prst="rect">
                <a:avLst/>
              </a:prstGeom>
              <a:blipFill>
                <a:blip r:embed="rId3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77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A4B6-9EF6-1535-F9AE-E36268E04B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ED4B58-730A-78B2-DB32-C7B07FA9F559}"/>
                  </a:ext>
                </a:extLst>
              </p:cNvPr>
              <p:cNvSpPr txBox="1"/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These transition probabilites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𝑛𝑒𝑥𝑡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can be better visualised in what are known as Markov chains.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ED4B58-730A-78B2-DB32-C7B07FA9F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blipFill>
                <a:blip r:embed="rId2"/>
                <a:stretch>
                  <a:fillRect l="-522" t="-7643" r="-1449" b="-15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BDA279C-90E6-7FC0-717E-6BB30907A027}"/>
              </a:ext>
            </a:extLst>
          </p:cNvPr>
          <p:cNvSpPr txBox="1"/>
          <p:nvPr/>
        </p:nvSpPr>
        <p:spPr>
          <a:xfrm>
            <a:off x="973814" y="1284223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the student reads a book and the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6DB7EC-E84A-E2AA-2FC6-034CD1634B91}"/>
              </a:ext>
            </a:extLst>
          </p:cNvPr>
          <p:cNvSpPr/>
          <p:nvPr/>
        </p:nvSpPr>
        <p:spPr>
          <a:xfrm>
            <a:off x="5562714" y="4440680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5C090A5-D6C1-FEEB-5B88-D49144DCAA7C}"/>
              </a:ext>
            </a:extLst>
          </p:cNvPr>
          <p:cNvSpPr/>
          <p:nvPr/>
        </p:nvSpPr>
        <p:spPr>
          <a:xfrm>
            <a:off x="3489458" y="4436906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771D24-530E-0DB5-D635-ECF90861A5A1}"/>
              </a:ext>
            </a:extLst>
          </p:cNvPr>
          <p:cNvSpPr/>
          <p:nvPr/>
        </p:nvSpPr>
        <p:spPr>
          <a:xfrm>
            <a:off x="5552642" y="3223591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E289336-13FD-4525-5E03-2FBBE4014DD1}"/>
              </a:ext>
            </a:extLst>
          </p:cNvPr>
          <p:cNvSpPr/>
          <p:nvPr/>
        </p:nvSpPr>
        <p:spPr>
          <a:xfrm>
            <a:off x="3466983" y="198803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5225016-5B5B-52EA-CA62-D1D4BD6D7230}"/>
              </a:ext>
            </a:extLst>
          </p:cNvPr>
          <p:cNvSpPr/>
          <p:nvPr/>
        </p:nvSpPr>
        <p:spPr>
          <a:xfrm>
            <a:off x="7706213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EA8AD13-BBE9-15C2-0ECF-BB36B33ABB1F}"/>
              </a:ext>
            </a:extLst>
          </p:cNvPr>
          <p:cNvSpPr/>
          <p:nvPr/>
        </p:nvSpPr>
        <p:spPr>
          <a:xfrm>
            <a:off x="3475894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790FF30-A353-15D6-B633-369C78042DE4}"/>
              </a:ext>
            </a:extLst>
          </p:cNvPr>
          <p:cNvSpPr/>
          <p:nvPr/>
        </p:nvSpPr>
        <p:spPr>
          <a:xfrm>
            <a:off x="1459872" y="3218253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979B2C2-87C3-DAE3-62CF-AC5F063FE310}"/>
              </a:ext>
            </a:extLst>
          </p:cNvPr>
          <p:cNvSpPr/>
          <p:nvPr/>
        </p:nvSpPr>
        <p:spPr>
          <a:xfrm>
            <a:off x="7706213" y="198194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85AAC5A-46A4-D82A-C52B-E04F5C323149}"/>
              </a:ext>
            </a:extLst>
          </p:cNvPr>
          <p:cNvSpPr/>
          <p:nvPr/>
        </p:nvSpPr>
        <p:spPr>
          <a:xfrm>
            <a:off x="9832796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5AE0CDC-6707-1305-DA76-D800544A2148}"/>
              </a:ext>
            </a:extLst>
          </p:cNvPr>
          <p:cNvSpPr/>
          <p:nvPr/>
        </p:nvSpPr>
        <p:spPr>
          <a:xfrm>
            <a:off x="7706213" y="4440681"/>
            <a:ext cx="703907" cy="703544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B2B10-0169-F79A-01AC-DA41BF0D63E3}"/>
              </a:ext>
            </a:extLst>
          </p:cNvPr>
          <p:cNvSpPr txBox="1"/>
          <p:nvPr/>
        </p:nvSpPr>
        <p:spPr>
          <a:xfrm>
            <a:off x="1464059" y="3400100"/>
            <a:ext cx="703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C3D59-C373-6977-9091-C39CDEF6066F}"/>
              </a:ext>
            </a:extLst>
          </p:cNvPr>
          <p:cNvSpPr txBox="1"/>
          <p:nvPr/>
        </p:nvSpPr>
        <p:spPr>
          <a:xfrm>
            <a:off x="3420580" y="2168655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student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AD33A7-5131-7DD3-C49C-0E921B8B02BD}"/>
              </a:ext>
            </a:extLst>
          </p:cNvPr>
          <p:cNvSpPr txBox="1"/>
          <p:nvPr/>
        </p:nvSpPr>
        <p:spPr>
          <a:xfrm>
            <a:off x="7636246" y="216731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reads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C0B2D-BD3D-8686-90CD-2A67EE287E4F}"/>
              </a:ext>
            </a:extLst>
          </p:cNvPr>
          <p:cNvSpPr txBox="1"/>
          <p:nvPr/>
        </p:nvSpPr>
        <p:spPr>
          <a:xfrm>
            <a:off x="7781282" y="3415216"/>
            <a:ext cx="55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E2B45E-C318-89E6-007B-073738D0C03C}"/>
              </a:ext>
            </a:extLst>
          </p:cNvPr>
          <p:cNvSpPr txBox="1"/>
          <p:nvPr/>
        </p:nvSpPr>
        <p:spPr>
          <a:xfrm>
            <a:off x="5503471" y="340519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book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4B2B8D-648F-2072-1C4A-14407EE0ED35}"/>
              </a:ext>
            </a:extLst>
          </p:cNvPr>
          <p:cNvSpPr txBox="1"/>
          <p:nvPr/>
        </p:nvSpPr>
        <p:spPr>
          <a:xfrm>
            <a:off x="9782961" y="3401818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task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D0FDC9-5A53-5A9A-BC41-0C8173B31C7A}"/>
              </a:ext>
            </a:extLst>
          </p:cNvPr>
          <p:cNvSpPr txBox="1"/>
          <p:nvPr/>
        </p:nvSpPr>
        <p:spPr>
          <a:xfrm>
            <a:off x="3416383" y="3397433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and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9EC0D4-579C-828D-158D-A2178130AC4D}"/>
              </a:ext>
            </a:extLst>
          </p:cNvPr>
          <p:cNvSpPr txBox="1"/>
          <p:nvPr/>
        </p:nvSpPr>
        <p:spPr>
          <a:xfrm>
            <a:off x="5531917" y="4625969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writes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07CE3C-A76A-0492-C3C5-D2EA5ACFFA15}"/>
              </a:ext>
            </a:extLst>
          </p:cNvPr>
          <p:cNvSpPr txBox="1"/>
          <p:nvPr/>
        </p:nvSpPr>
        <p:spPr>
          <a:xfrm>
            <a:off x="3422701" y="462597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teacher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D8A9B-35EE-0E46-541A-7616864AC57B}"/>
              </a:ext>
            </a:extLst>
          </p:cNvPr>
          <p:cNvSpPr txBox="1"/>
          <p:nvPr/>
        </p:nvSpPr>
        <p:spPr>
          <a:xfrm>
            <a:off x="7646238" y="461199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down</a:t>
            </a:r>
            <a:endParaRPr lang="en-GB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1A8C21-B2D5-EDFD-AE7E-8A176AF0A0EA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170890" y="2333896"/>
            <a:ext cx="3535323" cy="6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5AD028-7FBC-F2BD-8343-0D3026A7AD38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>
            <a:off x="6256549" y="3569106"/>
            <a:ext cx="1449664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5F4BE9-2278-721E-80B6-F5DFD748291B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8410120" y="3569106"/>
            <a:ext cx="14226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3196C6D-34D3-228C-7F5B-1450EEB22274}"/>
              </a:ext>
            </a:extLst>
          </p:cNvPr>
          <p:cNvCxnSpPr>
            <a:cxnSpLocks/>
            <a:stCxn id="7" idx="2"/>
            <a:endCxn id="10" idx="6"/>
          </p:cNvCxnSpPr>
          <p:nvPr/>
        </p:nvCxnSpPr>
        <p:spPr>
          <a:xfrm flipH="1" flipV="1">
            <a:off x="4179801" y="3569106"/>
            <a:ext cx="1372841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5873CC-614B-47E7-D9B5-97E2DC5CACAF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>
            <a:off x="2163779" y="3569106"/>
            <a:ext cx="1312115" cy="1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E3229F-850D-EFF8-76A6-C8DBFB5583C5}"/>
              </a:ext>
            </a:extLst>
          </p:cNvPr>
          <p:cNvCxnSpPr>
            <a:cxnSpLocks/>
            <a:stCxn id="11" idx="5"/>
            <a:endCxn id="6" idx="2"/>
          </p:cNvCxnSpPr>
          <p:nvPr/>
        </p:nvCxnSpPr>
        <p:spPr>
          <a:xfrm>
            <a:off x="2060694" y="3819075"/>
            <a:ext cx="1428764" cy="969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81C0745-5662-56A2-0A6C-B8086899EAB1}"/>
              </a:ext>
            </a:extLst>
          </p:cNvPr>
          <p:cNvCxnSpPr>
            <a:cxnSpLocks/>
            <a:stCxn id="11" idx="7"/>
            <a:endCxn id="8" idx="2"/>
          </p:cNvCxnSpPr>
          <p:nvPr/>
        </p:nvCxnSpPr>
        <p:spPr>
          <a:xfrm flipV="1">
            <a:off x="2060694" y="2339986"/>
            <a:ext cx="1406289" cy="981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75FE29F-FCDC-1EEF-F719-7B41EDED6D22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8058167" y="2685849"/>
            <a:ext cx="0" cy="531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13D47B-A151-02E7-6779-2810B0E1C086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193365" y="4788860"/>
            <a:ext cx="1369349" cy="3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0C32CB-72D2-58A9-9FF9-70D1A2BA21A2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 flipV="1">
            <a:off x="6266621" y="4792453"/>
            <a:ext cx="1439592" cy="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08F18CC-7B4B-6F56-6037-5B3C8936931B}"/>
              </a:ext>
            </a:extLst>
          </p:cNvPr>
          <p:cNvCxnSpPr>
            <a:cxnSpLocks/>
            <a:stCxn id="14" idx="0"/>
            <a:endCxn id="9" idx="4"/>
          </p:cNvCxnSpPr>
          <p:nvPr/>
        </p:nvCxnSpPr>
        <p:spPr>
          <a:xfrm flipV="1">
            <a:off x="8058167" y="3921059"/>
            <a:ext cx="0" cy="519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4E40E22C-E341-3D4B-C1D3-019B7C9BBC16}"/>
                  </a:ext>
                </a:extLst>
              </p:cNvPr>
              <p:cNvSpPr txBox="1"/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4E40E22C-E341-3D4B-C1D3-019B7C9BB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B9776C-7B54-372F-CAC1-92C979A90D98}"/>
                  </a:ext>
                </a:extLst>
              </p:cNvPr>
              <p:cNvSpPr txBox="1"/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1B9776C-7B54-372F-CAC1-92C979A90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48DC3EF-49E7-1242-47AE-F9457E35499F}"/>
                  </a:ext>
                </a:extLst>
              </p:cNvPr>
              <p:cNvSpPr txBox="1"/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48DC3EF-49E7-1242-47AE-F9457E354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F52203F-BF0C-DA60-7AF7-770CB7415616}"/>
                  </a:ext>
                </a:extLst>
              </p:cNvPr>
              <p:cNvSpPr txBox="1"/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F52203F-BF0C-DA60-7AF7-770CB7415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8572232-3CA8-B851-D4B4-3FA3F3B51372}"/>
                  </a:ext>
                </a:extLst>
              </p:cNvPr>
              <p:cNvSpPr txBox="1"/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8572232-3CA8-B851-D4B4-3FA3F3B51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7BDCA665-5928-D1FB-46B4-DB7FED9209EB}"/>
                  </a:ext>
                </a:extLst>
              </p:cNvPr>
              <p:cNvSpPr txBox="1"/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7BDCA665-5928-D1FB-46B4-DB7FED920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7F9E0E27-524B-F9FA-6A63-DF5533530F5D}"/>
                  </a:ext>
                </a:extLst>
              </p:cNvPr>
              <p:cNvSpPr txBox="1"/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7F9E0E27-524B-F9FA-6A63-DF553353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CEEEE8A2-7BB5-AB46-499D-915C9ADB3ECD}"/>
                  </a:ext>
                </a:extLst>
              </p:cNvPr>
              <p:cNvSpPr txBox="1"/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CEEEE8A2-7BB5-AB46-499D-915C9ADB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8E3A7068-59FE-95B0-471D-217B894C7194}"/>
                  </a:ext>
                </a:extLst>
              </p:cNvPr>
              <p:cNvSpPr txBox="1"/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8E3A7068-59FE-95B0-471D-217B894C7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6A8462FC-8407-093A-C360-3E53C3F32A03}"/>
                  </a:ext>
                </a:extLst>
              </p:cNvPr>
              <p:cNvSpPr txBox="1"/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6A8462FC-8407-093A-C360-3E53C3F32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B2BD2390-FBB0-F2FE-652E-AE3A09225492}"/>
                  </a:ext>
                </a:extLst>
              </p:cNvPr>
              <p:cNvSpPr txBox="1"/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B2BD2390-FBB0-F2FE-652E-AE3A0922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784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7A20-8A8C-ED33-682D-C5FFA84F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AED8-5F81-B629-6A52-034670B0E79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719067-FF36-A3CE-8303-0C8FF3E04C17}"/>
                  </a:ext>
                </a:extLst>
              </p:cNvPr>
              <p:cNvSpPr txBox="1"/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These transition probabilites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𝑛𝑒𝑥𝑡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can be better visualised in what are known as Markov chains.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719067-FF36-A3CE-8303-0C8FF3E04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blipFill>
                <a:blip r:embed="rId2"/>
                <a:stretch>
                  <a:fillRect l="-522" t="-7643" r="-1449" b="-15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A42B3C7-186A-D9FF-C8B1-0442BDDE8970}"/>
              </a:ext>
            </a:extLst>
          </p:cNvPr>
          <p:cNvSpPr txBox="1"/>
          <p:nvPr/>
        </p:nvSpPr>
        <p:spPr>
          <a:xfrm>
            <a:off x="973814" y="1284223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 student reads a book </a:t>
            </a:r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and the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F3BB632-5E3B-E51A-8428-92301A0FB7FB}"/>
              </a:ext>
            </a:extLst>
          </p:cNvPr>
          <p:cNvSpPr/>
          <p:nvPr/>
        </p:nvSpPr>
        <p:spPr>
          <a:xfrm>
            <a:off x="5562714" y="4440680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4239AB7-E830-BE38-FAD1-BD7694D2341D}"/>
              </a:ext>
            </a:extLst>
          </p:cNvPr>
          <p:cNvSpPr/>
          <p:nvPr/>
        </p:nvSpPr>
        <p:spPr>
          <a:xfrm>
            <a:off x="3489458" y="4436906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DA4A5FD1-5126-223C-7BE2-D3E2313EBDD5}"/>
              </a:ext>
            </a:extLst>
          </p:cNvPr>
          <p:cNvSpPr/>
          <p:nvPr/>
        </p:nvSpPr>
        <p:spPr>
          <a:xfrm>
            <a:off x="5552642" y="3223591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238FE94-7DFA-EA37-9AB1-2F2FB2C8FAE0}"/>
              </a:ext>
            </a:extLst>
          </p:cNvPr>
          <p:cNvSpPr/>
          <p:nvPr/>
        </p:nvSpPr>
        <p:spPr>
          <a:xfrm>
            <a:off x="3466983" y="1988032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83B1E83-C70A-761C-AAB8-47613B04BFE8}"/>
              </a:ext>
            </a:extLst>
          </p:cNvPr>
          <p:cNvSpPr/>
          <p:nvPr/>
        </p:nvSpPr>
        <p:spPr>
          <a:xfrm>
            <a:off x="7706213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E309889-47AE-48ED-0422-60D17E913E68}"/>
              </a:ext>
            </a:extLst>
          </p:cNvPr>
          <p:cNvSpPr/>
          <p:nvPr/>
        </p:nvSpPr>
        <p:spPr>
          <a:xfrm>
            <a:off x="3475894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C29464B-3FDD-E892-42A7-AC0EC2C1E97F}"/>
              </a:ext>
            </a:extLst>
          </p:cNvPr>
          <p:cNvSpPr/>
          <p:nvPr/>
        </p:nvSpPr>
        <p:spPr>
          <a:xfrm>
            <a:off x="1459872" y="3218253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14BDCF1-A6FA-D2C8-8203-0D738A064ED4}"/>
              </a:ext>
            </a:extLst>
          </p:cNvPr>
          <p:cNvSpPr/>
          <p:nvPr/>
        </p:nvSpPr>
        <p:spPr>
          <a:xfrm>
            <a:off x="7706213" y="1981942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342D0A8-4FF1-FA9E-381D-B492583566F1}"/>
              </a:ext>
            </a:extLst>
          </p:cNvPr>
          <p:cNvSpPr/>
          <p:nvPr/>
        </p:nvSpPr>
        <p:spPr>
          <a:xfrm>
            <a:off x="9832796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58EA6E7D-94AF-F581-D02F-9BF3AD5CF664}"/>
              </a:ext>
            </a:extLst>
          </p:cNvPr>
          <p:cNvSpPr/>
          <p:nvPr/>
        </p:nvSpPr>
        <p:spPr>
          <a:xfrm>
            <a:off x="7706213" y="4440681"/>
            <a:ext cx="703907" cy="703544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FC1D24-2691-3D12-8D1D-75276B6545D2}"/>
              </a:ext>
            </a:extLst>
          </p:cNvPr>
          <p:cNvSpPr txBox="1"/>
          <p:nvPr/>
        </p:nvSpPr>
        <p:spPr>
          <a:xfrm>
            <a:off x="1464059" y="3400100"/>
            <a:ext cx="703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EEB5E-3493-ADFD-49CD-B8899ACD98BA}"/>
              </a:ext>
            </a:extLst>
          </p:cNvPr>
          <p:cNvSpPr txBox="1"/>
          <p:nvPr/>
        </p:nvSpPr>
        <p:spPr>
          <a:xfrm>
            <a:off x="3420580" y="2168655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student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B53A22-9F71-4406-230B-3CD9BE330650}"/>
              </a:ext>
            </a:extLst>
          </p:cNvPr>
          <p:cNvSpPr txBox="1"/>
          <p:nvPr/>
        </p:nvSpPr>
        <p:spPr>
          <a:xfrm>
            <a:off x="7636246" y="216731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reads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F17C11-EACA-55FE-1FB8-CF1255201206}"/>
              </a:ext>
            </a:extLst>
          </p:cNvPr>
          <p:cNvSpPr txBox="1"/>
          <p:nvPr/>
        </p:nvSpPr>
        <p:spPr>
          <a:xfrm>
            <a:off x="7781282" y="3415216"/>
            <a:ext cx="55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B42108-2D6E-92F1-69EF-8BCC495CFF13}"/>
              </a:ext>
            </a:extLst>
          </p:cNvPr>
          <p:cNvSpPr txBox="1"/>
          <p:nvPr/>
        </p:nvSpPr>
        <p:spPr>
          <a:xfrm>
            <a:off x="5503471" y="340519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book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B8ADD4-4FCC-22E0-B658-232481C953A8}"/>
              </a:ext>
            </a:extLst>
          </p:cNvPr>
          <p:cNvSpPr txBox="1"/>
          <p:nvPr/>
        </p:nvSpPr>
        <p:spPr>
          <a:xfrm>
            <a:off x="9782961" y="3401818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task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E5053E-F783-3EF4-89BA-9167477AE635}"/>
              </a:ext>
            </a:extLst>
          </p:cNvPr>
          <p:cNvSpPr txBox="1"/>
          <p:nvPr/>
        </p:nvSpPr>
        <p:spPr>
          <a:xfrm>
            <a:off x="3416383" y="3397433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and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237DAF-ADA2-1535-D0FE-FF4F7D1C49A9}"/>
              </a:ext>
            </a:extLst>
          </p:cNvPr>
          <p:cNvSpPr txBox="1"/>
          <p:nvPr/>
        </p:nvSpPr>
        <p:spPr>
          <a:xfrm>
            <a:off x="5531917" y="4625969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writes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2D5BFF-6D87-5C6B-1260-C126D06FDD3C}"/>
              </a:ext>
            </a:extLst>
          </p:cNvPr>
          <p:cNvSpPr txBox="1"/>
          <p:nvPr/>
        </p:nvSpPr>
        <p:spPr>
          <a:xfrm>
            <a:off x="3422701" y="462597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teacher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7A53FD-BA6E-B3B3-5CFB-47381B40CB49}"/>
              </a:ext>
            </a:extLst>
          </p:cNvPr>
          <p:cNvSpPr txBox="1"/>
          <p:nvPr/>
        </p:nvSpPr>
        <p:spPr>
          <a:xfrm>
            <a:off x="7646238" y="461199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down</a:t>
            </a:r>
            <a:endParaRPr lang="en-GB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B78C84-0458-79B4-5121-7F4801AB8E99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170890" y="2333896"/>
            <a:ext cx="3535323" cy="609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ED6471-F349-E7D6-1667-381166EE926B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>
            <a:off x="6256549" y="3569106"/>
            <a:ext cx="1449664" cy="6439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B6071EE-DB7E-BC27-64DB-3FE008915703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8410120" y="3569106"/>
            <a:ext cx="14226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EDB47B-82BF-1A83-F1C0-34F303130639}"/>
              </a:ext>
            </a:extLst>
          </p:cNvPr>
          <p:cNvCxnSpPr>
            <a:cxnSpLocks/>
            <a:stCxn id="7" idx="2"/>
            <a:endCxn id="10" idx="6"/>
          </p:cNvCxnSpPr>
          <p:nvPr/>
        </p:nvCxnSpPr>
        <p:spPr>
          <a:xfrm flipH="1" flipV="1">
            <a:off x="4179801" y="3569106"/>
            <a:ext cx="1372841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2ABF6F-1A95-9403-F4B8-832FF218A689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>
            <a:off x="2163779" y="3569106"/>
            <a:ext cx="1312115" cy="1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D5AC967-272A-F888-C40D-9229B2120A1D}"/>
              </a:ext>
            </a:extLst>
          </p:cNvPr>
          <p:cNvCxnSpPr>
            <a:cxnSpLocks/>
            <a:stCxn id="11" idx="5"/>
            <a:endCxn id="6" idx="2"/>
          </p:cNvCxnSpPr>
          <p:nvPr/>
        </p:nvCxnSpPr>
        <p:spPr>
          <a:xfrm>
            <a:off x="2060694" y="3819075"/>
            <a:ext cx="1428764" cy="969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0D386E3-4D26-FBB0-B542-0EC208FB86CA}"/>
              </a:ext>
            </a:extLst>
          </p:cNvPr>
          <p:cNvCxnSpPr>
            <a:cxnSpLocks/>
            <a:stCxn id="11" idx="7"/>
            <a:endCxn id="8" idx="2"/>
          </p:cNvCxnSpPr>
          <p:nvPr/>
        </p:nvCxnSpPr>
        <p:spPr>
          <a:xfrm flipV="1">
            <a:off x="2060694" y="2339986"/>
            <a:ext cx="1406289" cy="981352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E4806FD-2DA5-9205-6658-FE4B2EBADEAA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8058167" y="2685849"/>
            <a:ext cx="0" cy="531303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E0DD1B3-521F-D95E-45BB-B4E8A8A279AD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193365" y="4788860"/>
            <a:ext cx="1369349" cy="3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A43D70-32BE-C81D-C280-106BBEFFB14F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 flipV="1">
            <a:off x="6266621" y="4792453"/>
            <a:ext cx="1439592" cy="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F47D851-3D13-E8E9-CF09-7CCF0A88F29F}"/>
              </a:ext>
            </a:extLst>
          </p:cNvPr>
          <p:cNvCxnSpPr>
            <a:cxnSpLocks/>
            <a:stCxn id="14" idx="0"/>
            <a:endCxn id="9" idx="4"/>
          </p:cNvCxnSpPr>
          <p:nvPr/>
        </p:nvCxnSpPr>
        <p:spPr>
          <a:xfrm flipV="1">
            <a:off x="8058167" y="3921059"/>
            <a:ext cx="0" cy="519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075B7A52-AE46-A337-2190-0D7FBD0F1AC7}"/>
                  </a:ext>
                </a:extLst>
              </p:cNvPr>
              <p:cNvSpPr txBox="1"/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075B7A52-AE46-A337-2190-0D7FBD0F1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7C1F4BA-E0FB-EDD1-80A3-791E16F6B323}"/>
                  </a:ext>
                </a:extLst>
              </p:cNvPr>
              <p:cNvSpPr txBox="1"/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7C1F4BA-E0FB-EDD1-80A3-791E16F6B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4974D3E6-A218-9A1B-C122-2E48BD782284}"/>
                  </a:ext>
                </a:extLst>
              </p:cNvPr>
              <p:cNvSpPr txBox="1"/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4974D3E6-A218-9A1B-C122-2E48BD782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305133B-9BB0-0DFE-A6BA-895F21B4DE58}"/>
                  </a:ext>
                </a:extLst>
              </p:cNvPr>
              <p:cNvSpPr txBox="1"/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305133B-9BB0-0DFE-A6BA-895F21B4D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86A4B1-6B6F-4D87-286E-B99133D56716}"/>
                  </a:ext>
                </a:extLst>
              </p:cNvPr>
              <p:cNvSpPr txBox="1"/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86A4B1-6B6F-4D87-286E-B99133D56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E39C76ED-3CC4-C712-18EE-6407298BE561}"/>
                  </a:ext>
                </a:extLst>
              </p:cNvPr>
              <p:cNvSpPr txBox="1"/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E39C76ED-3CC4-C712-18EE-6407298BE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94B72B-EAF2-E0D8-6DE4-BC30A431994D}"/>
                  </a:ext>
                </a:extLst>
              </p:cNvPr>
              <p:cNvSpPr txBox="1"/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894B72B-EAF2-E0D8-6DE4-BC30A4319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04BFF2E-D79A-38AD-03C8-727917838851}"/>
                  </a:ext>
                </a:extLst>
              </p:cNvPr>
              <p:cNvSpPr txBox="1"/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04BFF2E-D79A-38AD-03C8-727917838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33CBC719-974D-DFBC-3C54-BE5E7EA1E4DC}"/>
                  </a:ext>
                </a:extLst>
              </p:cNvPr>
              <p:cNvSpPr txBox="1"/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33CBC719-974D-DFBC-3C54-BE5E7EA1E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019D6B19-1F47-8A29-85D0-019012B72117}"/>
                  </a:ext>
                </a:extLst>
              </p:cNvPr>
              <p:cNvSpPr txBox="1"/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019D6B19-1F47-8A29-85D0-019012B72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7385ED3D-43C8-8D80-A85B-8DDDC7277A95}"/>
                  </a:ext>
                </a:extLst>
              </p:cNvPr>
              <p:cNvSpPr txBox="1"/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7385ED3D-43C8-8D80-A85B-8DDDC7277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724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EC92-6577-9395-AE55-FA1705A0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A482-9F27-6825-C96E-931A7196FF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EDFDF5-920C-D524-B2A3-C9FF0F8E1B76}"/>
                  </a:ext>
                </a:extLst>
              </p:cNvPr>
              <p:cNvSpPr txBox="1"/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These transition probabilites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𝑛𝑒𝑥𝑡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can be better visualised in what are known as Markov chains.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EDFDF5-920C-D524-B2A3-C9FF0F8E1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blipFill>
                <a:blip r:embed="rId2"/>
                <a:stretch>
                  <a:fillRect l="-522" t="-7643" r="-1449" b="-15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E7562F9-90B5-82E9-CC22-53693A69A0EA}"/>
              </a:ext>
            </a:extLst>
          </p:cNvPr>
          <p:cNvSpPr txBox="1"/>
          <p:nvPr/>
        </p:nvSpPr>
        <p:spPr>
          <a:xfrm>
            <a:off x="973814" y="1284223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the student reads a book and the teacher writes down a task</a:t>
            </a:r>
            <a:endParaRPr lang="en-GB" sz="1200" dirty="0">
              <a:latin typeface="Bahnschrift Light" panose="020B0502040204020203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03BFBA0-ADA0-0D01-AF57-3BC5A47D8CAF}"/>
              </a:ext>
            </a:extLst>
          </p:cNvPr>
          <p:cNvSpPr/>
          <p:nvPr/>
        </p:nvSpPr>
        <p:spPr>
          <a:xfrm>
            <a:off x="5562714" y="4440680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EB6C600-7FD1-E5BA-44D2-82D5F61F0A78}"/>
              </a:ext>
            </a:extLst>
          </p:cNvPr>
          <p:cNvSpPr/>
          <p:nvPr/>
        </p:nvSpPr>
        <p:spPr>
          <a:xfrm>
            <a:off x="3489458" y="4436906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B5C75AE-469B-D40F-F615-1A5C43D941FC}"/>
              </a:ext>
            </a:extLst>
          </p:cNvPr>
          <p:cNvSpPr/>
          <p:nvPr/>
        </p:nvSpPr>
        <p:spPr>
          <a:xfrm>
            <a:off x="5552642" y="3223591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C11B227-B909-DB27-A6B8-DA82B0B61D94}"/>
              </a:ext>
            </a:extLst>
          </p:cNvPr>
          <p:cNvSpPr/>
          <p:nvPr/>
        </p:nvSpPr>
        <p:spPr>
          <a:xfrm>
            <a:off x="3466983" y="198803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F3E9365-5F62-6D80-BF6C-8068980D8F46}"/>
              </a:ext>
            </a:extLst>
          </p:cNvPr>
          <p:cNvSpPr/>
          <p:nvPr/>
        </p:nvSpPr>
        <p:spPr>
          <a:xfrm>
            <a:off x="7706213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5E880C3-40A1-F67C-2155-EF668863A722}"/>
              </a:ext>
            </a:extLst>
          </p:cNvPr>
          <p:cNvSpPr/>
          <p:nvPr/>
        </p:nvSpPr>
        <p:spPr>
          <a:xfrm>
            <a:off x="3475894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C9AF17FC-7901-A439-F0E6-431C303D84F9}"/>
              </a:ext>
            </a:extLst>
          </p:cNvPr>
          <p:cNvSpPr/>
          <p:nvPr/>
        </p:nvSpPr>
        <p:spPr>
          <a:xfrm>
            <a:off x="1459872" y="3218253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1385E6CB-A7E1-305E-9257-DC2ED9FC88B3}"/>
              </a:ext>
            </a:extLst>
          </p:cNvPr>
          <p:cNvSpPr/>
          <p:nvPr/>
        </p:nvSpPr>
        <p:spPr>
          <a:xfrm>
            <a:off x="7706213" y="198194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2BBF203-21C6-A385-8D59-4983770AC4BF}"/>
              </a:ext>
            </a:extLst>
          </p:cNvPr>
          <p:cNvSpPr/>
          <p:nvPr/>
        </p:nvSpPr>
        <p:spPr>
          <a:xfrm>
            <a:off x="9832796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B617250-E250-14B7-2962-9C3F75C36448}"/>
              </a:ext>
            </a:extLst>
          </p:cNvPr>
          <p:cNvSpPr/>
          <p:nvPr/>
        </p:nvSpPr>
        <p:spPr>
          <a:xfrm>
            <a:off x="7706213" y="4440681"/>
            <a:ext cx="703907" cy="703544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5783C-7FD8-9DCB-28FE-C88FEB52550B}"/>
              </a:ext>
            </a:extLst>
          </p:cNvPr>
          <p:cNvSpPr txBox="1"/>
          <p:nvPr/>
        </p:nvSpPr>
        <p:spPr>
          <a:xfrm>
            <a:off x="1464059" y="3400100"/>
            <a:ext cx="703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E73F6-2971-9026-27AC-703AB9AC202A}"/>
              </a:ext>
            </a:extLst>
          </p:cNvPr>
          <p:cNvSpPr txBox="1"/>
          <p:nvPr/>
        </p:nvSpPr>
        <p:spPr>
          <a:xfrm>
            <a:off x="3420580" y="2168655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student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13C8D1-24B5-6E3E-9BF6-92F4B188C8C0}"/>
              </a:ext>
            </a:extLst>
          </p:cNvPr>
          <p:cNvSpPr txBox="1"/>
          <p:nvPr/>
        </p:nvSpPr>
        <p:spPr>
          <a:xfrm>
            <a:off x="7636246" y="216731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reads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73FD0F-FC03-7FB0-AC86-071250B6F0EF}"/>
              </a:ext>
            </a:extLst>
          </p:cNvPr>
          <p:cNvSpPr txBox="1"/>
          <p:nvPr/>
        </p:nvSpPr>
        <p:spPr>
          <a:xfrm>
            <a:off x="7781282" y="3415216"/>
            <a:ext cx="55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92A925-4D35-5EDF-3457-1CF8F99290B6}"/>
              </a:ext>
            </a:extLst>
          </p:cNvPr>
          <p:cNvSpPr txBox="1"/>
          <p:nvPr/>
        </p:nvSpPr>
        <p:spPr>
          <a:xfrm>
            <a:off x="5503471" y="340519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book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C789D3-AD49-D57B-EDE7-55CD6AF3965A}"/>
              </a:ext>
            </a:extLst>
          </p:cNvPr>
          <p:cNvSpPr txBox="1"/>
          <p:nvPr/>
        </p:nvSpPr>
        <p:spPr>
          <a:xfrm>
            <a:off x="9782961" y="3401818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task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74BF22-1B35-5B82-F63A-52C70CCB5F59}"/>
              </a:ext>
            </a:extLst>
          </p:cNvPr>
          <p:cNvSpPr txBox="1"/>
          <p:nvPr/>
        </p:nvSpPr>
        <p:spPr>
          <a:xfrm>
            <a:off x="3416383" y="3397433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and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6E3118-0DBC-F730-5D19-C0AFD8C3DBC2}"/>
              </a:ext>
            </a:extLst>
          </p:cNvPr>
          <p:cNvSpPr txBox="1"/>
          <p:nvPr/>
        </p:nvSpPr>
        <p:spPr>
          <a:xfrm>
            <a:off x="5531917" y="4625969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writes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E7058-826B-0BC7-4312-B3CBA461ACA4}"/>
              </a:ext>
            </a:extLst>
          </p:cNvPr>
          <p:cNvSpPr txBox="1"/>
          <p:nvPr/>
        </p:nvSpPr>
        <p:spPr>
          <a:xfrm>
            <a:off x="3422701" y="462597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teacher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C9C469-9E84-92C9-B5ED-926EFE25EF67}"/>
              </a:ext>
            </a:extLst>
          </p:cNvPr>
          <p:cNvSpPr txBox="1"/>
          <p:nvPr/>
        </p:nvSpPr>
        <p:spPr>
          <a:xfrm>
            <a:off x="7646238" y="461199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down</a:t>
            </a:r>
            <a:endParaRPr lang="en-GB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5C3113-67B5-257B-77F4-01E68BDDE659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170890" y="2333896"/>
            <a:ext cx="3535323" cy="6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4435D3-26DF-0501-9627-BF614403E0CE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>
            <a:off x="6256549" y="3569106"/>
            <a:ext cx="1449664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AFDF1B-35B9-CA8D-ACA2-2042DEE3B34B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8410120" y="3569106"/>
            <a:ext cx="14226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BF792D-A403-D889-C35B-C31ED9A93DFC}"/>
              </a:ext>
            </a:extLst>
          </p:cNvPr>
          <p:cNvCxnSpPr>
            <a:cxnSpLocks/>
            <a:stCxn id="7" idx="2"/>
            <a:endCxn id="10" idx="6"/>
          </p:cNvCxnSpPr>
          <p:nvPr/>
        </p:nvCxnSpPr>
        <p:spPr>
          <a:xfrm flipH="1" flipV="1">
            <a:off x="4179801" y="3569106"/>
            <a:ext cx="1372841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61CC01-A8E0-C190-09ED-D16F6D35F3E0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>
            <a:off x="2163779" y="3569106"/>
            <a:ext cx="1312115" cy="1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DECB48-D330-3D1F-1FBB-07D513BA1C5C}"/>
              </a:ext>
            </a:extLst>
          </p:cNvPr>
          <p:cNvCxnSpPr>
            <a:cxnSpLocks/>
            <a:stCxn id="11" idx="5"/>
            <a:endCxn id="6" idx="2"/>
          </p:cNvCxnSpPr>
          <p:nvPr/>
        </p:nvCxnSpPr>
        <p:spPr>
          <a:xfrm>
            <a:off x="2060694" y="3819075"/>
            <a:ext cx="1428764" cy="969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6A6B86-5C5A-11D0-AFA1-0D22E1792782}"/>
              </a:ext>
            </a:extLst>
          </p:cNvPr>
          <p:cNvCxnSpPr>
            <a:cxnSpLocks/>
            <a:stCxn id="11" idx="7"/>
            <a:endCxn id="8" idx="2"/>
          </p:cNvCxnSpPr>
          <p:nvPr/>
        </p:nvCxnSpPr>
        <p:spPr>
          <a:xfrm flipV="1">
            <a:off x="2060694" y="2339986"/>
            <a:ext cx="1406289" cy="981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3E7183-F480-C6C5-AA2B-84D02D699B91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8058167" y="2685849"/>
            <a:ext cx="0" cy="531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76A1D70-82B6-30E1-7F23-21BDB3A5D79F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193365" y="4788860"/>
            <a:ext cx="1369349" cy="3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5433626-F69E-46B3-EBFC-3C04B5AC8426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 flipV="1">
            <a:off x="6266621" y="4792453"/>
            <a:ext cx="1439592" cy="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3A3739D-897B-BEE2-79B2-20E218A98897}"/>
              </a:ext>
            </a:extLst>
          </p:cNvPr>
          <p:cNvCxnSpPr>
            <a:cxnSpLocks/>
            <a:stCxn id="14" idx="0"/>
            <a:endCxn id="9" idx="4"/>
          </p:cNvCxnSpPr>
          <p:nvPr/>
        </p:nvCxnSpPr>
        <p:spPr>
          <a:xfrm flipV="1">
            <a:off x="8058167" y="3921059"/>
            <a:ext cx="0" cy="519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7C9D4EE-E40A-75BD-1CCE-08D7FFBE2A64}"/>
                  </a:ext>
                </a:extLst>
              </p:cNvPr>
              <p:cNvSpPr txBox="1"/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7C9D4EE-E40A-75BD-1CCE-08D7FFBE2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5A09F07-0BB3-A523-5A67-B55C71865CEA}"/>
                  </a:ext>
                </a:extLst>
              </p:cNvPr>
              <p:cNvSpPr txBox="1"/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F5A09F07-0BB3-A523-5A67-B55C71865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D1139C5-F962-A758-F7F9-77910D50D514}"/>
                  </a:ext>
                </a:extLst>
              </p:cNvPr>
              <p:cNvSpPr txBox="1"/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D1139C5-F962-A758-F7F9-77910D50D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C870B6C8-CDE0-367D-C805-519A3ED44918}"/>
                  </a:ext>
                </a:extLst>
              </p:cNvPr>
              <p:cNvSpPr txBox="1"/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C870B6C8-CDE0-367D-C805-519A3ED44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17D7952A-11CA-420F-0CED-8E7FDF2B032F}"/>
                  </a:ext>
                </a:extLst>
              </p:cNvPr>
              <p:cNvSpPr txBox="1"/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17D7952A-11CA-420F-0CED-8E7FDF2B0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0C97FBE-DFAB-FD39-29F8-6016790ED0BD}"/>
                  </a:ext>
                </a:extLst>
              </p:cNvPr>
              <p:cNvSpPr txBox="1"/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0C97FBE-DFAB-FD39-29F8-6016790ED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E1EA4FA9-9C4B-392B-255C-FDC73110B126}"/>
                  </a:ext>
                </a:extLst>
              </p:cNvPr>
              <p:cNvSpPr txBox="1"/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E1EA4FA9-9C4B-392B-255C-FDC73110B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76D425FC-320B-D7DE-CE82-27B8BFC1A6A6}"/>
                  </a:ext>
                </a:extLst>
              </p:cNvPr>
              <p:cNvSpPr txBox="1"/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76D425FC-320B-D7DE-CE82-27B8BFC1A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6936A42-6DBB-EB52-792F-E2296F4AFCB1}"/>
                  </a:ext>
                </a:extLst>
              </p:cNvPr>
              <p:cNvSpPr txBox="1"/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6936A42-6DBB-EB52-792F-E2296F4AF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588F99C2-8966-A8E1-A810-5A383016F0E9}"/>
                  </a:ext>
                </a:extLst>
              </p:cNvPr>
              <p:cNvSpPr txBox="1"/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588F99C2-8966-A8E1-A810-5A383016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B03E40CA-E625-1821-0743-BBB9B7CE136C}"/>
                  </a:ext>
                </a:extLst>
              </p:cNvPr>
              <p:cNvSpPr txBox="1"/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B03E40CA-E625-1821-0743-BBB9B7CE1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660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71E7-D812-EC03-02E8-CB02F6D3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AE37-9697-4609-1F71-6159F2DBFA9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Building Transition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5A8FDC-372C-995C-2AC5-F2949E7D71CB}"/>
                  </a:ext>
                </a:extLst>
              </p:cNvPr>
              <p:cNvSpPr txBox="1"/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CH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These transition probabilites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𝑛𝑒𝑥𝑡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𝑤𝑜𝑟𝑑</m:t>
                    </m:r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can be better visualised in what are known as Markov chains.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5A8FDC-372C-995C-2AC5-F2949E7D7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3594"/>
                <a:ext cx="10515600" cy="954107"/>
              </a:xfrm>
              <a:prstGeom prst="rect">
                <a:avLst/>
              </a:prstGeom>
              <a:blipFill>
                <a:blip r:embed="rId2"/>
                <a:stretch>
                  <a:fillRect l="-522" t="-7643" r="-1449" b="-15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1BDFFF-708B-CF5A-6244-F32DA4166BBC}"/>
              </a:ext>
            </a:extLst>
          </p:cNvPr>
          <p:cNvSpPr txBox="1"/>
          <p:nvPr/>
        </p:nvSpPr>
        <p:spPr>
          <a:xfrm>
            <a:off x="973814" y="1284223"/>
            <a:ext cx="10244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the student reads a book and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the teacher writes down a task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E5422A5-0A41-6A14-0BE9-DDB2317D2342}"/>
              </a:ext>
            </a:extLst>
          </p:cNvPr>
          <p:cNvSpPr/>
          <p:nvPr/>
        </p:nvSpPr>
        <p:spPr>
          <a:xfrm>
            <a:off x="5562714" y="4440680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814A465-B1C9-81FE-7B97-5B61D2C32C4E}"/>
              </a:ext>
            </a:extLst>
          </p:cNvPr>
          <p:cNvSpPr/>
          <p:nvPr/>
        </p:nvSpPr>
        <p:spPr>
          <a:xfrm>
            <a:off x="3489458" y="4436906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8347D7B-5C52-73DA-E003-4DB1CBAFD247}"/>
              </a:ext>
            </a:extLst>
          </p:cNvPr>
          <p:cNvSpPr/>
          <p:nvPr/>
        </p:nvSpPr>
        <p:spPr>
          <a:xfrm>
            <a:off x="5552642" y="3223591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5322576-C630-CE8A-BD47-803796CA9FE6}"/>
              </a:ext>
            </a:extLst>
          </p:cNvPr>
          <p:cNvSpPr/>
          <p:nvPr/>
        </p:nvSpPr>
        <p:spPr>
          <a:xfrm>
            <a:off x="3466983" y="198803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BF283F2-414F-4311-3464-FC0C2D52D977}"/>
              </a:ext>
            </a:extLst>
          </p:cNvPr>
          <p:cNvSpPr/>
          <p:nvPr/>
        </p:nvSpPr>
        <p:spPr>
          <a:xfrm>
            <a:off x="7706213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FC11E06-F62D-0AD4-8324-BA367BABEE0F}"/>
              </a:ext>
            </a:extLst>
          </p:cNvPr>
          <p:cNvSpPr/>
          <p:nvPr/>
        </p:nvSpPr>
        <p:spPr>
          <a:xfrm>
            <a:off x="3475894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F1F0779-AD21-1DF2-3EA5-075FE325216A}"/>
              </a:ext>
            </a:extLst>
          </p:cNvPr>
          <p:cNvSpPr/>
          <p:nvPr/>
        </p:nvSpPr>
        <p:spPr>
          <a:xfrm>
            <a:off x="1459872" y="3218253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6AF74A5-A372-CB54-49E8-EF38A399D328}"/>
              </a:ext>
            </a:extLst>
          </p:cNvPr>
          <p:cNvSpPr/>
          <p:nvPr/>
        </p:nvSpPr>
        <p:spPr>
          <a:xfrm>
            <a:off x="7706213" y="1981942"/>
            <a:ext cx="703907" cy="703907"/>
          </a:xfrm>
          <a:prstGeom prst="flowChartConnec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E3776A5-06DB-D4E4-EE5D-36CE29B02278}"/>
              </a:ext>
            </a:extLst>
          </p:cNvPr>
          <p:cNvSpPr/>
          <p:nvPr/>
        </p:nvSpPr>
        <p:spPr>
          <a:xfrm>
            <a:off x="9832796" y="3217152"/>
            <a:ext cx="703907" cy="703907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5DA0051-EB29-9F50-2C2E-F026526F783E}"/>
              </a:ext>
            </a:extLst>
          </p:cNvPr>
          <p:cNvSpPr/>
          <p:nvPr/>
        </p:nvSpPr>
        <p:spPr>
          <a:xfrm>
            <a:off x="7706213" y="4440681"/>
            <a:ext cx="703907" cy="703544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86CE02-5393-7985-296F-84CF3361D9E8}"/>
              </a:ext>
            </a:extLst>
          </p:cNvPr>
          <p:cNvSpPr txBox="1"/>
          <p:nvPr/>
        </p:nvSpPr>
        <p:spPr>
          <a:xfrm>
            <a:off x="1464059" y="3400100"/>
            <a:ext cx="703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251ECB-E80E-21BE-36E5-E12636DD0B17}"/>
              </a:ext>
            </a:extLst>
          </p:cNvPr>
          <p:cNvSpPr txBox="1"/>
          <p:nvPr/>
        </p:nvSpPr>
        <p:spPr>
          <a:xfrm>
            <a:off x="3420580" y="2168655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student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3CEB7-0093-380F-2D1B-83140D182B56}"/>
              </a:ext>
            </a:extLst>
          </p:cNvPr>
          <p:cNvSpPr txBox="1"/>
          <p:nvPr/>
        </p:nvSpPr>
        <p:spPr>
          <a:xfrm>
            <a:off x="7636246" y="216731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reads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5CA1DB-3F36-23FF-CD74-387F90CB020B}"/>
              </a:ext>
            </a:extLst>
          </p:cNvPr>
          <p:cNvSpPr txBox="1"/>
          <p:nvPr/>
        </p:nvSpPr>
        <p:spPr>
          <a:xfrm>
            <a:off x="7781282" y="3415216"/>
            <a:ext cx="55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990094-D0E4-FE1C-D230-9E5BC0B789F4}"/>
              </a:ext>
            </a:extLst>
          </p:cNvPr>
          <p:cNvSpPr txBox="1"/>
          <p:nvPr/>
        </p:nvSpPr>
        <p:spPr>
          <a:xfrm>
            <a:off x="5503471" y="3405197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book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B332A-B77C-5AC6-4805-38A0B444D129}"/>
              </a:ext>
            </a:extLst>
          </p:cNvPr>
          <p:cNvSpPr txBox="1"/>
          <p:nvPr/>
        </p:nvSpPr>
        <p:spPr>
          <a:xfrm>
            <a:off x="9782961" y="3401818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task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C55C7B-25B5-01A0-A1E3-B327FC4764A5}"/>
              </a:ext>
            </a:extLst>
          </p:cNvPr>
          <p:cNvSpPr txBox="1"/>
          <p:nvPr/>
        </p:nvSpPr>
        <p:spPr>
          <a:xfrm>
            <a:off x="3416383" y="3397433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and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6BD0EF-0E6A-3BDD-92E7-EA1B70D36DB1}"/>
              </a:ext>
            </a:extLst>
          </p:cNvPr>
          <p:cNvSpPr txBox="1"/>
          <p:nvPr/>
        </p:nvSpPr>
        <p:spPr>
          <a:xfrm>
            <a:off x="5531917" y="4625969"/>
            <a:ext cx="82385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writes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67B871-6B33-7B21-25B4-E9AEEDFA485E}"/>
              </a:ext>
            </a:extLst>
          </p:cNvPr>
          <p:cNvSpPr txBox="1"/>
          <p:nvPr/>
        </p:nvSpPr>
        <p:spPr>
          <a:xfrm>
            <a:off x="3422701" y="462597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teacher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35FA86-A3F3-A461-81CE-38267D202741}"/>
              </a:ext>
            </a:extLst>
          </p:cNvPr>
          <p:cNvSpPr txBox="1"/>
          <p:nvPr/>
        </p:nvSpPr>
        <p:spPr>
          <a:xfrm>
            <a:off x="7646238" y="4611990"/>
            <a:ext cx="823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down</a:t>
            </a:r>
            <a:endParaRPr lang="en-GB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1171AF-BB57-3F89-99D9-156D1D34E98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170890" y="2333896"/>
            <a:ext cx="3535323" cy="6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D859D3-E44C-2A46-F431-59C299CDC174}"/>
              </a:ext>
            </a:extLst>
          </p:cNvPr>
          <p:cNvCxnSpPr>
            <a:cxnSpLocks/>
            <a:stCxn id="9" idx="2"/>
            <a:endCxn id="7" idx="6"/>
          </p:cNvCxnSpPr>
          <p:nvPr/>
        </p:nvCxnSpPr>
        <p:spPr>
          <a:xfrm flipH="1">
            <a:off x="6256549" y="3569106"/>
            <a:ext cx="1449664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641554-2A2F-10EA-B4A7-413DDBDE1FBB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8410120" y="3569106"/>
            <a:ext cx="1422676" cy="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E4F0E15-3F43-74FE-1D10-F87E5406EF75}"/>
              </a:ext>
            </a:extLst>
          </p:cNvPr>
          <p:cNvCxnSpPr>
            <a:cxnSpLocks/>
            <a:stCxn id="7" idx="2"/>
            <a:endCxn id="10" idx="6"/>
          </p:cNvCxnSpPr>
          <p:nvPr/>
        </p:nvCxnSpPr>
        <p:spPr>
          <a:xfrm flipH="1" flipV="1">
            <a:off x="4179801" y="3569106"/>
            <a:ext cx="1372841" cy="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6AF35E-082F-2501-D8E9-08D04F8F46EF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>
            <a:off x="2163779" y="3569106"/>
            <a:ext cx="1312115" cy="1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46CC4FD-FC27-53B2-905C-56D03BEA823D}"/>
              </a:ext>
            </a:extLst>
          </p:cNvPr>
          <p:cNvCxnSpPr>
            <a:cxnSpLocks/>
            <a:stCxn id="11" idx="5"/>
            <a:endCxn id="6" idx="2"/>
          </p:cNvCxnSpPr>
          <p:nvPr/>
        </p:nvCxnSpPr>
        <p:spPr>
          <a:xfrm>
            <a:off x="2060694" y="3819075"/>
            <a:ext cx="1428764" cy="969785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11D5502-11D0-5DF3-A56A-B568D4634910}"/>
              </a:ext>
            </a:extLst>
          </p:cNvPr>
          <p:cNvCxnSpPr>
            <a:cxnSpLocks/>
            <a:stCxn id="11" idx="7"/>
            <a:endCxn id="8" idx="2"/>
          </p:cNvCxnSpPr>
          <p:nvPr/>
        </p:nvCxnSpPr>
        <p:spPr>
          <a:xfrm flipV="1">
            <a:off x="2060694" y="2339986"/>
            <a:ext cx="1406289" cy="981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BBD80EA-E0F7-9931-B68C-0B95DB477F1B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8058167" y="2685849"/>
            <a:ext cx="0" cy="531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5D4A588-9B27-B40D-2049-F508C36937F9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193365" y="4788860"/>
            <a:ext cx="1369349" cy="3774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3F0633F-4C33-2AFF-ACAF-DBD003752110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 flipV="1">
            <a:off x="6266621" y="4792453"/>
            <a:ext cx="1439592" cy="181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D3B0D9A-0417-1846-D22F-94416527DA88}"/>
              </a:ext>
            </a:extLst>
          </p:cNvPr>
          <p:cNvCxnSpPr>
            <a:cxnSpLocks/>
            <a:stCxn id="14" idx="0"/>
            <a:endCxn id="9" idx="4"/>
          </p:cNvCxnSpPr>
          <p:nvPr/>
        </p:nvCxnSpPr>
        <p:spPr>
          <a:xfrm flipV="1">
            <a:off x="8058167" y="3921059"/>
            <a:ext cx="0" cy="519622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6F9C697-CC79-FC9E-2AC0-6ED30515E83C}"/>
                  </a:ext>
                </a:extLst>
              </p:cNvPr>
              <p:cNvSpPr txBox="1"/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6F9C697-CC79-FC9E-2AC0-6ED30515E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038" y="1996228"/>
                <a:ext cx="4983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2C3E210-2099-9699-5D18-46AA8304FCFC}"/>
                  </a:ext>
                </a:extLst>
              </p:cNvPr>
              <p:cNvSpPr txBox="1"/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2C3E210-2099-9699-5D18-46AA8304F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4029436"/>
                <a:ext cx="4983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E5FAA3B-DC39-0CE4-642C-626D83F75183}"/>
                  </a:ext>
                </a:extLst>
              </p:cNvPr>
              <p:cNvSpPr txBox="1"/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E5FAA3B-DC39-0CE4-642C-626D83F7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97" y="2723399"/>
                <a:ext cx="4983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E1B45CC-F52E-049F-E820-8A7B5690069C}"/>
                  </a:ext>
                </a:extLst>
              </p:cNvPr>
              <p:cNvSpPr txBox="1"/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E1B45CC-F52E-049F-E820-8A7B56900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019" y="3223655"/>
                <a:ext cx="4983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20B17161-C9E5-EC1D-E1E3-624283CA52D2}"/>
                  </a:ext>
                </a:extLst>
              </p:cNvPr>
              <p:cNvSpPr txBox="1"/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20B17161-C9E5-EC1D-E1E3-624283CA5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933" y="4437760"/>
                <a:ext cx="498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ED8B5D4A-412C-E7AA-DD83-52DE66EF7034}"/>
                  </a:ext>
                </a:extLst>
              </p:cNvPr>
              <p:cNvSpPr txBox="1"/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ED8B5D4A-412C-E7AA-DD83-52DE66EF7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319" y="4441468"/>
                <a:ext cx="4983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2AA725E5-D3AE-3AEE-E44D-3914BFFFA1FF}"/>
                  </a:ext>
                </a:extLst>
              </p:cNvPr>
              <p:cNvSpPr txBox="1"/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2AA725E5-D3AE-3AEE-E44D-3914BFFFA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43" y="3207280"/>
                <a:ext cx="4983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C1277579-FD4F-39CB-9F8F-AE230F6ADE37}"/>
                  </a:ext>
                </a:extLst>
              </p:cNvPr>
              <p:cNvSpPr txBox="1"/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C1277579-FD4F-39CB-9F8F-AE230F6AD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231" y="2357209"/>
                <a:ext cx="4983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0FAB5D46-A6F9-E0F9-6AC1-6DBC25CCB5BD}"/>
                  </a:ext>
                </a:extLst>
              </p:cNvPr>
              <p:cNvSpPr txBox="1"/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0FAB5D46-A6F9-E0F9-6AC1-6DBC25CCB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461" y="3907071"/>
                <a:ext cx="4983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FA2305E2-C78A-0F5E-E877-AB2F227BAEB6}"/>
                  </a:ext>
                </a:extLst>
              </p:cNvPr>
              <p:cNvSpPr txBox="1"/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FA2305E2-C78A-0F5E-E877-AB2F227BA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317" y="3217152"/>
                <a:ext cx="4983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9F2B84A4-C121-4D8E-53F8-A2829AE569DD}"/>
                  </a:ext>
                </a:extLst>
              </p:cNvPr>
              <p:cNvSpPr txBox="1"/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9F2B84A4-C121-4D8E-53F8-A2829AE56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305" y="3194388"/>
                <a:ext cx="4983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010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02B3-8112-6D1A-3EC6-5F160356E4D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D8F0D-28A6-E263-956E-456F68441E68}"/>
              </a:ext>
            </a:extLst>
          </p:cNvPr>
          <p:cNvSpPr txBox="1"/>
          <p:nvPr/>
        </p:nvSpPr>
        <p:spPr>
          <a:xfrm>
            <a:off x="2065322" y="1116066"/>
            <a:ext cx="80613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larger text data, a single token may have transition probabilities leading to multiple words.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002D9-9D26-D8D0-11DF-DC635B3A3CF5}"/>
              </a:ext>
            </a:extLst>
          </p:cNvPr>
          <p:cNvSpPr txBox="1"/>
          <p:nvPr/>
        </p:nvSpPr>
        <p:spPr>
          <a:xfrm>
            <a:off x="3970982" y="2121574"/>
            <a:ext cx="42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My favourite subject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is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CCA07B-335D-A8D0-D28E-E3885962360F}"/>
              </a:ext>
            </a:extLst>
          </p:cNvPr>
          <p:cNvCxnSpPr>
            <a:cxnSpLocks/>
          </p:cNvCxnSpPr>
          <p:nvPr/>
        </p:nvCxnSpPr>
        <p:spPr>
          <a:xfrm>
            <a:off x="1365565" y="5522613"/>
            <a:ext cx="94608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72B1CB9-70E5-D008-E5A4-6BECCACCCEAF}"/>
              </a:ext>
            </a:extLst>
          </p:cNvPr>
          <p:cNvSpPr/>
          <p:nvPr/>
        </p:nvSpPr>
        <p:spPr>
          <a:xfrm>
            <a:off x="2541004" y="4680643"/>
            <a:ext cx="959668" cy="84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BCB13-0CCD-6538-A121-CE4650591DFA}"/>
              </a:ext>
            </a:extLst>
          </p:cNvPr>
          <p:cNvSpPr/>
          <p:nvPr/>
        </p:nvSpPr>
        <p:spPr>
          <a:xfrm>
            <a:off x="4078585" y="5223850"/>
            <a:ext cx="959668" cy="2987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1CA343-09A1-A432-EB68-42C6F6A8D9E8}"/>
              </a:ext>
            </a:extLst>
          </p:cNvPr>
          <p:cNvSpPr/>
          <p:nvPr/>
        </p:nvSpPr>
        <p:spPr>
          <a:xfrm>
            <a:off x="5616166" y="3911100"/>
            <a:ext cx="959668" cy="16115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44398-2DC8-06B9-0609-06148E231022}"/>
              </a:ext>
            </a:extLst>
          </p:cNvPr>
          <p:cNvSpPr/>
          <p:nvPr/>
        </p:nvSpPr>
        <p:spPr>
          <a:xfrm>
            <a:off x="7153747" y="5441501"/>
            <a:ext cx="959668" cy="81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997D6-CBAA-AD0B-7327-DFA69425F71F}"/>
              </a:ext>
            </a:extLst>
          </p:cNvPr>
          <p:cNvSpPr/>
          <p:nvPr/>
        </p:nvSpPr>
        <p:spPr>
          <a:xfrm>
            <a:off x="8691328" y="4306104"/>
            <a:ext cx="959668" cy="12165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0E836-ECA8-ADA6-F274-1DEAD111E9F8}"/>
              </a:ext>
            </a:extLst>
          </p:cNvPr>
          <p:cNvSpPr txBox="1"/>
          <p:nvPr/>
        </p:nvSpPr>
        <p:spPr>
          <a:xfrm>
            <a:off x="2445188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French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2AFF2-E3E2-905C-0441-D89AED98516F}"/>
              </a:ext>
            </a:extLst>
          </p:cNvPr>
          <p:cNvSpPr txBox="1"/>
          <p:nvPr/>
        </p:nvSpPr>
        <p:spPr>
          <a:xfrm>
            <a:off x="5520350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Maths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1AB84-A37E-2ADE-CC03-F1D16AB3D939}"/>
              </a:ext>
            </a:extLst>
          </p:cNvPr>
          <p:cNvSpPr txBox="1"/>
          <p:nvPr/>
        </p:nvSpPr>
        <p:spPr>
          <a:xfrm>
            <a:off x="3982769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Sports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4EB8A-AED4-BB83-4244-E76583D8D1B9}"/>
              </a:ext>
            </a:extLst>
          </p:cNvPr>
          <p:cNvSpPr txBox="1"/>
          <p:nvPr/>
        </p:nvSpPr>
        <p:spPr>
          <a:xfrm>
            <a:off x="7057931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History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C9B23-EF8C-5993-0923-0BC38D33D70B}"/>
              </a:ext>
            </a:extLst>
          </p:cNvPr>
          <p:cNvSpPr txBox="1"/>
          <p:nvPr/>
        </p:nvSpPr>
        <p:spPr>
          <a:xfrm>
            <a:off x="8595512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English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74E7A5-91CB-6F96-C7DF-079F7B02050D}"/>
                  </a:ext>
                </a:extLst>
              </p:cNvPr>
              <p:cNvSpPr txBox="1"/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74E7A5-91CB-6F96-C7DF-079F7B020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blipFill>
                <a:blip r:embed="rId2"/>
                <a:stretch>
                  <a:fillRect l="-9375" r="-10938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329382-A96B-ABF9-DF1A-00258C7F168A}"/>
                  </a:ext>
                </a:extLst>
              </p:cNvPr>
              <p:cNvSpPr txBox="1"/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329382-A96B-ABF9-DF1A-00258C7F1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blipFill>
                <a:blip r:embed="rId3"/>
                <a:stretch>
                  <a:fillRect l="-11111" r="-111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26D646-B307-468D-0731-F3C0BFD84891}"/>
                  </a:ext>
                </a:extLst>
              </p:cNvPr>
              <p:cNvSpPr txBox="1"/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26D646-B307-468D-0731-F3C0BFD84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blipFill>
                <a:blip r:embed="rId4"/>
                <a:stretch>
                  <a:fillRect l="-11111" r="-111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9A02D1D-B099-FE3E-7772-D25C7D17D676}"/>
                  </a:ext>
                </a:extLst>
              </p:cNvPr>
              <p:cNvSpPr txBox="1"/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0.075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9A02D1D-B099-FE3E-7772-D25C7D17D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blipFill>
                <a:blip r:embed="rId5"/>
                <a:stretch>
                  <a:fillRect l="-5714" r="-7619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DF1321-876D-D1A4-DBD4-B4F2FC8C3AA2}"/>
                  </a:ext>
                </a:extLst>
              </p:cNvPr>
              <p:cNvSpPr txBox="1"/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DF1321-876D-D1A4-DBD4-B4F2FC8C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blipFill>
                <a:blip r:embed="rId6"/>
                <a:stretch>
                  <a:fillRect l="-6667" r="-7619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403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8607-E195-59DC-910C-2F5430F0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2D8C3B-527D-9E8E-6E3D-596F3633CCC5}"/>
              </a:ext>
            </a:extLst>
          </p:cNvPr>
          <p:cNvSpPr txBox="1"/>
          <p:nvPr/>
        </p:nvSpPr>
        <p:spPr>
          <a:xfrm>
            <a:off x="3970982" y="2121574"/>
            <a:ext cx="42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My favourite subject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is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62AFCC-EEBF-3AF9-D2BA-31F2F17F6C48}"/>
              </a:ext>
            </a:extLst>
          </p:cNvPr>
          <p:cNvCxnSpPr>
            <a:cxnSpLocks/>
          </p:cNvCxnSpPr>
          <p:nvPr/>
        </p:nvCxnSpPr>
        <p:spPr>
          <a:xfrm>
            <a:off x="1365565" y="5522613"/>
            <a:ext cx="94608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920BD8A-7B43-87F1-661A-0A3F443E444F}"/>
              </a:ext>
            </a:extLst>
          </p:cNvPr>
          <p:cNvSpPr/>
          <p:nvPr/>
        </p:nvSpPr>
        <p:spPr>
          <a:xfrm>
            <a:off x="2541004" y="4680643"/>
            <a:ext cx="959668" cy="84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65498F-39B7-7705-F672-03E5749BB3E8}"/>
              </a:ext>
            </a:extLst>
          </p:cNvPr>
          <p:cNvSpPr/>
          <p:nvPr/>
        </p:nvSpPr>
        <p:spPr>
          <a:xfrm>
            <a:off x="4078585" y="5223850"/>
            <a:ext cx="959668" cy="2987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D78A47-547F-B420-78CA-642B0A497F66}"/>
              </a:ext>
            </a:extLst>
          </p:cNvPr>
          <p:cNvSpPr/>
          <p:nvPr/>
        </p:nvSpPr>
        <p:spPr>
          <a:xfrm>
            <a:off x="5616166" y="3911100"/>
            <a:ext cx="959668" cy="16115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7DD759-3672-AB15-F28D-C3FC901C05F2}"/>
              </a:ext>
            </a:extLst>
          </p:cNvPr>
          <p:cNvSpPr/>
          <p:nvPr/>
        </p:nvSpPr>
        <p:spPr>
          <a:xfrm>
            <a:off x="7153747" y="5441501"/>
            <a:ext cx="959668" cy="81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D18CE4-8021-AC80-AA4A-88DC67326BEF}"/>
              </a:ext>
            </a:extLst>
          </p:cNvPr>
          <p:cNvSpPr/>
          <p:nvPr/>
        </p:nvSpPr>
        <p:spPr>
          <a:xfrm>
            <a:off x="8691328" y="4306104"/>
            <a:ext cx="959668" cy="12165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4878E7-040E-7746-816A-EE16EF9E46E8}"/>
              </a:ext>
            </a:extLst>
          </p:cNvPr>
          <p:cNvSpPr txBox="1"/>
          <p:nvPr/>
        </p:nvSpPr>
        <p:spPr>
          <a:xfrm>
            <a:off x="2445188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French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60FD2-63C4-5B26-F196-824281FDE125}"/>
              </a:ext>
            </a:extLst>
          </p:cNvPr>
          <p:cNvSpPr txBox="1"/>
          <p:nvPr/>
        </p:nvSpPr>
        <p:spPr>
          <a:xfrm>
            <a:off x="5520350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Maths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F61045-8F51-D660-133B-BC97886E629D}"/>
              </a:ext>
            </a:extLst>
          </p:cNvPr>
          <p:cNvSpPr txBox="1"/>
          <p:nvPr/>
        </p:nvSpPr>
        <p:spPr>
          <a:xfrm>
            <a:off x="3982769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Sports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602AC-4B4C-320C-C4F6-7F0792412FC9}"/>
              </a:ext>
            </a:extLst>
          </p:cNvPr>
          <p:cNvSpPr txBox="1"/>
          <p:nvPr/>
        </p:nvSpPr>
        <p:spPr>
          <a:xfrm>
            <a:off x="7057931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History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6198A0-0614-A033-E3D2-21A7624D5B9D}"/>
              </a:ext>
            </a:extLst>
          </p:cNvPr>
          <p:cNvSpPr txBox="1"/>
          <p:nvPr/>
        </p:nvSpPr>
        <p:spPr>
          <a:xfrm>
            <a:off x="8595512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English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E57E8-5BC8-6EE7-C892-B15A408B0D96}"/>
                  </a:ext>
                </a:extLst>
              </p:cNvPr>
              <p:cNvSpPr txBox="1"/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4E57E8-5BC8-6EE7-C892-B15A408B0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blipFill>
                <a:blip r:embed="rId2"/>
                <a:stretch>
                  <a:fillRect l="-9375" r="-10938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FEA50-FEDE-7F87-D575-8DD972730BAC}"/>
                  </a:ext>
                </a:extLst>
              </p:cNvPr>
              <p:cNvSpPr txBox="1"/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FEA50-FEDE-7F87-D575-8DD972730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blipFill>
                <a:blip r:embed="rId3"/>
                <a:stretch>
                  <a:fillRect l="-11111" r="-111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D8FCA7-2ACC-B3C9-CA49-EED75B96FFBE}"/>
                  </a:ext>
                </a:extLst>
              </p:cNvPr>
              <p:cNvSpPr txBox="1"/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D8FCA7-2ACC-B3C9-CA49-EED75B96F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blipFill>
                <a:blip r:embed="rId4"/>
                <a:stretch>
                  <a:fillRect l="-11111" r="-111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6DE11E-F5B9-7250-D719-FE7C8343CF29}"/>
                  </a:ext>
                </a:extLst>
              </p:cNvPr>
              <p:cNvSpPr txBox="1"/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0.075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6DE11E-F5B9-7250-D719-FE7C8343C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blipFill>
                <a:blip r:embed="rId5"/>
                <a:stretch>
                  <a:fillRect l="-5714" r="-7619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A6A6A2-15AE-9ACC-7421-37818736D756}"/>
                  </a:ext>
                </a:extLst>
              </p:cNvPr>
              <p:cNvSpPr txBox="1"/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A6A6A2-15AE-9ACC-7421-37818736D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blipFill>
                <a:blip r:embed="rId6"/>
                <a:stretch>
                  <a:fillRect l="-6667" r="-7619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591B6445-5851-7116-5E3C-1DE9569C0B3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FFF9B3-55C4-99D8-265E-A254CFF87CB5}"/>
                  </a:ext>
                </a:extLst>
              </p:cNvPr>
              <p:cNvSpPr txBox="1"/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Temperature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is a scale from 0 to 1 that adjusts the transition probability distribution of a word.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FFF9B3-55C4-99D8-265E-A254CFF87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blipFill>
                <a:blip r:embed="rId7"/>
                <a:stretch>
                  <a:fillRect t="-8333" r="-207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090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6A5E-FD2B-34D7-F2CD-F89249D0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D2FAC9-350B-B977-543E-851B0256773A}"/>
              </a:ext>
            </a:extLst>
          </p:cNvPr>
          <p:cNvSpPr txBox="1"/>
          <p:nvPr/>
        </p:nvSpPr>
        <p:spPr>
          <a:xfrm>
            <a:off x="3970982" y="2121574"/>
            <a:ext cx="42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My favourite subject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is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E8819-BD16-D194-A1BE-68F42679A0C4}"/>
              </a:ext>
            </a:extLst>
          </p:cNvPr>
          <p:cNvCxnSpPr>
            <a:cxnSpLocks/>
          </p:cNvCxnSpPr>
          <p:nvPr/>
        </p:nvCxnSpPr>
        <p:spPr>
          <a:xfrm>
            <a:off x="1365565" y="5522613"/>
            <a:ext cx="94608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889A229-9E85-61BB-2189-F0EB0890E291}"/>
              </a:ext>
            </a:extLst>
          </p:cNvPr>
          <p:cNvSpPr/>
          <p:nvPr/>
        </p:nvSpPr>
        <p:spPr>
          <a:xfrm>
            <a:off x="2541004" y="5420126"/>
            <a:ext cx="959668" cy="102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07205-6F70-2476-2DA5-30AFEB55976E}"/>
              </a:ext>
            </a:extLst>
          </p:cNvPr>
          <p:cNvSpPr/>
          <p:nvPr/>
        </p:nvSpPr>
        <p:spPr>
          <a:xfrm>
            <a:off x="4078585" y="5476892"/>
            <a:ext cx="959668" cy="45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7A9A1D-6ABD-2230-D53C-A666653145DC}"/>
              </a:ext>
            </a:extLst>
          </p:cNvPr>
          <p:cNvSpPr/>
          <p:nvPr/>
        </p:nvSpPr>
        <p:spPr>
          <a:xfrm>
            <a:off x="5616166" y="3017564"/>
            <a:ext cx="959668" cy="25050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E08284-2255-4FD4-D4A4-E6B27D92F69E}"/>
              </a:ext>
            </a:extLst>
          </p:cNvPr>
          <p:cNvSpPr/>
          <p:nvPr/>
        </p:nvSpPr>
        <p:spPr>
          <a:xfrm>
            <a:off x="7153747" y="5476893"/>
            <a:ext cx="959668" cy="45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BAA27-CD17-E3AB-B7A8-E18D09DE40DA}"/>
              </a:ext>
            </a:extLst>
          </p:cNvPr>
          <p:cNvSpPr/>
          <p:nvPr/>
        </p:nvSpPr>
        <p:spPr>
          <a:xfrm>
            <a:off x="8691328" y="5431344"/>
            <a:ext cx="959668" cy="91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9819C-BF68-8735-B8A7-04512EBDD326}"/>
              </a:ext>
            </a:extLst>
          </p:cNvPr>
          <p:cNvSpPr txBox="1"/>
          <p:nvPr/>
        </p:nvSpPr>
        <p:spPr>
          <a:xfrm>
            <a:off x="2445188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French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CAD61-49A4-1379-3BEE-782360C536FD}"/>
              </a:ext>
            </a:extLst>
          </p:cNvPr>
          <p:cNvSpPr txBox="1"/>
          <p:nvPr/>
        </p:nvSpPr>
        <p:spPr>
          <a:xfrm>
            <a:off x="5520350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Maths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C7F6B-4CA6-51D6-2F27-738598CAFADF}"/>
              </a:ext>
            </a:extLst>
          </p:cNvPr>
          <p:cNvSpPr txBox="1"/>
          <p:nvPr/>
        </p:nvSpPr>
        <p:spPr>
          <a:xfrm>
            <a:off x="3982769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Sports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973CE6-A5A3-3773-B34E-5DD96EA69910}"/>
              </a:ext>
            </a:extLst>
          </p:cNvPr>
          <p:cNvSpPr txBox="1"/>
          <p:nvPr/>
        </p:nvSpPr>
        <p:spPr>
          <a:xfrm>
            <a:off x="7057931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History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EBAF48-A35C-B92D-636F-8EC9D580253F}"/>
              </a:ext>
            </a:extLst>
          </p:cNvPr>
          <p:cNvSpPr txBox="1"/>
          <p:nvPr/>
        </p:nvSpPr>
        <p:spPr>
          <a:xfrm>
            <a:off x="8595512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English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7B3BCB-21E7-633D-8934-B1849D59EC8A}"/>
                  </a:ext>
                </a:extLst>
              </p:cNvPr>
              <p:cNvSpPr txBox="1"/>
              <p:nvPr/>
            </p:nvSpPr>
            <p:spPr>
              <a:xfrm>
                <a:off x="5902838" y="2694930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7B3BCB-21E7-633D-8934-B1849D59E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38" y="2694930"/>
                <a:ext cx="386324" cy="276999"/>
              </a:xfrm>
              <a:prstGeom prst="rect">
                <a:avLst/>
              </a:prstGeom>
              <a:blipFill>
                <a:blip r:embed="rId2"/>
                <a:stretch>
                  <a:fillRect l="-9375" r="-10938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2985DF-2EA8-233F-F97E-F399B94469A4}"/>
                  </a:ext>
                </a:extLst>
              </p:cNvPr>
              <p:cNvSpPr txBox="1"/>
              <p:nvPr/>
            </p:nvSpPr>
            <p:spPr>
              <a:xfrm>
                <a:off x="8913880" y="5152747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2985DF-2EA8-233F-F97E-F399B9446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80" y="5152747"/>
                <a:ext cx="514564" cy="276999"/>
              </a:xfrm>
              <a:prstGeom prst="rect">
                <a:avLst/>
              </a:prstGeom>
              <a:blipFill>
                <a:blip r:embed="rId3"/>
                <a:stretch>
                  <a:fillRect l="-7059" r="-8235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FA03D3-E8ED-C7C9-27A2-22209D4ABB71}"/>
                  </a:ext>
                </a:extLst>
              </p:cNvPr>
              <p:cNvSpPr txBox="1"/>
              <p:nvPr/>
            </p:nvSpPr>
            <p:spPr>
              <a:xfrm>
                <a:off x="2763556" y="5107114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FA03D3-E8ED-C7C9-27A2-22209D4AB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56" y="5107114"/>
                <a:ext cx="514564" cy="276999"/>
              </a:xfrm>
              <a:prstGeom prst="rect">
                <a:avLst/>
              </a:prstGeom>
              <a:blipFill>
                <a:blip r:embed="rId4"/>
                <a:stretch>
                  <a:fillRect l="-7059" r="-8235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2955B-AD55-B89A-3985-9B2D9325CB37}"/>
                  </a:ext>
                </a:extLst>
              </p:cNvPr>
              <p:cNvSpPr txBox="1"/>
              <p:nvPr/>
            </p:nvSpPr>
            <p:spPr>
              <a:xfrm>
                <a:off x="4301137" y="5199892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2955B-AD55-B89A-3985-9B2D9325C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137" y="5199892"/>
                <a:ext cx="514564" cy="276999"/>
              </a:xfrm>
              <a:prstGeom prst="rect">
                <a:avLst/>
              </a:prstGeom>
              <a:blipFill>
                <a:blip r:embed="rId5"/>
                <a:stretch>
                  <a:fillRect l="-8333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5EE43A-312D-FF76-4CF3-5019C90BBF67}"/>
                  </a:ext>
                </a:extLst>
              </p:cNvPr>
              <p:cNvSpPr txBox="1"/>
              <p:nvPr/>
            </p:nvSpPr>
            <p:spPr>
              <a:xfrm>
                <a:off x="7376299" y="5143127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5EE43A-312D-FF76-4CF3-5019C90BB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99" y="5143127"/>
                <a:ext cx="514564" cy="276999"/>
              </a:xfrm>
              <a:prstGeom prst="rect">
                <a:avLst/>
              </a:prstGeom>
              <a:blipFill>
                <a:blip r:embed="rId6"/>
                <a:stretch>
                  <a:fillRect l="-7143" r="-952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975602C1-BD95-0A05-6034-3F582BEC0A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6563FD-1101-EBC4-0165-EFEBF253527A}"/>
                  </a:ext>
                </a:extLst>
              </p:cNvPr>
              <p:cNvSpPr txBox="1"/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Low temperature </a:t>
                </a:r>
                <a14:m>
                  <m:oMath xmlns:m="http://schemas.openxmlformats.org/officeDocument/2006/math">
                    <m:r>
                      <a:rPr lang="en-GB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(close to 0) sharpens the distribution, favouring the most likely word.</a:t>
                </a:r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6563FD-1101-EBC4-0165-EFEBF2535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blipFill>
                <a:blip r:embed="rId7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86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DDAB-6EFA-9BF5-0DF7-449BC468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B36E94-ECF4-A6FD-06D1-3F6B5DFE00A3}"/>
              </a:ext>
            </a:extLst>
          </p:cNvPr>
          <p:cNvSpPr txBox="1"/>
          <p:nvPr/>
        </p:nvSpPr>
        <p:spPr>
          <a:xfrm>
            <a:off x="3970982" y="2121574"/>
            <a:ext cx="42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My favourite subject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is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C4299A-B475-7C27-F96F-933E1C1B1E3F}"/>
              </a:ext>
            </a:extLst>
          </p:cNvPr>
          <p:cNvCxnSpPr>
            <a:cxnSpLocks/>
          </p:cNvCxnSpPr>
          <p:nvPr/>
        </p:nvCxnSpPr>
        <p:spPr>
          <a:xfrm>
            <a:off x="1365565" y="5522613"/>
            <a:ext cx="94608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3B0AF1A-52EB-C305-62C2-8C6AAF34702D}"/>
              </a:ext>
            </a:extLst>
          </p:cNvPr>
          <p:cNvSpPr/>
          <p:nvPr/>
        </p:nvSpPr>
        <p:spPr>
          <a:xfrm>
            <a:off x="2541004" y="4957697"/>
            <a:ext cx="959668" cy="564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FE88B-46D9-7757-A8E5-996862CF7368}"/>
              </a:ext>
            </a:extLst>
          </p:cNvPr>
          <p:cNvSpPr/>
          <p:nvPr/>
        </p:nvSpPr>
        <p:spPr>
          <a:xfrm>
            <a:off x="4078585" y="4999391"/>
            <a:ext cx="959668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7A4BE-1478-7C0F-4A25-374354EFF721}"/>
              </a:ext>
            </a:extLst>
          </p:cNvPr>
          <p:cNvSpPr/>
          <p:nvPr/>
        </p:nvSpPr>
        <p:spPr>
          <a:xfrm>
            <a:off x="5616166" y="4734228"/>
            <a:ext cx="959668" cy="7883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63E30-6DD2-06B8-4878-178A86F6875E}"/>
              </a:ext>
            </a:extLst>
          </p:cNvPr>
          <p:cNvSpPr/>
          <p:nvPr/>
        </p:nvSpPr>
        <p:spPr>
          <a:xfrm>
            <a:off x="7153747" y="5069942"/>
            <a:ext cx="959668" cy="4526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A781FD-5D54-5232-01BF-436DE871C099}"/>
              </a:ext>
            </a:extLst>
          </p:cNvPr>
          <p:cNvSpPr/>
          <p:nvPr/>
        </p:nvSpPr>
        <p:spPr>
          <a:xfrm>
            <a:off x="8691328" y="4882524"/>
            <a:ext cx="959668" cy="640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4F5289-8FCB-BAD4-441D-11E646DC3DDC}"/>
              </a:ext>
            </a:extLst>
          </p:cNvPr>
          <p:cNvSpPr txBox="1"/>
          <p:nvPr/>
        </p:nvSpPr>
        <p:spPr>
          <a:xfrm>
            <a:off x="2445188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French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9BD61-0912-5D65-B3CD-62F6E702A7F8}"/>
              </a:ext>
            </a:extLst>
          </p:cNvPr>
          <p:cNvSpPr txBox="1"/>
          <p:nvPr/>
        </p:nvSpPr>
        <p:spPr>
          <a:xfrm>
            <a:off x="5520350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Maths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C48F3C-2661-13C1-05EA-39AEAC89D5D8}"/>
              </a:ext>
            </a:extLst>
          </p:cNvPr>
          <p:cNvSpPr txBox="1"/>
          <p:nvPr/>
        </p:nvSpPr>
        <p:spPr>
          <a:xfrm>
            <a:off x="3982769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Sports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D3E23-901E-A474-8092-51F6BD19B26F}"/>
              </a:ext>
            </a:extLst>
          </p:cNvPr>
          <p:cNvSpPr txBox="1"/>
          <p:nvPr/>
        </p:nvSpPr>
        <p:spPr>
          <a:xfrm>
            <a:off x="7057931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History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AF13AB-146C-3637-66E3-BA843FF36D7D}"/>
              </a:ext>
            </a:extLst>
          </p:cNvPr>
          <p:cNvSpPr txBox="1"/>
          <p:nvPr/>
        </p:nvSpPr>
        <p:spPr>
          <a:xfrm>
            <a:off x="8595512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English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A90CBE-1309-FF74-6C75-14EB27808BDD}"/>
                  </a:ext>
                </a:extLst>
              </p:cNvPr>
              <p:cNvSpPr txBox="1"/>
              <p:nvPr/>
            </p:nvSpPr>
            <p:spPr>
              <a:xfrm>
                <a:off x="5838718" y="4398051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0.29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A90CBE-1309-FF74-6C75-14EB27808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718" y="4398051"/>
                <a:ext cx="514564" cy="276999"/>
              </a:xfrm>
              <a:prstGeom prst="rect">
                <a:avLst/>
              </a:prstGeom>
              <a:blipFill>
                <a:blip r:embed="rId2"/>
                <a:stretch>
                  <a:fillRect l="-8333" r="-833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2AAA25-5814-3292-EA46-5C08A682ECC7}"/>
                  </a:ext>
                </a:extLst>
              </p:cNvPr>
              <p:cNvSpPr txBox="1"/>
              <p:nvPr/>
            </p:nvSpPr>
            <p:spPr>
              <a:xfrm>
                <a:off x="8945138" y="4559890"/>
                <a:ext cx="4520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GB" dirty="0"/>
                  <a:t>1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2AAA25-5814-3292-EA46-5C08A682E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138" y="4559890"/>
                <a:ext cx="452047" cy="276999"/>
              </a:xfrm>
              <a:prstGeom prst="rect">
                <a:avLst/>
              </a:prstGeom>
              <a:blipFill>
                <a:blip r:embed="rId3"/>
                <a:stretch>
                  <a:fillRect l="-17333" t="-28889" r="-29333" b="-5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7A29C-C006-97CD-21E9-66AE5B453BE9}"/>
                  </a:ext>
                </a:extLst>
              </p:cNvPr>
              <p:cNvSpPr txBox="1"/>
              <p:nvPr/>
            </p:nvSpPr>
            <p:spPr>
              <a:xfrm>
                <a:off x="2763556" y="4635063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0.19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7A29C-C006-97CD-21E9-66AE5B453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56" y="4635063"/>
                <a:ext cx="514564" cy="276999"/>
              </a:xfrm>
              <a:prstGeom prst="rect">
                <a:avLst/>
              </a:prstGeom>
              <a:blipFill>
                <a:blip r:embed="rId4"/>
                <a:stretch>
                  <a:fillRect l="-7059" r="-8235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7CA30D-2C7C-30C4-941D-AEA710F5EDA2}"/>
                  </a:ext>
                </a:extLst>
              </p:cNvPr>
              <p:cNvSpPr txBox="1"/>
              <p:nvPr/>
            </p:nvSpPr>
            <p:spPr>
              <a:xfrm>
                <a:off x="4299705" y="4680698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0.17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7CA30D-2C7C-30C4-941D-AEA710F5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705" y="4680698"/>
                <a:ext cx="514564" cy="276999"/>
              </a:xfrm>
              <a:prstGeom prst="rect">
                <a:avLst/>
              </a:prstGeom>
              <a:blipFill>
                <a:blip r:embed="rId5"/>
                <a:stretch>
                  <a:fillRect l="-7059" r="-8235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5DDBC1-E845-1251-B01F-0EDFAA3C8F51}"/>
                  </a:ext>
                </a:extLst>
              </p:cNvPr>
              <p:cNvSpPr txBox="1"/>
              <p:nvPr/>
            </p:nvSpPr>
            <p:spPr>
              <a:xfrm>
                <a:off x="7376299" y="4734227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5DDBC1-E845-1251-B01F-0EDFAA3C8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99" y="4734227"/>
                <a:ext cx="514564" cy="276999"/>
              </a:xfrm>
              <a:prstGeom prst="rect">
                <a:avLst/>
              </a:prstGeom>
              <a:blipFill>
                <a:blip r:embed="rId6"/>
                <a:stretch>
                  <a:fillRect l="-7143" r="-952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0D3EBA2E-9AA0-AAFF-ACFA-FA30ED1210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3E7ADA-566D-BE42-C9EA-3F519F2DB228}"/>
                  </a:ext>
                </a:extLst>
              </p:cNvPr>
              <p:cNvSpPr txBox="1"/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High temperature </a:t>
                </a:r>
                <a14:m>
                  <m:oMath xmlns:m="http://schemas.openxmlformats.org/officeDocument/2006/math">
                    <m:r>
                      <a:rPr lang="en-GB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(close to 1) smooths the distribution, allowing for more variation.</a:t>
                </a:r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3E7ADA-566D-BE42-C9EA-3F519F2D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blipFill>
                <a:blip r:embed="rId7"/>
                <a:stretch>
                  <a:fillRect t="-8333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45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900A-409D-78D8-84F6-4A24793A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9AA78F-ED5F-6560-EEC9-A55E3E9266CA}"/>
              </a:ext>
            </a:extLst>
          </p:cNvPr>
          <p:cNvSpPr txBox="1"/>
          <p:nvPr/>
        </p:nvSpPr>
        <p:spPr>
          <a:xfrm>
            <a:off x="3970982" y="2121574"/>
            <a:ext cx="42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My favourite subject </a:t>
            </a:r>
            <a:r>
              <a:rPr lang="en-GB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is</a:t>
            </a:r>
            <a:endParaRPr lang="en-GB" sz="120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6A7F20-524C-C95F-FCE1-DA7A553E7A10}"/>
              </a:ext>
            </a:extLst>
          </p:cNvPr>
          <p:cNvCxnSpPr>
            <a:cxnSpLocks/>
          </p:cNvCxnSpPr>
          <p:nvPr/>
        </p:nvCxnSpPr>
        <p:spPr>
          <a:xfrm>
            <a:off x="1365565" y="5522613"/>
            <a:ext cx="94608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CB267B2-7026-30E1-41A9-DB9DDC99C49F}"/>
              </a:ext>
            </a:extLst>
          </p:cNvPr>
          <p:cNvSpPr/>
          <p:nvPr/>
        </p:nvSpPr>
        <p:spPr>
          <a:xfrm>
            <a:off x="2541004" y="4680643"/>
            <a:ext cx="959668" cy="84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9E8F23-4194-536E-CED9-11D103265FAB}"/>
              </a:ext>
            </a:extLst>
          </p:cNvPr>
          <p:cNvSpPr/>
          <p:nvPr/>
        </p:nvSpPr>
        <p:spPr>
          <a:xfrm>
            <a:off x="4078585" y="5223850"/>
            <a:ext cx="959668" cy="2987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07079-D5EE-49F9-36D2-EBB14926E3F8}"/>
              </a:ext>
            </a:extLst>
          </p:cNvPr>
          <p:cNvSpPr/>
          <p:nvPr/>
        </p:nvSpPr>
        <p:spPr>
          <a:xfrm>
            <a:off x="5616166" y="3911100"/>
            <a:ext cx="959668" cy="16115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59F09-EE0C-FE19-551E-7293B58FF09F}"/>
              </a:ext>
            </a:extLst>
          </p:cNvPr>
          <p:cNvSpPr/>
          <p:nvPr/>
        </p:nvSpPr>
        <p:spPr>
          <a:xfrm>
            <a:off x="7153747" y="5441501"/>
            <a:ext cx="959668" cy="811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6E5CC-FF95-676C-C02B-9CA4559E8FB4}"/>
              </a:ext>
            </a:extLst>
          </p:cNvPr>
          <p:cNvSpPr/>
          <p:nvPr/>
        </p:nvSpPr>
        <p:spPr>
          <a:xfrm>
            <a:off x="8691328" y="4306104"/>
            <a:ext cx="959668" cy="12165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210E39-7D90-57A8-0B55-9CE09FCCED4C}"/>
              </a:ext>
            </a:extLst>
          </p:cNvPr>
          <p:cNvSpPr txBox="1"/>
          <p:nvPr/>
        </p:nvSpPr>
        <p:spPr>
          <a:xfrm>
            <a:off x="2445188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French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F0BE9-EAB1-B042-FD0E-65EF54A83BF1}"/>
              </a:ext>
            </a:extLst>
          </p:cNvPr>
          <p:cNvSpPr txBox="1"/>
          <p:nvPr/>
        </p:nvSpPr>
        <p:spPr>
          <a:xfrm>
            <a:off x="5520350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Maths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90BD39-240B-5EDA-0A7E-FF5C260A206C}"/>
              </a:ext>
            </a:extLst>
          </p:cNvPr>
          <p:cNvSpPr txBox="1"/>
          <p:nvPr/>
        </p:nvSpPr>
        <p:spPr>
          <a:xfrm>
            <a:off x="3982769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Sports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36BF9-30EB-A09D-64F3-D3F2F458217C}"/>
              </a:ext>
            </a:extLst>
          </p:cNvPr>
          <p:cNvSpPr txBox="1"/>
          <p:nvPr/>
        </p:nvSpPr>
        <p:spPr>
          <a:xfrm>
            <a:off x="7057931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History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44A4D-6B79-E997-67F5-2EFD11A087CE}"/>
              </a:ext>
            </a:extLst>
          </p:cNvPr>
          <p:cNvSpPr txBox="1"/>
          <p:nvPr/>
        </p:nvSpPr>
        <p:spPr>
          <a:xfrm>
            <a:off x="8595512" y="5613883"/>
            <a:ext cx="1151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English</a:t>
            </a:r>
            <a:endParaRPr lang="en-GB" sz="1050" dirty="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E67A01-FE0B-4FB9-70E9-6379378CBA7C}"/>
                  </a:ext>
                </a:extLst>
              </p:cNvPr>
              <p:cNvSpPr txBox="1"/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E67A01-FE0B-4FB9-70E9-6379378CB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38" y="3495601"/>
                <a:ext cx="386324" cy="276999"/>
              </a:xfrm>
              <a:prstGeom prst="rect">
                <a:avLst/>
              </a:prstGeom>
              <a:blipFill>
                <a:blip r:embed="rId2"/>
                <a:stretch>
                  <a:fillRect l="-9375" r="-10938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222233-53E1-D539-DFD8-FC957A113719}"/>
                  </a:ext>
                </a:extLst>
              </p:cNvPr>
              <p:cNvSpPr txBox="1"/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222233-53E1-D539-DFD8-FC957A113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000" y="3957918"/>
                <a:ext cx="386324" cy="276999"/>
              </a:xfrm>
              <a:prstGeom prst="rect">
                <a:avLst/>
              </a:prstGeom>
              <a:blipFill>
                <a:blip r:embed="rId3"/>
                <a:stretch>
                  <a:fillRect l="-11111" r="-111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69AF7E-1C28-6919-7FE5-9FA147015B7C}"/>
                  </a:ext>
                </a:extLst>
              </p:cNvPr>
              <p:cNvSpPr txBox="1"/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69AF7E-1C28-6919-7FE5-9FA14701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676" y="4291508"/>
                <a:ext cx="386324" cy="276999"/>
              </a:xfrm>
              <a:prstGeom prst="rect">
                <a:avLst/>
              </a:prstGeom>
              <a:blipFill>
                <a:blip r:embed="rId4"/>
                <a:stretch>
                  <a:fillRect l="-11111" r="-111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B5A7F2-60E7-BB8B-D21F-20AF6CC4D90D}"/>
                  </a:ext>
                </a:extLst>
              </p:cNvPr>
              <p:cNvSpPr txBox="1"/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0.075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B5A7F2-60E7-BB8B-D21F-20AF6CC4D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016" y="4916346"/>
                <a:ext cx="642805" cy="276999"/>
              </a:xfrm>
              <a:prstGeom prst="rect">
                <a:avLst/>
              </a:prstGeom>
              <a:blipFill>
                <a:blip r:embed="rId5"/>
                <a:stretch>
                  <a:fillRect l="-5714" r="-7619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B7C129-3352-D32E-60F6-586D0B849C11}"/>
                  </a:ext>
                </a:extLst>
              </p:cNvPr>
              <p:cNvSpPr txBox="1"/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B7C129-3352-D32E-60F6-586D0B849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178" y="5143128"/>
                <a:ext cx="642805" cy="276999"/>
              </a:xfrm>
              <a:prstGeom prst="rect">
                <a:avLst/>
              </a:prstGeom>
              <a:blipFill>
                <a:blip r:embed="rId6"/>
                <a:stretch>
                  <a:fillRect l="-6667" r="-7619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4F467AE-E6A9-0C35-4525-B9F52D6E8BA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5E35ED-91E2-2290-1F7D-96F25CB5A2A1}"/>
                  </a:ext>
                </a:extLst>
              </p:cNvPr>
              <p:cNvSpPr txBox="1"/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Temperature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is a scale from 0 to 1 that adjusts the transition probability distribution of a word.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5E35ED-91E2-2290-1F7D-96F25CB5A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457" y="1125772"/>
                <a:ext cx="8841086" cy="954107"/>
              </a:xfrm>
              <a:prstGeom prst="rect">
                <a:avLst/>
              </a:prstGeom>
              <a:blipFill>
                <a:blip r:embed="rId7"/>
                <a:stretch>
                  <a:fillRect t="-8333" r="-207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832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862D-CE93-AECF-8D3F-AA9E0A24B5E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F78854-A554-31CB-E18D-BD3398DE32B5}"/>
                  </a:ext>
                </a:extLst>
              </p:cNvPr>
              <p:cNvSpPr txBox="1"/>
              <p:nvPr/>
            </p:nvSpPr>
            <p:spPr>
              <a:xfrm>
                <a:off x="3950636" y="2460313"/>
                <a:ext cx="4290726" cy="18113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3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de-CH" sz="36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e-CH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CH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de-CH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F78854-A554-31CB-E18D-BD3398DE3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636" y="2460313"/>
                <a:ext cx="4290726" cy="18113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DB2900-38ED-BB48-7F21-A2C91746FF04}"/>
                  </a:ext>
                </a:extLst>
              </p:cNvPr>
              <p:cNvSpPr txBox="1"/>
              <p:nvPr/>
            </p:nvSpPr>
            <p:spPr>
              <a:xfrm>
                <a:off x="987110" y="1076126"/>
                <a:ext cx="1021777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Temperature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uses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𝑜𝑓𝑡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𝑓𝑢𝑛𝑐𝑡𝑖𝑜𝑛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to adjust the probability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’(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of a word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DB2900-38ED-BB48-7F21-A2C91746F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10" y="1076126"/>
                <a:ext cx="10217779" cy="954107"/>
              </a:xfrm>
              <a:prstGeom prst="rect">
                <a:avLst/>
              </a:prstGeom>
              <a:blipFill>
                <a:blip r:embed="rId3"/>
                <a:stretch>
                  <a:fillRect t="-8333" b="-160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7CC9C-69F8-CED5-A5DA-DCB6178228CD}"/>
                  </a:ext>
                </a:extLst>
              </p:cNvPr>
              <p:cNvSpPr txBox="1"/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𝐿𝑜𝑔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scales probabilities down evenly.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keeps values positive.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CH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normalises the probabilities to sum to 1.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7CC9C-69F8-CED5-A5DA-DCB61782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blipFill>
                <a:blip r:embed="rId4"/>
                <a:stretch>
                  <a:fillRect t="-5128" r="-2809" b="-7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32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F2F3-0507-04AD-5A2A-6AD54E09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CA5F-BE6D-D7B0-5BC9-45D1966296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C9CA8C-C21D-1FD9-7121-250626E46B86}"/>
                  </a:ext>
                </a:extLst>
              </p:cNvPr>
              <p:cNvSpPr txBox="1"/>
              <p:nvPr/>
            </p:nvSpPr>
            <p:spPr>
              <a:xfrm>
                <a:off x="987110" y="2741234"/>
                <a:ext cx="10498322" cy="9612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𝑀𝑎𝑡h𝑠</m:t>
                          </m:r>
                        </m:e>
                      </m:d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𝑀𝑎𝑡h𝑠</m:t>
                                      </m:r>
                                    </m:e>
                                  </m:d>
                                  <m:r>
                                    <a:rPr lang="de-CH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e-CH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𝐹𝑟𝑒𝑛𝑐h</m:t>
                                      </m:r>
                                    </m:e>
                                  </m:d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𝑆𝑝𝑜𝑟𝑡𝑠</m:t>
                                      </m:r>
                                    </m:e>
                                  </m:d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𝑀𝑎𝑡h𝑠</m:t>
                                      </m:r>
                                    </m:e>
                                  </m:d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𝐻𝑖𝑠𝑡𝑜𝑟𝑦</m:t>
                                      </m:r>
                                    </m:e>
                                  </m:d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de-CH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CH" sz="2000" b="0" i="1" smtClean="0">
                                          <a:latin typeface="Cambria Math" panose="02040503050406030204" pitchFamily="18" charset="0"/>
                                        </a:rPr>
                                        <m:t>𝐸𝑛𝑔𝑙𝑖𝑠h</m:t>
                                      </m:r>
                                    </m:e>
                                  </m:d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C9CA8C-C21D-1FD9-7121-250626E46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10" y="2741234"/>
                <a:ext cx="10498322" cy="961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F72350-2DE7-7E4F-3BF5-C50717587068}"/>
                  </a:ext>
                </a:extLst>
              </p:cNvPr>
              <p:cNvSpPr txBox="1"/>
              <p:nvPr/>
            </p:nvSpPr>
            <p:spPr>
              <a:xfrm>
                <a:off x="987110" y="1076126"/>
                <a:ext cx="1021777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Temperature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uses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𝑜𝑓𝑡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𝑓𝑢𝑛𝑐𝑡𝑖𝑜𝑛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to adjust the probability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F72350-2DE7-7E4F-3BF5-C50717587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10" y="1076126"/>
                <a:ext cx="10217779" cy="954107"/>
              </a:xfrm>
              <a:prstGeom prst="rect">
                <a:avLst/>
              </a:prstGeom>
              <a:blipFill>
                <a:blip r:embed="rId3"/>
                <a:stretch>
                  <a:fillRect t="-8333" b="-160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E89B-AE4E-DE14-BF21-AA55F2522AF0}"/>
                  </a:ext>
                </a:extLst>
              </p:cNvPr>
              <p:cNvSpPr txBox="1"/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𝐿𝑜𝑔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scales probabilities down evenly.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keeps values positive.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CH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normalises the probabilities to sum to 1.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E89B-AE4E-DE14-BF21-AA55F2522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blipFill>
                <a:blip r:embed="rId4"/>
                <a:stretch>
                  <a:fillRect t="-5128" r="-2809" b="-7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925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D6022-655E-7967-967D-FA41BB0C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FF36-B435-D1C0-1D19-CFD6419823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C14EDE-DA04-2FBA-F8EF-B83332358BFE}"/>
                  </a:ext>
                </a:extLst>
              </p:cNvPr>
              <p:cNvSpPr txBox="1"/>
              <p:nvPr/>
            </p:nvSpPr>
            <p:spPr>
              <a:xfrm>
                <a:off x="1629069" y="2626145"/>
                <a:ext cx="8933856" cy="1140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𝑀𝑎𝑡h𝑠</m:t>
                          </m:r>
                        </m:e>
                      </m:d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⁡(0.4)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0.075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(0.4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de-CH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0.3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C14EDE-DA04-2FBA-F8EF-B83332358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069" y="2626145"/>
                <a:ext cx="8933856" cy="11401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8E631-3869-C861-5720-4A9E0BAA2BA3}"/>
                  </a:ext>
                </a:extLst>
              </p:cNvPr>
              <p:cNvSpPr txBox="1"/>
              <p:nvPr/>
            </p:nvSpPr>
            <p:spPr>
              <a:xfrm>
                <a:off x="987108" y="1167468"/>
                <a:ext cx="10217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8E631-3869-C861-5720-4A9E0BAA2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08" y="1167468"/>
                <a:ext cx="10217779" cy="523220"/>
              </a:xfrm>
              <a:prstGeom prst="rect">
                <a:avLst/>
              </a:prstGeom>
              <a:blipFill>
                <a:blip r:embed="rId3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5BD37-AF2E-0215-F54F-346C885291DB}"/>
                  </a:ext>
                </a:extLst>
              </p:cNvPr>
              <p:cNvSpPr txBox="1"/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𝐿𝑜𝑔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scales probabilities down evenly.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keeps values positive.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CH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normalises the probabilities to sum to 1.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5BD37-AF2E-0215-F54F-346C88529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blipFill>
                <a:blip r:embed="rId4"/>
                <a:stretch>
                  <a:fillRect t="-5128" r="-2889" b="-7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876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E21C-C36F-0443-B1F7-6A8C48A1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0038-2B31-446C-2359-4F739A24CAB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Temperature Adjustment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0AD2C5-C603-D1BA-12DB-0623F654F2B3}"/>
                  </a:ext>
                </a:extLst>
              </p:cNvPr>
              <p:cNvSpPr txBox="1"/>
              <p:nvPr/>
            </p:nvSpPr>
            <p:spPr>
              <a:xfrm>
                <a:off x="1375698" y="2783527"/>
                <a:ext cx="9440598" cy="8254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𝑀𝑎𝑡h𝑠</m:t>
                          </m:r>
                        </m:e>
                      </m:d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0.159</m:t>
                          </m:r>
                        </m:num>
                        <m:den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0.04+0.0056+</m:t>
                          </m:r>
                          <m:r>
                            <a:rPr lang="de-CH" sz="28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.159+0.0006+0.09</m:t>
                          </m:r>
                        </m:den>
                      </m:f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=0.54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0AD2C5-C603-D1BA-12DB-0623F654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98" y="2783527"/>
                <a:ext cx="9440598" cy="8254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2B5B20-119C-2A2C-06F8-CFFBAB82AC4A}"/>
                  </a:ext>
                </a:extLst>
              </p:cNvPr>
              <p:cNvSpPr txBox="1"/>
              <p:nvPr/>
            </p:nvSpPr>
            <p:spPr>
              <a:xfrm>
                <a:off x="987108" y="1167468"/>
                <a:ext cx="10217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de-CH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𝑀𝑎𝑡h𝑠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endParaRPr lang="en-US" sz="280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2B5B20-119C-2A2C-06F8-CFFBAB82A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08" y="1167468"/>
                <a:ext cx="10217779" cy="523220"/>
              </a:xfrm>
              <a:prstGeom prst="rect">
                <a:avLst/>
              </a:prstGeom>
              <a:blipFill>
                <a:blip r:embed="rId3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D46245-21E8-9129-BD76-F350BEDF6776}"/>
                  </a:ext>
                </a:extLst>
              </p:cNvPr>
              <p:cNvSpPr txBox="1"/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𝐿𝑜𝑔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e-CH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scales probabilities down evenly.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de-CH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keeps values positive.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CH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normalises the probabilities to sum to 1.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D46245-21E8-9129-BD76-F350BEDF6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236" y="4701786"/>
                <a:ext cx="7593525" cy="1421864"/>
              </a:xfrm>
              <a:prstGeom prst="rect">
                <a:avLst/>
              </a:prstGeom>
              <a:blipFill>
                <a:blip r:embed="rId4"/>
                <a:stretch>
                  <a:fillRect t="-5128" r="-2809" b="-7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831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511B-A744-1978-8D63-76112C79492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Training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70D72D67-1121-A3DF-EACC-9DE835901524}"/>
              </a:ext>
            </a:extLst>
          </p:cNvPr>
          <p:cNvSpPr/>
          <p:nvPr/>
        </p:nvSpPr>
        <p:spPr>
          <a:xfrm>
            <a:off x="964576" y="3293200"/>
            <a:ext cx="1961203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Text Corpus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52071832-0BFF-AD9C-AED9-83B7105746E1}"/>
              </a:ext>
            </a:extLst>
          </p:cNvPr>
          <p:cNvSpPr/>
          <p:nvPr/>
        </p:nvSpPr>
        <p:spPr>
          <a:xfrm>
            <a:off x="8757337" y="3293198"/>
            <a:ext cx="2470087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Transition Probabilities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8392BAE-F9CE-FC5C-88A8-21B613D0642D}"/>
              </a:ext>
            </a:extLst>
          </p:cNvPr>
          <p:cNvSpPr/>
          <p:nvPr/>
        </p:nvSpPr>
        <p:spPr>
          <a:xfrm>
            <a:off x="3214830" y="3293199"/>
            <a:ext cx="1697526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Preprocessing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C44B42BD-345F-AE78-ADF5-D72783327C48}"/>
              </a:ext>
            </a:extLst>
          </p:cNvPr>
          <p:cNvSpPr/>
          <p:nvPr/>
        </p:nvSpPr>
        <p:spPr>
          <a:xfrm>
            <a:off x="5201407" y="3293199"/>
            <a:ext cx="1488914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Tokenisation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4DFB8A9-70C2-E109-EA47-A633AB4C1FAC}"/>
              </a:ext>
            </a:extLst>
          </p:cNvPr>
          <p:cNvSpPr/>
          <p:nvPr/>
        </p:nvSpPr>
        <p:spPr>
          <a:xfrm>
            <a:off x="6979372" y="3293199"/>
            <a:ext cx="1488914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Naive Bayes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177B6F-B00F-2A51-739D-EF5D7C0C5EC5}"/>
              </a:ext>
            </a:extLst>
          </p:cNvPr>
          <p:cNvCxnSpPr>
            <a:stCxn id="3" idx="5"/>
            <a:endCxn id="5" idx="1"/>
          </p:cNvCxnSpPr>
          <p:nvPr/>
        </p:nvCxnSpPr>
        <p:spPr>
          <a:xfrm flipV="1">
            <a:off x="2729659" y="3694371"/>
            <a:ext cx="48517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BC05DA-5DE6-DC3F-CA07-D8FBC82FEA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912356" y="3694371"/>
            <a:ext cx="289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E037DB-D18E-860E-9ECA-1E3EFCE6630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690321" y="3694371"/>
            <a:ext cx="289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313B31-8EFF-694B-9BBA-9B510B8E0D8B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 flipV="1">
            <a:off x="8468286" y="3694370"/>
            <a:ext cx="53606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204A8A-777F-9F4E-6A9E-0E416BC5F1ED}"/>
              </a:ext>
            </a:extLst>
          </p:cNvPr>
          <p:cNvSpPr txBox="1"/>
          <p:nvPr/>
        </p:nvSpPr>
        <p:spPr>
          <a:xfrm>
            <a:off x="987110" y="1076126"/>
            <a:ext cx="1021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training phase is when our text prediction model learns the transition probabilities from the given text corpus: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E71A6C-E1BA-DFD5-D89E-C09B341F178B}"/>
              </a:ext>
            </a:extLst>
          </p:cNvPr>
          <p:cNvSpPr txBox="1"/>
          <p:nvPr/>
        </p:nvSpPr>
        <p:spPr>
          <a:xfrm>
            <a:off x="436362" y="2108645"/>
            <a:ext cx="3017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entire</a:t>
            </a:r>
            <a:b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Romeo and Juliet script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73A68B-89D1-E821-FB44-82FC8E556F1E}"/>
              </a:ext>
            </a:extLst>
          </p:cNvPr>
          <p:cNvCxnSpPr>
            <a:cxnSpLocks/>
            <a:stCxn id="3" idx="1"/>
            <a:endCxn id="21" idx="2"/>
          </p:cNvCxnSpPr>
          <p:nvPr/>
        </p:nvCxnSpPr>
        <p:spPr>
          <a:xfrm flipH="1" flipV="1">
            <a:off x="1945177" y="2693420"/>
            <a:ext cx="1" cy="59978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D04FA21-3402-7FBA-A12E-D79299DD25BC}"/>
              </a:ext>
            </a:extLst>
          </p:cNvPr>
          <p:cNvSpPr txBox="1"/>
          <p:nvPr/>
        </p:nvSpPr>
        <p:spPr>
          <a:xfrm>
            <a:off x="2914842" y="4700947"/>
            <a:ext cx="22865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Convert to lowercase</a:t>
            </a:r>
            <a:b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Remove punctuation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0890A4-FE23-2A33-456C-5A95EA565917}"/>
              </a:ext>
            </a:extLst>
          </p:cNvPr>
          <p:cNvCxnSpPr>
            <a:cxnSpLocks/>
            <a:stCxn id="5" idx="2"/>
            <a:endCxn id="28" idx="0"/>
          </p:cNvCxnSpPr>
          <p:nvPr/>
        </p:nvCxnSpPr>
        <p:spPr>
          <a:xfrm flipH="1">
            <a:off x="4058125" y="4095542"/>
            <a:ext cx="5468" cy="605405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2C7B24B-1E6E-78A7-DB39-501E1A6C6FE4}"/>
              </a:ext>
            </a:extLst>
          </p:cNvPr>
          <p:cNvSpPr txBox="1"/>
          <p:nvPr/>
        </p:nvSpPr>
        <p:spPr>
          <a:xfrm>
            <a:off x="4434593" y="2230298"/>
            <a:ext cx="3017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Turn text into word-tokens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ACFCE87-184F-62F1-076A-E8F66092A833}"/>
              </a:ext>
            </a:extLst>
          </p:cNvPr>
          <p:cNvCxnSpPr>
            <a:cxnSpLocks/>
            <a:stCxn id="6" idx="0"/>
            <a:endCxn id="34" idx="2"/>
          </p:cNvCxnSpPr>
          <p:nvPr/>
        </p:nvCxnSpPr>
        <p:spPr>
          <a:xfrm flipH="1" flipV="1">
            <a:off x="5943408" y="2568852"/>
            <a:ext cx="2456" cy="724347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D3E17C-4FF7-8D4B-101D-3C07F37747B9}"/>
              </a:ext>
            </a:extLst>
          </p:cNvPr>
          <p:cNvSpPr txBox="1"/>
          <p:nvPr/>
        </p:nvSpPr>
        <p:spPr>
          <a:xfrm>
            <a:off x="6580547" y="4700947"/>
            <a:ext cx="22865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Apply Bayes’ theorem to every bigram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708F99-C9EE-11E0-07B4-8BC2B6530CD2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>
            <a:off x="7723829" y="4095542"/>
            <a:ext cx="1" cy="605405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C2FAE4A-5F19-1258-9BEF-C3DF5A4DBAF0}"/>
              </a:ext>
            </a:extLst>
          </p:cNvPr>
          <p:cNvSpPr txBox="1"/>
          <p:nvPr/>
        </p:nvSpPr>
        <p:spPr>
          <a:xfrm>
            <a:off x="8483565" y="2112115"/>
            <a:ext cx="3017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Stored in a table for</a:t>
            </a:r>
            <a:b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later retrieval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2A15F9-3C3E-3380-CFF5-5D037D39E4D5}"/>
              </a:ext>
            </a:extLst>
          </p:cNvPr>
          <p:cNvCxnSpPr>
            <a:cxnSpLocks/>
            <a:stCxn id="4" idx="1"/>
            <a:endCxn id="41" idx="2"/>
          </p:cNvCxnSpPr>
          <p:nvPr/>
        </p:nvCxnSpPr>
        <p:spPr>
          <a:xfrm flipH="1" flipV="1">
            <a:off x="9992380" y="2696890"/>
            <a:ext cx="1" cy="596308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285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21" grpId="0"/>
      <p:bldP spid="28" grpId="0"/>
      <p:bldP spid="34" grpId="0"/>
      <p:bldP spid="38" grpId="0"/>
      <p:bldP spid="4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14D6-3FFC-FE24-0828-A344DF4B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B6E0-110A-10A8-640C-0598F9C806C9}"/>
              </a:ext>
            </a:extLst>
          </p:cNvPr>
          <p:cNvSpPr txBox="1">
            <a:spLocks/>
          </p:cNvSpPr>
          <p:nvPr/>
        </p:nvSpPr>
        <p:spPr>
          <a:xfrm>
            <a:off x="487001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Inference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3D282D-A248-1BFA-98F6-F99566DDBC2C}"/>
              </a:ext>
            </a:extLst>
          </p:cNvPr>
          <p:cNvSpPr txBox="1"/>
          <p:nvPr/>
        </p:nvSpPr>
        <p:spPr>
          <a:xfrm>
            <a:off x="987110" y="1076126"/>
            <a:ext cx="1021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inference phase is when our text prediction model generates</a:t>
            </a:r>
            <a:b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an output based on a user input: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5E6CCC-7FEC-BC1A-6C04-F1378B867F81}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 flipV="1">
            <a:off x="2390010" y="3694371"/>
            <a:ext cx="46327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072EA1-056C-505F-F85B-8B665DA8CFC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23785" y="3694371"/>
            <a:ext cx="289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593406-1F33-93F4-FCA9-3BEF75499BB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683337" y="3694371"/>
            <a:ext cx="289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7650D5-EF77-4E5B-8840-8F2EE63EAFE6}"/>
              </a:ext>
            </a:extLst>
          </p:cNvPr>
          <p:cNvCxnSpPr>
            <a:cxnSpLocks/>
            <a:stCxn id="88" idx="3"/>
            <a:endCxn id="4" idx="2"/>
          </p:cNvCxnSpPr>
          <p:nvPr/>
        </p:nvCxnSpPr>
        <p:spPr>
          <a:xfrm flipV="1">
            <a:off x="9375634" y="3694369"/>
            <a:ext cx="4595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19A749-E0BF-B909-0B11-51173748FEFC}"/>
              </a:ext>
            </a:extLst>
          </p:cNvPr>
          <p:cNvSpPr txBox="1"/>
          <p:nvPr/>
        </p:nvSpPr>
        <p:spPr>
          <a:xfrm>
            <a:off x="184306" y="2223137"/>
            <a:ext cx="3017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O Romeo, Romeo, wherefore art thou...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513740-3E05-E3C9-4261-3F00445CD42C}"/>
              </a:ext>
            </a:extLst>
          </p:cNvPr>
          <p:cNvCxnSpPr>
            <a:cxnSpLocks/>
            <a:stCxn id="3" idx="1"/>
            <a:endCxn id="21" idx="2"/>
          </p:cNvCxnSpPr>
          <p:nvPr/>
        </p:nvCxnSpPr>
        <p:spPr>
          <a:xfrm flipV="1">
            <a:off x="1693121" y="2807912"/>
            <a:ext cx="0" cy="485288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A0FD9C-1ACD-A865-32C5-3A2F41AE3D6E}"/>
              </a:ext>
            </a:extLst>
          </p:cNvPr>
          <p:cNvSpPr txBox="1"/>
          <p:nvPr/>
        </p:nvSpPr>
        <p:spPr>
          <a:xfrm>
            <a:off x="2314152" y="4664946"/>
            <a:ext cx="23503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Since only bigrams matter, the last word of the input is extracted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1FE06B-9214-7AD5-2C42-580D76D148DC}"/>
              </a:ext>
            </a:extLst>
          </p:cNvPr>
          <p:cNvCxnSpPr>
            <a:cxnSpLocks/>
            <a:stCxn id="5" idx="2"/>
            <a:endCxn id="28" idx="0"/>
          </p:cNvCxnSpPr>
          <p:nvPr/>
        </p:nvCxnSpPr>
        <p:spPr>
          <a:xfrm>
            <a:off x="3488534" y="4095542"/>
            <a:ext cx="788" cy="569404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19035C-860C-C188-9F25-6C62E1C1A844}"/>
              </a:ext>
            </a:extLst>
          </p:cNvPr>
          <p:cNvSpPr txBox="1"/>
          <p:nvPr/>
        </p:nvSpPr>
        <p:spPr>
          <a:xfrm>
            <a:off x="3541256" y="2223136"/>
            <a:ext cx="3017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If the word is not in a bigram, use a random one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8C285E-70A8-F640-F3EA-124F873855CE}"/>
              </a:ext>
            </a:extLst>
          </p:cNvPr>
          <p:cNvCxnSpPr>
            <a:cxnSpLocks/>
            <a:stCxn id="6" idx="0"/>
            <a:endCxn id="34" idx="2"/>
          </p:cNvCxnSpPr>
          <p:nvPr/>
        </p:nvCxnSpPr>
        <p:spPr>
          <a:xfrm flipV="1">
            <a:off x="5048086" y="2807911"/>
            <a:ext cx="1985" cy="485288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2E7BF1-0C60-FDBC-446F-9F6253DE0B1E}"/>
              </a:ext>
            </a:extLst>
          </p:cNvPr>
          <p:cNvSpPr txBox="1"/>
          <p:nvPr/>
        </p:nvSpPr>
        <p:spPr>
          <a:xfrm>
            <a:off x="5607652" y="4670037"/>
            <a:ext cx="22865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Retrieve word transition probabilities from the table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E41737-24CA-5442-4B9E-86E8487196C1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 flipH="1">
            <a:off x="6750935" y="4095542"/>
            <a:ext cx="1" cy="574495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A8EF7AD-77F0-F5AC-EE1D-B6BC362EFE7F}"/>
              </a:ext>
            </a:extLst>
          </p:cNvPr>
          <p:cNvSpPr txBox="1"/>
          <p:nvPr/>
        </p:nvSpPr>
        <p:spPr>
          <a:xfrm>
            <a:off x="9805160" y="4911167"/>
            <a:ext cx="14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…romeo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D11845-120D-F3B5-F64E-C242CDA7D402}"/>
              </a:ext>
            </a:extLst>
          </p:cNvPr>
          <p:cNvCxnSpPr>
            <a:cxnSpLocks/>
            <a:stCxn id="4" idx="4"/>
            <a:endCxn id="41" idx="0"/>
          </p:cNvCxnSpPr>
          <p:nvPr/>
        </p:nvCxnSpPr>
        <p:spPr>
          <a:xfrm>
            <a:off x="10517336" y="4095540"/>
            <a:ext cx="0" cy="815627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BF0F1EDE-DA7B-6755-5AE7-6B50A3AA2115}"/>
              </a:ext>
            </a:extLst>
          </p:cNvPr>
          <p:cNvSpPr/>
          <p:nvPr/>
        </p:nvSpPr>
        <p:spPr>
          <a:xfrm>
            <a:off x="822010" y="3293200"/>
            <a:ext cx="1742222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128A6429-9773-CB6E-56CE-27425ECF4072}"/>
              </a:ext>
            </a:extLst>
          </p:cNvPr>
          <p:cNvSpPr/>
          <p:nvPr/>
        </p:nvSpPr>
        <p:spPr>
          <a:xfrm>
            <a:off x="9664681" y="3293197"/>
            <a:ext cx="1705310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Predict Word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16992FD-7787-F7A2-42DC-36B8356CBA4C}"/>
              </a:ext>
            </a:extLst>
          </p:cNvPr>
          <p:cNvSpPr/>
          <p:nvPr/>
        </p:nvSpPr>
        <p:spPr>
          <a:xfrm>
            <a:off x="2853283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Extract Context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881E1F81-23F8-993C-60CE-2D631B0C683E}"/>
              </a:ext>
            </a:extLst>
          </p:cNvPr>
          <p:cNvSpPr/>
          <p:nvPr/>
        </p:nvSpPr>
        <p:spPr>
          <a:xfrm>
            <a:off x="4412835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Check Validity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59B60125-997E-2464-E002-0E4D050D7C73}"/>
              </a:ext>
            </a:extLst>
          </p:cNvPr>
          <p:cNvSpPr/>
          <p:nvPr/>
        </p:nvSpPr>
        <p:spPr>
          <a:xfrm>
            <a:off x="5972385" y="3293199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Transition Probability</a:t>
            </a:r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F905DAF5-0375-ADCC-E4BA-F3E73166CC25}"/>
              </a:ext>
            </a:extLst>
          </p:cNvPr>
          <p:cNvSpPr/>
          <p:nvPr/>
        </p:nvSpPr>
        <p:spPr>
          <a:xfrm>
            <a:off x="7818533" y="3293198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Temperature Adjustment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F0E3A13-B799-4439-A337-F149C02A66F0}"/>
              </a:ext>
            </a:extLst>
          </p:cNvPr>
          <p:cNvSpPr txBox="1"/>
          <p:nvPr/>
        </p:nvSpPr>
        <p:spPr>
          <a:xfrm>
            <a:off x="7088268" y="2223134"/>
            <a:ext cx="3017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Scale based on the temperature value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9A05540-7A2E-A725-5676-EF9C3BAC3833}"/>
              </a:ext>
            </a:extLst>
          </p:cNvPr>
          <p:cNvCxnSpPr>
            <a:cxnSpLocks/>
            <a:stCxn id="88" idx="0"/>
            <a:endCxn id="89" idx="2"/>
          </p:cNvCxnSpPr>
          <p:nvPr/>
        </p:nvCxnSpPr>
        <p:spPr>
          <a:xfrm flipH="1" flipV="1">
            <a:off x="8597083" y="2807909"/>
            <a:ext cx="1" cy="485289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35DEAB4-2590-E8FE-39B7-EE8F0699C793}"/>
              </a:ext>
            </a:extLst>
          </p:cNvPr>
          <p:cNvCxnSpPr>
            <a:cxnSpLocks/>
            <a:stCxn id="7" idx="3"/>
            <a:endCxn id="88" idx="1"/>
          </p:cNvCxnSpPr>
          <p:nvPr/>
        </p:nvCxnSpPr>
        <p:spPr>
          <a:xfrm flipV="1">
            <a:off x="7529486" y="3694370"/>
            <a:ext cx="2890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4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34" grpId="0"/>
      <p:bldP spid="38" grpId="0"/>
      <p:bldP spid="41" grpId="0"/>
      <p:bldP spid="3" grpId="0" animBg="1"/>
      <p:bldP spid="4" grpId="0" animBg="1"/>
      <p:bldP spid="5" grpId="0" animBg="1"/>
      <p:bldP spid="6" grpId="0" animBg="1"/>
      <p:bldP spid="7" grpId="0" animBg="1"/>
      <p:bldP spid="88" grpId="0" animBg="1"/>
      <p:bldP spid="8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22B5-FE98-DF87-3927-A1846390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53BC-F4B0-7B25-3F4B-60B5BE8C86D8}"/>
              </a:ext>
            </a:extLst>
          </p:cNvPr>
          <p:cNvSpPr txBox="1">
            <a:spLocks/>
          </p:cNvSpPr>
          <p:nvPr/>
        </p:nvSpPr>
        <p:spPr>
          <a:xfrm>
            <a:off x="487001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Inference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A1EC5F-4A70-9408-0181-00B71C1C5B3C}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 flipV="1">
            <a:off x="2390010" y="3694371"/>
            <a:ext cx="46327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969858-5781-F3C1-4E93-E7E9FD569B9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23785" y="3694371"/>
            <a:ext cx="289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A28834-0C2A-049F-1937-4DE19271C5F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683337" y="3694371"/>
            <a:ext cx="289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0A7318-6CC0-0717-2D70-DACAC6739507}"/>
              </a:ext>
            </a:extLst>
          </p:cNvPr>
          <p:cNvCxnSpPr>
            <a:cxnSpLocks/>
            <a:stCxn id="88" idx="3"/>
            <a:endCxn id="4" idx="2"/>
          </p:cNvCxnSpPr>
          <p:nvPr/>
        </p:nvCxnSpPr>
        <p:spPr>
          <a:xfrm flipV="1">
            <a:off x="9375634" y="3694369"/>
            <a:ext cx="4595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D0CDB26E-20AB-6F75-5FAA-6BDB821BE9A4}"/>
              </a:ext>
            </a:extLst>
          </p:cNvPr>
          <p:cNvSpPr/>
          <p:nvPr/>
        </p:nvSpPr>
        <p:spPr>
          <a:xfrm>
            <a:off x="822010" y="3293200"/>
            <a:ext cx="1742222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1612ECCF-5E1C-3CF6-1AFD-3F82D5D3896E}"/>
              </a:ext>
            </a:extLst>
          </p:cNvPr>
          <p:cNvSpPr/>
          <p:nvPr/>
        </p:nvSpPr>
        <p:spPr>
          <a:xfrm>
            <a:off x="9664681" y="3293197"/>
            <a:ext cx="1705310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Predict Word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3B59946-0986-B4CA-B3D2-17A247648019}"/>
              </a:ext>
            </a:extLst>
          </p:cNvPr>
          <p:cNvSpPr/>
          <p:nvPr/>
        </p:nvSpPr>
        <p:spPr>
          <a:xfrm>
            <a:off x="2853283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Extract Context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57288A51-60AD-DEA0-38CC-F0F8823CF715}"/>
              </a:ext>
            </a:extLst>
          </p:cNvPr>
          <p:cNvSpPr/>
          <p:nvPr/>
        </p:nvSpPr>
        <p:spPr>
          <a:xfrm>
            <a:off x="4412835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Check Validity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EEA7B93D-5C14-621C-5B35-60DDB143DAF4}"/>
              </a:ext>
            </a:extLst>
          </p:cNvPr>
          <p:cNvSpPr/>
          <p:nvPr/>
        </p:nvSpPr>
        <p:spPr>
          <a:xfrm>
            <a:off x="5972385" y="3293199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Transition Probability</a:t>
            </a:r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13D14727-5092-15FA-6F09-96FA5CEF4A80}"/>
              </a:ext>
            </a:extLst>
          </p:cNvPr>
          <p:cNvSpPr/>
          <p:nvPr/>
        </p:nvSpPr>
        <p:spPr>
          <a:xfrm>
            <a:off x="7818533" y="3293198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Temperature Adjustment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575D448-22F8-79C0-2DB1-AB87C5CAB0C6}"/>
              </a:ext>
            </a:extLst>
          </p:cNvPr>
          <p:cNvCxnSpPr>
            <a:cxnSpLocks/>
            <a:stCxn id="7" idx="3"/>
            <a:endCxn id="88" idx="1"/>
          </p:cNvCxnSpPr>
          <p:nvPr/>
        </p:nvCxnSpPr>
        <p:spPr>
          <a:xfrm flipV="1">
            <a:off x="7529486" y="3694370"/>
            <a:ext cx="2890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13D457-849F-98B5-5EEE-9DC6A1F19A74}"/>
              </a:ext>
            </a:extLst>
          </p:cNvPr>
          <p:cNvSpPr txBox="1"/>
          <p:nvPr/>
        </p:nvSpPr>
        <p:spPr>
          <a:xfrm>
            <a:off x="987110" y="1076126"/>
            <a:ext cx="1021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inference phase is when our text prediction model generates</a:t>
            </a:r>
            <a:b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an output based on a user input: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18E52-E6EA-C3EF-EE75-D1092FADF36B}"/>
              </a:ext>
            </a:extLst>
          </p:cNvPr>
          <p:cNvSpPr txBox="1"/>
          <p:nvPr/>
        </p:nvSpPr>
        <p:spPr>
          <a:xfrm>
            <a:off x="1600955" y="2307251"/>
            <a:ext cx="89900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How can we generate more than just one word?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96466B8-62C5-3E73-B379-53335BD7BFB5}"/>
              </a:ext>
            </a:extLst>
          </p:cNvPr>
          <p:cNvCxnSpPr>
            <a:cxnSpLocks/>
            <a:stCxn id="4" idx="4"/>
            <a:endCxn id="7" idx="2"/>
          </p:cNvCxnSpPr>
          <p:nvPr/>
        </p:nvCxnSpPr>
        <p:spPr>
          <a:xfrm rot="5400000">
            <a:off x="8634135" y="2212341"/>
            <a:ext cx="2" cy="3766400"/>
          </a:xfrm>
          <a:prstGeom prst="bentConnector3">
            <a:avLst>
              <a:gd name="adj1" fmla="val 1143010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0327E-28E9-101F-288E-295B83494957}"/>
                  </a:ext>
                </a:extLst>
              </p:cNvPr>
              <p:cNvSpPr txBox="1"/>
              <p:nvPr/>
            </p:nvSpPr>
            <p:spPr>
              <a:xfrm>
                <a:off x="5229335" y="4496709"/>
                <a:ext cx="67354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words by looping next-word predictions, feeding each result back into the model to generate a sequence.</a:t>
                </a:r>
                <a:endParaRPr lang="en-US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0327E-28E9-101F-288E-295B83494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335" y="4496709"/>
                <a:ext cx="6735496" cy="646331"/>
              </a:xfrm>
              <a:prstGeom prst="rect">
                <a:avLst/>
              </a:prstGeom>
              <a:blipFill>
                <a:blip r:embed="rId2"/>
                <a:stretch>
                  <a:fillRect t="-6604" b="-13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945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7C7D-04A6-7449-B34F-05A49999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A598-FB64-311C-2620-7A7FD41E60BB}"/>
              </a:ext>
            </a:extLst>
          </p:cNvPr>
          <p:cNvSpPr txBox="1">
            <a:spLocks/>
          </p:cNvSpPr>
          <p:nvPr/>
        </p:nvSpPr>
        <p:spPr>
          <a:xfrm>
            <a:off x="487001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Inference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28E0B0-2C86-F401-4FF1-87A2EAC7CFEC}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 flipV="1">
            <a:off x="2390010" y="3694371"/>
            <a:ext cx="46327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2EE618-15ED-74E8-3AC9-C841E4953E3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23785" y="3694371"/>
            <a:ext cx="289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1FC8A0-870E-B0EF-E47C-5EF6A1C2EE2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683337" y="3694371"/>
            <a:ext cx="289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F185B0-8784-166D-18DF-A79AE6850EFA}"/>
              </a:ext>
            </a:extLst>
          </p:cNvPr>
          <p:cNvCxnSpPr>
            <a:cxnSpLocks/>
            <a:stCxn id="88" idx="3"/>
            <a:endCxn id="4" idx="2"/>
          </p:cNvCxnSpPr>
          <p:nvPr/>
        </p:nvCxnSpPr>
        <p:spPr>
          <a:xfrm flipV="1">
            <a:off x="9375634" y="3694369"/>
            <a:ext cx="4595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53ACB7D6-71AA-43A2-91B5-C64D9AAB3337}"/>
              </a:ext>
            </a:extLst>
          </p:cNvPr>
          <p:cNvSpPr/>
          <p:nvPr/>
        </p:nvSpPr>
        <p:spPr>
          <a:xfrm>
            <a:off x="822010" y="3293200"/>
            <a:ext cx="1742222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4C3C54A3-E254-8BED-A176-8006B96BED91}"/>
              </a:ext>
            </a:extLst>
          </p:cNvPr>
          <p:cNvSpPr/>
          <p:nvPr/>
        </p:nvSpPr>
        <p:spPr>
          <a:xfrm>
            <a:off x="9664681" y="3293197"/>
            <a:ext cx="1705310" cy="802343"/>
          </a:xfrm>
          <a:prstGeom prst="flowChartInputOutpu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Predict Word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E23CD2B-230C-34A9-29C5-7FBF48BE2117}"/>
              </a:ext>
            </a:extLst>
          </p:cNvPr>
          <p:cNvSpPr/>
          <p:nvPr/>
        </p:nvSpPr>
        <p:spPr>
          <a:xfrm>
            <a:off x="2853283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Extract Context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F87DE7A1-5B9A-097B-DD0B-C1CC4EBC46A7}"/>
              </a:ext>
            </a:extLst>
          </p:cNvPr>
          <p:cNvSpPr/>
          <p:nvPr/>
        </p:nvSpPr>
        <p:spPr>
          <a:xfrm>
            <a:off x="4412835" y="3293199"/>
            <a:ext cx="1270502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Check Validity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B5532CA7-6D28-93C3-38C8-337672C19F51}"/>
              </a:ext>
            </a:extLst>
          </p:cNvPr>
          <p:cNvSpPr/>
          <p:nvPr/>
        </p:nvSpPr>
        <p:spPr>
          <a:xfrm>
            <a:off x="5972385" y="3293199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Transition Probability</a:t>
            </a:r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61CDC343-6AC0-ADE0-011A-43D4ABAACB3E}"/>
              </a:ext>
            </a:extLst>
          </p:cNvPr>
          <p:cNvSpPr/>
          <p:nvPr/>
        </p:nvSpPr>
        <p:spPr>
          <a:xfrm>
            <a:off x="7818533" y="3293198"/>
            <a:ext cx="1557101" cy="802343"/>
          </a:xfrm>
          <a:prstGeom prst="flowChartProcess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Temperature Adjustment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8BF5A07-9998-4F72-AD47-D36C7AF77812}"/>
              </a:ext>
            </a:extLst>
          </p:cNvPr>
          <p:cNvCxnSpPr>
            <a:cxnSpLocks/>
            <a:stCxn id="7" idx="3"/>
            <a:endCxn id="88" idx="1"/>
          </p:cNvCxnSpPr>
          <p:nvPr/>
        </p:nvCxnSpPr>
        <p:spPr>
          <a:xfrm flipV="1">
            <a:off x="7529486" y="3694370"/>
            <a:ext cx="28904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66681E-DA1C-5FB5-6C39-8DA69678BEA2}"/>
              </a:ext>
            </a:extLst>
          </p:cNvPr>
          <p:cNvSpPr txBox="1"/>
          <p:nvPr/>
        </p:nvSpPr>
        <p:spPr>
          <a:xfrm>
            <a:off x="987110" y="1076126"/>
            <a:ext cx="1021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inference phase is when our text prediction model generates</a:t>
            </a:r>
            <a:b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an output based on a user input: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BA200-B213-6305-0ECB-A8A4D2F48703}"/>
              </a:ext>
            </a:extLst>
          </p:cNvPr>
          <p:cNvSpPr txBox="1"/>
          <p:nvPr/>
        </p:nvSpPr>
        <p:spPr>
          <a:xfrm>
            <a:off x="1600955" y="2307251"/>
            <a:ext cx="89900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How to enable more user customisation?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DF08701-85D6-77EF-2773-549D6953E1A5}"/>
              </a:ext>
            </a:extLst>
          </p:cNvPr>
          <p:cNvCxnSpPr>
            <a:cxnSpLocks/>
            <a:stCxn id="4" idx="4"/>
            <a:endCxn id="7" idx="2"/>
          </p:cNvCxnSpPr>
          <p:nvPr/>
        </p:nvCxnSpPr>
        <p:spPr>
          <a:xfrm rot="5400000">
            <a:off x="8634135" y="2212341"/>
            <a:ext cx="2" cy="3766400"/>
          </a:xfrm>
          <a:prstGeom prst="bentConnector3">
            <a:avLst>
              <a:gd name="adj1" fmla="val 1143010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2D4CB0-7393-7A40-24FD-5AAFA553178C}"/>
                  </a:ext>
                </a:extLst>
              </p:cNvPr>
              <p:cNvSpPr txBox="1"/>
              <p:nvPr/>
            </p:nvSpPr>
            <p:spPr>
              <a:xfrm>
                <a:off x="5229335" y="4496709"/>
                <a:ext cx="67354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words by looping next-word predictions, feeding each result back into the model to generate a sequence.</a:t>
                </a:r>
                <a:endParaRPr lang="en-US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2D4CB0-7393-7A40-24FD-5AAFA5531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335" y="4496709"/>
                <a:ext cx="6735496" cy="646331"/>
              </a:xfrm>
              <a:prstGeom prst="rect">
                <a:avLst/>
              </a:prstGeom>
              <a:blipFill>
                <a:blip r:embed="rId2"/>
                <a:stretch>
                  <a:fillRect t="-6604" b="-13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FD87DCE-AF06-0A9A-0FCF-254F6A22FAD2}"/>
              </a:ext>
            </a:extLst>
          </p:cNvPr>
          <p:cNvCxnSpPr>
            <a:cxnSpLocks/>
            <a:stCxn id="21" idx="0"/>
            <a:endCxn id="3" idx="3"/>
          </p:cNvCxnSpPr>
          <p:nvPr/>
        </p:nvCxnSpPr>
        <p:spPr>
          <a:xfrm flipV="1">
            <a:off x="1518899" y="4095543"/>
            <a:ext cx="0" cy="3983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7C7908-865E-EAFC-BD44-FB05B588E353}"/>
                  </a:ext>
                </a:extLst>
              </p:cNvPr>
              <p:cNvSpPr txBox="1"/>
              <p:nvPr/>
            </p:nvSpPr>
            <p:spPr>
              <a:xfrm>
                <a:off x="30927" y="4493846"/>
                <a:ext cx="297594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Allow the user to set the temperature value and select the number of words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to generate.</a:t>
                </a:r>
                <a:endParaRPr lang="en-US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7C7908-865E-EAFC-BD44-FB05B588E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7" y="4493846"/>
                <a:ext cx="2975943" cy="1200329"/>
              </a:xfrm>
              <a:prstGeom prst="rect">
                <a:avLst/>
              </a:prstGeom>
              <a:blipFill>
                <a:blip r:embed="rId3"/>
                <a:stretch>
                  <a:fillRect t="-3046" b="-65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429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B780-F71B-3B5E-ACCE-33EE2665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FD99-1DA1-1758-3778-8D85C60EBD3E}"/>
              </a:ext>
            </a:extLst>
          </p:cNvPr>
          <p:cNvSpPr txBox="1">
            <a:spLocks/>
          </p:cNvSpPr>
          <p:nvPr/>
        </p:nvSpPr>
        <p:spPr>
          <a:xfrm>
            <a:off x="487001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Evaluation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11651E94-3A99-16EB-D699-58FEDF722407}"/>
              </a:ext>
            </a:extLst>
          </p:cNvPr>
          <p:cNvSpPr/>
          <p:nvPr/>
        </p:nvSpPr>
        <p:spPr>
          <a:xfrm>
            <a:off x="1939637" y="1681675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E250596E-0563-07A3-AE7D-DB06473D43D2}"/>
              </a:ext>
            </a:extLst>
          </p:cNvPr>
          <p:cNvSpPr/>
          <p:nvPr/>
        </p:nvSpPr>
        <p:spPr>
          <a:xfrm>
            <a:off x="6911846" y="1681674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Model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50BB5-A0D8-48C1-AB5B-5F0D9F6A8E90}"/>
              </a:ext>
            </a:extLst>
          </p:cNvPr>
          <p:cNvSpPr txBox="1"/>
          <p:nvPr/>
        </p:nvSpPr>
        <p:spPr>
          <a:xfrm>
            <a:off x="1976769" y="3816024"/>
            <a:ext cx="3017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O Romeo, Romeo, wherefore art thou...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3E0C96-76E5-69F4-F8CA-01628BF4EFDB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 flipV="1">
            <a:off x="4946102" y="2330128"/>
            <a:ext cx="22997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E69FAD-9038-E797-373D-B83068FC88B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485584" y="2978581"/>
            <a:ext cx="0" cy="837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C9E9D2-2753-1B39-1F45-B689F0360727}"/>
                  </a:ext>
                </a:extLst>
              </p:cNvPr>
              <p:cNvSpPr txBox="1"/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=0.9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12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C9E9D2-2753-1B39-1F45-B689F0360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blipFill>
                <a:blip r:embed="rId2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EE5FD5-6E6E-F015-73E1-771ADE81EACF}"/>
              </a:ext>
            </a:extLst>
          </p:cNvPr>
          <p:cNvCxnSpPr>
            <a:cxnSpLocks/>
          </p:cNvCxnSpPr>
          <p:nvPr/>
        </p:nvCxnSpPr>
        <p:spPr>
          <a:xfrm flipH="1">
            <a:off x="8482516" y="2978581"/>
            <a:ext cx="1" cy="8261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220033-C7F1-57E3-69EE-655FD6196330}"/>
              </a:ext>
            </a:extLst>
          </p:cNvPr>
          <p:cNvSpPr txBox="1"/>
          <p:nvPr/>
        </p:nvSpPr>
        <p:spPr>
          <a:xfrm>
            <a:off x="6863792" y="3813870"/>
            <a:ext cx="32374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…romeo and saw one being morning a much so when well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76F5D-0AA1-7E11-5F2E-0F4283AF0312}"/>
                  </a:ext>
                </a:extLst>
              </p:cNvPr>
              <p:cNvSpPr txBox="1"/>
              <p:nvPr/>
            </p:nvSpPr>
            <p:spPr>
              <a:xfrm>
                <a:off x="5589178" y="5118311"/>
                <a:ext cx="578667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transition probabilities are overly random, resulting in an incoherent output.</a:t>
                </a:r>
                <a:b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</a:br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Let’s try a much lower temperature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76F5D-0AA1-7E11-5F2E-0F4283AF0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178" y="5118311"/>
                <a:ext cx="5786673" cy="1015663"/>
              </a:xfrm>
              <a:prstGeom prst="rect">
                <a:avLst/>
              </a:prstGeom>
              <a:blipFill>
                <a:blip r:embed="rId3"/>
                <a:stretch>
                  <a:fillRect t="-4217" b="-9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834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0" grpId="0"/>
      <p:bldP spid="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D076-0027-3F29-3C9B-3B949012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038E-3FBC-FF22-31D2-1E7D6E7108F2}"/>
              </a:ext>
            </a:extLst>
          </p:cNvPr>
          <p:cNvSpPr txBox="1">
            <a:spLocks/>
          </p:cNvSpPr>
          <p:nvPr/>
        </p:nvSpPr>
        <p:spPr>
          <a:xfrm>
            <a:off x="487001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Evaluation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9E4CA826-ACA2-92F6-2BE6-33CF5817BCD6}"/>
              </a:ext>
            </a:extLst>
          </p:cNvPr>
          <p:cNvSpPr/>
          <p:nvPr/>
        </p:nvSpPr>
        <p:spPr>
          <a:xfrm>
            <a:off x="1939637" y="1681675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7B6D82BD-A8E8-B2BA-E49E-ACFFF926FD03}"/>
              </a:ext>
            </a:extLst>
          </p:cNvPr>
          <p:cNvSpPr/>
          <p:nvPr/>
        </p:nvSpPr>
        <p:spPr>
          <a:xfrm>
            <a:off x="6911846" y="1681674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Model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EC854-B150-8454-1775-E8962000A71D}"/>
              </a:ext>
            </a:extLst>
          </p:cNvPr>
          <p:cNvSpPr txBox="1"/>
          <p:nvPr/>
        </p:nvSpPr>
        <p:spPr>
          <a:xfrm>
            <a:off x="1976769" y="3816024"/>
            <a:ext cx="3017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O Romeo, Romeo, wherefore art thou...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BD2693-C2E0-796B-F48B-064FEEEBBE99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 flipV="1">
            <a:off x="4946102" y="2330128"/>
            <a:ext cx="22997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C28DC1-45E5-EC1C-A288-199B2395DCA0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485584" y="2978581"/>
            <a:ext cx="0" cy="837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4AB9EB-BB5B-8B82-9DC1-A0FD8D61F021}"/>
                  </a:ext>
                </a:extLst>
              </p:cNvPr>
              <p:cNvSpPr txBox="1"/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=0.1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12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4AB9EB-BB5B-8B82-9DC1-A0FD8D61F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blipFill>
                <a:blip r:embed="rId2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EB49FB-9752-E57C-AC4F-A36A544D7769}"/>
              </a:ext>
            </a:extLst>
          </p:cNvPr>
          <p:cNvCxnSpPr>
            <a:cxnSpLocks/>
          </p:cNvCxnSpPr>
          <p:nvPr/>
        </p:nvCxnSpPr>
        <p:spPr>
          <a:xfrm flipH="1">
            <a:off x="8482516" y="2978581"/>
            <a:ext cx="1" cy="8261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E711863-0580-A0DA-E308-384C84996F82}"/>
              </a:ext>
            </a:extLst>
          </p:cNvPr>
          <p:cNvSpPr txBox="1"/>
          <p:nvPr/>
        </p:nvSpPr>
        <p:spPr>
          <a:xfrm>
            <a:off x="6863792" y="3813870"/>
            <a:ext cx="32374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…romeo and i will i will i will i will i will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1C267B-4A25-3FFF-5243-6C0F10817AB7}"/>
                  </a:ext>
                </a:extLst>
              </p:cNvPr>
              <p:cNvSpPr txBox="1"/>
              <p:nvPr/>
            </p:nvSpPr>
            <p:spPr>
              <a:xfrm>
                <a:off x="5589178" y="5118311"/>
                <a:ext cx="578667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transition probabilities are too restrictive, resulting in a repetitive output.</a:t>
                </a:r>
                <a:b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</a:br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Let’s try a more balanced temperature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GB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1C267B-4A25-3FFF-5243-6C0F10817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178" y="5118311"/>
                <a:ext cx="5786673" cy="1015663"/>
              </a:xfrm>
              <a:prstGeom prst="rect">
                <a:avLst/>
              </a:prstGeom>
              <a:blipFill>
                <a:blip r:embed="rId3"/>
                <a:stretch>
                  <a:fillRect t="-4217" b="-9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675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0" grpId="0"/>
      <p:bldP spid="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B2B1-D5E4-51DD-5086-505A2D5D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BF6B-0965-E982-037E-9D962A68E8C0}"/>
              </a:ext>
            </a:extLst>
          </p:cNvPr>
          <p:cNvSpPr txBox="1">
            <a:spLocks/>
          </p:cNvSpPr>
          <p:nvPr/>
        </p:nvSpPr>
        <p:spPr>
          <a:xfrm>
            <a:off x="334409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Evaluation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1C137B91-F216-5535-882A-D0C950CBE319}"/>
              </a:ext>
            </a:extLst>
          </p:cNvPr>
          <p:cNvSpPr/>
          <p:nvPr/>
        </p:nvSpPr>
        <p:spPr>
          <a:xfrm>
            <a:off x="1939637" y="1681675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User Input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7790806B-C11B-2FD1-0C9A-370EB5154BAB}"/>
              </a:ext>
            </a:extLst>
          </p:cNvPr>
          <p:cNvSpPr/>
          <p:nvPr/>
        </p:nvSpPr>
        <p:spPr>
          <a:xfrm>
            <a:off x="6911846" y="1681674"/>
            <a:ext cx="3340517" cy="1296907"/>
          </a:xfrm>
          <a:prstGeom prst="flowChartInputOutpu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Model 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E882D-5B56-EBE1-228C-4BE39F435573}"/>
              </a:ext>
            </a:extLst>
          </p:cNvPr>
          <p:cNvSpPr txBox="1"/>
          <p:nvPr/>
        </p:nvSpPr>
        <p:spPr>
          <a:xfrm>
            <a:off x="1976769" y="3816024"/>
            <a:ext cx="3017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O Romeo, Romeo, wherefore art thou...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9B4A8F-7E32-24F9-B7EA-F5CDAE42B89E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 flipV="1">
            <a:off x="4946102" y="2330128"/>
            <a:ext cx="22997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B26F11-A42E-87EF-2E49-6EE7EF0FE687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485584" y="2978581"/>
            <a:ext cx="0" cy="837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453012-E68B-C3A0-F10E-1ACEC5C7AF42}"/>
                  </a:ext>
                </a:extLst>
              </p:cNvPr>
              <p:cNvSpPr txBox="1"/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=0.5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de-CH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12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Light" panose="020B0502040204020203" pitchFamily="34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453012-E68B-C3A0-F10E-1ACEC5C7A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944" y="4655732"/>
                <a:ext cx="1711279" cy="830997"/>
              </a:xfrm>
              <a:prstGeom prst="rect">
                <a:avLst/>
              </a:prstGeom>
              <a:blipFill>
                <a:blip r:embed="rId2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1619A0-DC3E-9E94-B72F-5E17FC756F58}"/>
              </a:ext>
            </a:extLst>
          </p:cNvPr>
          <p:cNvCxnSpPr>
            <a:cxnSpLocks/>
          </p:cNvCxnSpPr>
          <p:nvPr/>
        </p:nvCxnSpPr>
        <p:spPr>
          <a:xfrm flipH="1">
            <a:off x="8482516" y="2978581"/>
            <a:ext cx="1" cy="8261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B9ED1F-1B87-2C92-226C-B0BD219A1700}"/>
              </a:ext>
            </a:extLst>
          </p:cNvPr>
          <p:cNvSpPr txBox="1"/>
          <p:nvPr/>
        </p:nvSpPr>
        <p:spPr>
          <a:xfrm>
            <a:off x="6718938" y="3813870"/>
            <a:ext cx="35295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…romeo saw the lady capulet and parted either part while he was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0E8AA-0117-C795-0E47-B6EA788C048B}"/>
              </a:ext>
            </a:extLst>
          </p:cNvPr>
          <p:cNvSpPr txBox="1"/>
          <p:nvPr/>
        </p:nvSpPr>
        <p:spPr>
          <a:xfrm>
            <a:off x="5589178" y="5118311"/>
            <a:ext cx="57866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This is the best achievable output, but</a:t>
            </a:r>
            <a:b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text remains unclear and lacks coherence…</a:t>
            </a:r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717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0" grpId="0"/>
      <p:bldP spid="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C6E6D-8D38-00F1-A8E3-2019B75712E2}"/>
              </a:ext>
            </a:extLst>
          </p:cNvPr>
          <p:cNvSpPr txBox="1">
            <a:spLocks/>
          </p:cNvSpPr>
          <p:nvPr/>
        </p:nvSpPr>
        <p:spPr>
          <a:xfrm>
            <a:off x="334409" y="341434"/>
            <a:ext cx="11217998" cy="8023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Text Prediction Model: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5FFDC-6091-FEA5-D1AB-438D1EF3617C}"/>
              </a:ext>
            </a:extLst>
          </p:cNvPr>
          <p:cNvSpPr txBox="1"/>
          <p:nvPr/>
        </p:nvSpPr>
        <p:spPr>
          <a:xfrm>
            <a:off x="1870532" y="3051529"/>
            <a:ext cx="8145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This is the best achievable output, but</a:t>
            </a:r>
            <a:br>
              <a:rPr lang="en-GB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2800" dirty="0">
                <a:solidFill>
                  <a:schemeClr val="bg1">
                    <a:lumMod val="6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text remains unclear and lacks coherence…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E46D8-DA18-8FED-BA1A-5C63E2901588}"/>
              </a:ext>
            </a:extLst>
          </p:cNvPr>
          <p:cNvSpPr txBox="1"/>
          <p:nvPr/>
        </p:nvSpPr>
        <p:spPr>
          <a:xfrm>
            <a:off x="3872011" y="1599802"/>
            <a:ext cx="41427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…romeo saw the lady capulet and parted either part while he was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6B5F0-251A-A7C7-8A39-A77767AD6B1F}"/>
              </a:ext>
            </a:extLst>
          </p:cNvPr>
          <p:cNvSpPr txBox="1"/>
          <p:nvPr/>
        </p:nvSpPr>
        <p:spPr>
          <a:xfrm>
            <a:off x="724085" y="4072368"/>
            <a:ext cx="104386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output is poor because our naive Bayes algorithm uses </a:t>
            </a:r>
            <a:r>
              <a:rPr lang="en-GB" sz="3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only bigrams</a:t>
            </a:r>
            <a: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which </a:t>
            </a:r>
            <a:r>
              <a:rPr lang="en-GB" sz="3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limits context </a:t>
            </a:r>
            <a: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and </a:t>
            </a:r>
            <a:r>
              <a:rPr lang="en-GB" sz="3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prevents coherence</a:t>
            </a:r>
            <a: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.</a:t>
            </a:r>
            <a:b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</a:br>
            <a:r>
              <a:rPr lang="en-GB" sz="3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 more complex approach is required for better results…</a:t>
            </a:r>
            <a:endParaRPr lang="en-US" sz="300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02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622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0FC0-51FE-A0E6-C368-5B1349BE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C41D-EF00-80DB-CF58-69628B49D83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004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Resource Hub</a:t>
            </a:r>
          </a:p>
        </p:txBody>
      </p:sp>
      <p:pic>
        <p:nvPicPr>
          <p:cNvPr id="3" name="Picture 2" descr="A qr code with a few black squares">
            <a:extLst>
              <a:ext uri="{FF2B5EF4-FFF2-40B4-BE49-F238E27FC236}">
                <a16:creationId xmlns:a16="http://schemas.microsoft.com/office/drawing/2014/main" id="{6A61DACA-B9AE-C799-7DA2-EAEC688EE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561" y="1475136"/>
            <a:ext cx="4726877" cy="4726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3526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" id="{DD52D3C7-22D8-46F1-9CBF-9B4182E5791E}" vid="{02FF40C6-0289-4C7B-843B-AEF2E3CD0B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9d572c-1446-45d3-a8dd-2fd591970d3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253459A1E422469C8D7F1ADF1CD7BB" ma:contentTypeVersion="18" ma:contentTypeDescription="Ein neues Dokument erstellen." ma:contentTypeScope="" ma:versionID="f6df8f96d2f6ecba27adbb414ad8ce07">
  <xsd:schema xmlns:xsd="http://www.w3.org/2001/XMLSchema" xmlns:xs="http://www.w3.org/2001/XMLSchema" xmlns:p="http://schemas.microsoft.com/office/2006/metadata/properties" xmlns:ns3="b87f2f2b-4dbc-45cd-97a3-4818aa9395f7" xmlns:ns4="b79d572c-1446-45d3-a8dd-2fd591970d34" targetNamespace="http://schemas.microsoft.com/office/2006/metadata/properties" ma:root="true" ma:fieldsID="11f48239de33e1d3c1fdab2dfb91daea" ns3:_="" ns4:_="">
    <xsd:import namespace="b87f2f2b-4dbc-45cd-97a3-4818aa9395f7"/>
    <xsd:import namespace="b79d572c-1446-45d3-a8dd-2fd591970d3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f2f2b-4dbc-45cd-97a3-4818aa9395f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d572c-1446-45d3-a8dd-2fd591970d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8EA220-9016-423B-B2C9-9F9B7FCF1313}">
  <ds:schemaRefs>
    <ds:schemaRef ds:uri="http://schemas.microsoft.com/office/2006/metadata/properties"/>
    <ds:schemaRef ds:uri="http://www.w3.org/2000/xmlns/"/>
    <ds:schemaRef ds:uri="b79d572c-1446-45d3-a8dd-2fd591970d34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F145BFA-C6ED-4DF5-BE98-8B13BA9DB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042968-119D-47B3-9F4A-FDF5D6B20EB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87f2f2b-4dbc-45cd-97a3-4818aa9395f7"/>
    <ds:schemaRef ds:uri="b79d572c-1446-45d3-a8dd-2fd591970d3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</Template>
  <TotalTime>0</TotalTime>
  <Words>3365</Words>
  <Application>Microsoft Office PowerPoint</Application>
  <PresentationFormat>Widescreen</PresentationFormat>
  <Paragraphs>941</Paragraphs>
  <Slides>103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1" baseType="lpstr">
      <vt:lpstr>Aptos</vt:lpstr>
      <vt:lpstr>Arial</vt:lpstr>
      <vt:lpstr>Bahnschrift</vt:lpstr>
      <vt:lpstr>Bahnschrift Light</vt:lpstr>
      <vt:lpstr>Cambria Math</vt:lpstr>
      <vt:lpstr>Consolas</vt:lpstr>
      <vt:lpstr>Verdana</vt:lpstr>
      <vt:lpstr>MA</vt:lpstr>
      <vt:lpstr>Unsupervised Learning</vt:lpstr>
      <vt:lpstr>PowerPoint Presentation</vt:lpstr>
      <vt:lpstr>k-Means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Naive Bayes Text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Mattia Erné</dc:creator>
  <cp:lastModifiedBy>Mattia Erné</cp:lastModifiedBy>
  <cp:revision>2</cp:revision>
  <dcterms:created xsi:type="dcterms:W3CDTF">2024-07-28T14:45:33Z</dcterms:created>
  <dcterms:modified xsi:type="dcterms:W3CDTF">2025-02-25T21:06:46Z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0x0101005B253459A1E422469C8D7F1ADF1CD7BB</vt:lpwstr>
  </property>
</Properties>
</file>

<file path=[Content_Types].xml><?xml version="1.0" encoding="utf-8"?>
<Types xmlns="http://schemas.openxmlformats.org/package/2006/content-types">
  <Default Extension="jpeg" ContentType="image/jpeg"/>
  <Default Extension="mp4" ContentType="video/mp4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ppt/diagrams/data2.xml" ContentType="application/vnd.openxmlformats-officedocument.drawingml.diagramData+xml"/>
  <Override PartName="/ppt/diagrams/layout10.xml" ContentType="application/vnd.openxmlformats-officedocument.drawingml.diagramLayout+xml"/>
  <Override PartName="/ppt/diagrams/quickStyle10.xml" ContentType="application/vnd.openxmlformats-officedocument.drawingml.diagramStyle+xml"/>
  <Override PartName="/ppt/diagrams/colors10.xml" ContentType="application/vnd.openxmlformats-officedocument.drawingml.diagramColor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4"/>
  </p:sldMasterIdLst>
  <p:notesMasterIdLst>
    <p:notesMasterId r:id="rId51"/>
  </p:notesMasterIdLst>
  <p:sldIdLst>
    <p:sldId id="264" r:id="rId5"/>
    <p:sldId id="257" r:id="rId6"/>
    <p:sldId id="274" r:id="rId7"/>
    <p:sldId id="265" r:id="rId8"/>
    <p:sldId id="273" r:id="rId9"/>
    <p:sldId id="266" r:id="rId10"/>
    <p:sldId id="267" r:id="rId11"/>
    <p:sldId id="268" r:id="rId12"/>
    <p:sldId id="269" r:id="rId13"/>
    <p:sldId id="270" r:id="rId14"/>
    <p:sldId id="281" r:id="rId15"/>
    <p:sldId id="271" r:id="rId16"/>
    <p:sldId id="275" r:id="rId17"/>
    <p:sldId id="282" r:id="rId18"/>
    <p:sldId id="283" r:id="rId19"/>
    <p:sldId id="299" r:id="rId20"/>
    <p:sldId id="300" r:id="rId21"/>
    <p:sldId id="285" r:id="rId22"/>
    <p:sldId id="286" r:id="rId23"/>
    <p:sldId id="287" r:id="rId24"/>
    <p:sldId id="289" r:id="rId25"/>
    <p:sldId id="288" r:id="rId26"/>
    <p:sldId id="290" r:id="rId27"/>
    <p:sldId id="291" r:id="rId28"/>
    <p:sldId id="292" r:id="rId29"/>
    <p:sldId id="293" r:id="rId30"/>
    <p:sldId id="294" r:id="rId31"/>
    <p:sldId id="296" r:id="rId32"/>
    <p:sldId id="295" r:id="rId33"/>
    <p:sldId id="297" r:id="rId34"/>
    <p:sldId id="301" r:id="rId35"/>
    <p:sldId id="302" r:id="rId36"/>
    <p:sldId id="303" r:id="rId37"/>
    <p:sldId id="304" r:id="rId38"/>
    <p:sldId id="305" r:id="rId39"/>
    <p:sldId id="306" r:id="rId40"/>
    <p:sldId id="307" r:id="rId41"/>
    <p:sldId id="308" r:id="rId42"/>
    <p:sldId id="309" r:id="rId43"/>
    <p:sldId id="310" r:id="rId44"/>
    <p:sldId id="298" r:id="rId45"/>
    <p:sldId id="258" r:id="rId46"/>
    <p:sldId id="276" r:id="rId47"/>
    <p:sldId id="278" r:id="rId48"/>
    <p:sldId id="311" r:id="rId49"/>
    <p:sldId id="433" r:id="rId50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49E63C1B-C647-4B41-AD50-B6FA5A726C71}" v="880" dt="2025-02-03T07:51:15.674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–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F5AB1C69-6EDB-4FF4-983F-18BD219EF322}" styleName="Medium Style 2 – Accent 3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3">
              <a:tint val="20000"/>
            </a:schemeClr>
          </a:solidFill>
        </a:fill>
      </a:tcStyle>
    </a:wholeTbl>
    <a:band1H>
      <a:tcStyle>
        <a:tcBdr/>
        <a:fill>
          <a:solidFill>
            <a:schemeClr val="accent3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3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3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3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004" autoAdjust="0"/>
    <p:restoredTop sz="94660"/>
  </p:normalViewPr>
  <p:slideViewPr>
    <p:cSldViewPr snapToGrid="0">
      <p:cViewPr varScale="1">
        <p:scale>
          <a:sx n="105" d="100"/>
          <a:sy n="105" d="100"/>
        </p:scale>
        <p:origin x="120" y="87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9.xml"/><Relationship Id="rId18" Type="http://schemas.openxmlformats.org/officeDocument/2006/relationships/slide" Target="slides/slide14.xml"/><Relationship Id="rId26" Type="http://schemas.openxmlformats.org/officeDocument/2006/relationships/slide" Target="slides/slide22.xml"/><Relationship Id="rId39" Type="http://schemas.openxmlformats.org/officeDocument/2006/relationships/slide" Target="slides/slide35.xml"/><Relationship Id="rId21" Type="http://schemas.openxmlformats.org/officeDocument/2006/relationships/slide" Target="slides/slide17.xml"/><Relationship Id="rId34" Type="http://schemas.openxmlformats.org/officeDocument/2006/relationships/slide" Target="slides/slide30.xml"/><Relationship Id="rId42" Type="http://schemas.openxmlformats.org/officeDocument/2006/relationships/slide" Target="slides/slide38.xml"/><Relationship Id="rId47" Type="http://schemas.openxmlformats.org/officeDocument/2006/relationships/slide" Target="slides/slide43.xml"/><Relationship Id="rId50" Type="http://schemas.openxmlformats.org/officeDocument/2006/relationships/slide" Target="slides/slide46.xml"/><Relationship Id="rId55" Type="http://schemas.openxmlformats.org/officeDocument/2006/relationships/tableStyles" Target="tableStyles.xml"/><Relationship Id="rId7" Type="http://schemas.openxmlformats.org/officeDocument/2006/relationships/slide" Target="slides/slide3.xml"/><Relationship Id="rId2" Type="http://schemas.openxmlformats.org/officeDocument/2006/relationships/customXml" Target="../customXml/item2.xml"/><Relationship Id="rId16" Type="http://schemas.openxmlformats.org/officeDocument/2006/relationships/slide" Target="slides/slide12.xml"/><Relationship Id="rId29" Type="http://schemas.openxmlformats.org/officeDocument/2006/relationships/slide" Target="slides/slide25.xml"/><Relationship Id="rId11" Type="http://schemas.openxmlformats.org/officeDocument/2006/relationships/slide" Target="slides/slide7.xml"/><Relationship Id="rId24" Type="http://schemas.openxmlformats.org/officeDocument/2006/relationships/slide" Target="slides/slide20.xml"/><Relationship Id="rId32" Type="http://schemas.openxmlformats.org/officeDocument/2006/relationships/slide" Target="slides/slide28.xml"/><Relationship Id="rId37" Type="http://schemas.openxmlformats.org/officeDocument/2006/relationships/slide" Target="slides/slide33.xml"/><Relationship Id="rId40" Type="http://schemas.openxmlformats.org/officeDocument/2006/relationships/slide" Target="slides/slide36.xml"/><Relationship Id="rId45" Type="http://schemas.openxmlformats.org/officeDocument/2006/relationships/slide" Target="slides/slide41.xml"/><Relationship Id="rId53" Type="http://schemas.openxmlformats.org/officeDocument/2006/relationships/viewProps" Target="viewProps.xml"/><Relationship Id="rId5" Type="http://schemas.openxmlformats.org/officeDocument/2006/relationships/slide" Target="slides/slide1.xml"/><Relationship Id="rId19" Type="http://schemas.openxmlformats.org/officeDocument/2006/relationships/slide" Target="slides/slide15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slide" Target="slides/slide10.xml"/><Relationship Id="rId22" Type="http://schemas.openxmlformats.org/officeDocument/2006/relationships/slide" Target="slides/slide18.xml"/><Relationship Id="rId27" Type="http://schemas.openxmlformats.org/officeDocument/2006/relationships/slide" Target="slides/slide23.xml"/><Relationship Id="rId30" Type="http://schemas.openxmlformats.org/officeDocument/2006/relationships/slide" Target="slides/slide26.xml"/><Relationship Id="rId35" Type="http://schemas.openxmlformats.org/officeDocument/2006/relationships/slide" Target="slides/slide31.xml"/><Relationship Id="rId43" Type="http://schemas.openxmlformats.org/officeDocument/2006/relationships/slide" Target="slides/slide39.xml"/><Relationship Id="rId48" Type="http://schemas.openxmlformats.org/officeDocument/2006/relationships/slide" Target="slides/slide44.xml"/><Relationship Id="rId56" Type="http://schemas.microsoft.com/office/2016/11/relationships/changesInfo" Target="changesInfos/changesInfo1.xml"/><Relationship Id="rId8" Type="http://schemas.openxmlformats.org/officeDocument/2006/relationships/slide" Target="slides/slide4.xml"/><Relationship Id="rId51" Type="http://schemas.openxmlformats.org/officeDocument/2006/relationships/notesMaster" Target="notesMasters/notesMaster1.xml"/><Relationship Id="rId3" Type="http://schemas.openxmlformats.org/officeDocument/2006/relationships/customXml" Target="../customXml/item3.xml"/><Relationship Id="rId12" Type="http://schemas.openxmlformats.org/officeDocument/2006/relationships/slide" Target="slides/slide8.xml"/><Relationship Id="rId17" Type="http://schemas.openxmlformats.org/officeDocument/2006/relationships/slide" Target="slides/slide13.xml"/><Relationship Id="rId25" Type="http://schemas.openxmlformats.org/officeDocument/2006/relationships/slide" Target="slides/slide21.xml"/><Relationship Id="rId33" Type="http://schemas.openxmlformats.org/officeDocument/2006/relationships/slide" Target="slides/slide29.xml"/><Relationship Id="rId38" Type="http://schemas.openxmlformats.org/officeDocument/2006/relationships/slide" Target="slides/slide34.xml"/><Relationship Id="rId46" Type="http://schemas.openxmlformats.org/officeDocument/2006/relationships/slide" Target="slides/slide42.xml"/><Relationship Id="rId20" Type="http://schemas.openxmlformats.org/officeDocument/2006/relationships/slide" Target="slides/slide16.xml"/><Relationship Id="rId41" Type="http://schemas.openxmlformats.org/officeDocument/2006/relationships/slide" Target="slides/slide37.xml"/><Relationship Id="rId54" Type="http://schemas.openxmlformats.org/officeDocument/2006/relationships/theme" Target="theme/theme1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5" Type="http://schemas.openxmlformats.org/officeDocument/2006/relationships/slide" Target="slides/slide11.xml"/><Relationship Id="rId23" Type="http://schemas.openxmlformats.org/officeDocument/2006/relationships/slide" Target="slides/slide19.xml"/><Relationship Id="rId28" Type="http://schemas.openxmlformats.org/officeDocument/2006/relationships/slide" Target="slides/slide24.xml"/><Relationship Id="rId36" Type="http://schemas.openxmlformats.org/officeDocument/2006/relationships/slide" Target="slides/slide32.xml"/><Relationship Id="rId49" Type="http://schemas.openxmlformats.org/officeDocument/2006/relationships/slide" Target="slides/slide45.xml"/><Relationship Id="rId57" Type="http://schemas.microsoft.com/office/2015/10/relationships/revisionInfo" Target="revisionInfo.xml"/><Relationship Id="rId10" Type="http://schemas.openxmlformats.org/officeDocument/2006/relationships/slide" Target="slides/slide6.xml"/><Relationship Id="rId31" Type="http://schemas.openxmlformats.org/officeDocument/2006/relationships/slide" Target="slides/slide27.xml"/><Relationship Id="rId44" Type="http://schemas.openxmlformats.org/officeDocument/2006/relationships/slide" Target="slides/slide40.xml"/><Relationship Id="rId52" Type="http://schemas.openxmlformats.org/officeDocument/2006/relationships/presProps" Target="presProp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Mattia Erné" userId="ad84ee6f-0a28-4445-b06f-f3738604603d" providerId="ADAL" clId="{6016F7EB-C85E-6B4A-886C-81FE4DD9B0FA}"/>
    <pc:docChg chg="custSel addSld modSld sldOrd">
      <pc:chgData name="Mattia Erné" userId="ad84ee6f-0a28-4445-b06f-f3738604603d" providerId="ADAL" clId="{6016F7EB-C85E-6B4A-886C-81FE4DD9B0FA}" dt="2024-11-10T20:55:50.681" v="183" actId="12563"/>
      <pc:docMkLst>
        <pc:docMk/>
      </pc:docMkLst>
      <pc:sldChg chg="modSp">
        <pc:chgData name="Mattia Erné" userId="ad84ee6f-0a28-4445-b06f-f3738604603d" providerId="ADAL" clId="{6016F7EB-C85E-6B4A-886C-81FE4DD9B0FA}" dt="2024-09-09T09:22:15.956" v="74" actId="207"/>
        <pc:sldMkLst>
          <pc:docMk/>
          <pc:sldMk cId="1939903422" sldId="257"/>
        </pc:sldMkLst>
      </pc:sldChg>
      <pc:sldChg chg="modSp">
        <pc:chgData name="Mattia Erné" userId="ad84ee6f-0a28-4445-b06f-f3738604603d" providerId="ADAL" clId="{6016F7EB-C85E-6B4A-886C-81FE4DD9B0FA}" dt="2024-11-08T11:26:31.137" v="172" actId="20577"/>
        <pc:sldMkLst>
          <pc:docMk/>
          <pc:sldMk cId="2525941550" sldId="258"/>
        </pc:sldMkLst>
        <pc:spChg chg="mod">
          <ac:chgData name="Mattia Erné" userId="ad84ee6f-0a28-4445-b06f-f3738604603d" providerId="ADAL" clId="{6016F7EB-C85E-6B4A-886C-81FE4DD9B0FA}" dt="2024-11-08T11:26:31.137" v="172" actId="20577"/>
          <ac:spMkLst>
            <pc:docMk/>
            <pc:sldMk cId="2525941550" sldId="258"/>
            <ac:spMk id="2" creationId="{F927E3B0-C0F0-98DB-2FD8-467888E28BB2}"/>
          </ac:spMkLst>
        </pc:spChg>
      </pc:sldChg>
      <pc:sldChg chg="modSp ord">
        <pc:chgData name="Mattia Erné" userId="ad84ee6f-0a28-4445-b06f-f3738604603d" providerId="ADAL" clId="{6016F7EB-C85E-6B4A-886C-81FE4DD9B0FA}" dt="2024-10-21T09:21:32.318" v="151" actId="20577"/>
        <pc:sldMkLst>
          <pc:docMk/>
          <pc:sldMk cId="2785438913" sldId="260"/>
        </pc:sldMkLst>
      </pc:sldChg>
      <pc:sldChg chg="modSp">
        <pc:chgData name="Mattia Erné" userId="ad84ee6f-0a28-4445-b06f-f3738604603d" providerId="ADAL" clId="{6016F7EB-C85E-6B4A-886C-81FE4DD9B0FA}" dt="2024-08-26T09:25:39.247" v="69" actId="20577"/>
        <pc:sldMkLst>
          <pc:docMk/>
          <pc:sldMk cId="4017865727" sldId="264"/>
        </pc:sldMkLst>
      </pc:sldChg>
      <pc:sldChg chg="modSp">
        <pc:chgData name="Mattia Erné" userId="ad84ee6f-0a28-4445-b06f-f3738604603d" providerId="ADAL" clId="{6016F7EB-C85E-6B4A-886C-81FE4DD9B0FA}" dt="2024-09-09T09:22:05.319" v="73" actId="207"/>
        <pc:sldMkLst>
          <pc:docMk/>
          <pc:sldMk cId="2016220990" sldId="271"/>
        </pc:sldMkLst>
      </pc:sldChg>
      <pc:sldChg chg="addSp modSp new mod modClrScheme chgLayout">
        <pc:chgData name="Mattia Erné" userId="ad84ee6f-0a28-4445-b06f-f3738604603d" providerId="ADAL" clId="{6016F7EB-C85E-6B4A-886C-81FE4DD9B0FA}" dt="2024-08-23T07:08:24.701" v="41" actId="2711"/>
        <pc:sldMkLst>
          <pc:docMk/>
          <pc:sldMk cId="1425893407" sldId="274"/>
        </pc:sldMkLst>
      </pc:sldChg>
      <pc:sldChg chg="modSp add ord">
        <pc:chgData name="Mattia Erné" userId="ad84ee6f-0a28-4445-b06f-f3738604603d" providerId="ADAL" clId="{6016F7EB-C85E-6B4A-886C-81FE4DD9B0FA}" dt="2024-08-23T07:08:43.242" v="58" actId="20577"/>
        <pc:sldMkLst>
          <pc:docMk/>
          <pc:sldMk cId="2329571410" sldId="275"/>
        </pc:sldMkLst>
      </pc:sldChg>
      <pc:sldChg chg="modSp">
        <pc:chgData name="Mattia Erné" userId="ad84ee6f-0a28-4445-b06f-f3738604603d" providerId="ADAL" clId="{6016F7EB-C85E-6B4A-886C-81FE4DD9B0FA}" dt="2024-10-21T09:21:38.429" v="155" actId="20577"/>
        <pc:sldMkLst>
          <pc:docMk/>
          <pc:sldMk cId="3931628191" sldId="280"/>
        </pc:sldMkLst>
      </pc:sldChg>
      <pc:sldChg chg="new">
        <pc:chgData name="Mattia Erné" userId="ad84ee6f-0a28-4445-b06f-f3738604603d" providerId="ADAL" clId="{6016F7EB-C85E-6B4A-886C-81FE4DD9B0FA}" dt="2024-11-08T11:26:42.384" v="173" actId="680"/>
        <pc:sldMkLst>
          <pc:docMk/>
          <pc:sldMk cId="233284028" sldId="282"/>
        </pc:sldMkLst>
      </pc:sldChg>
      <pc:sldChg chg="modTransition addAnim delAnim">
        <pc:chgData name="Mattia Erné" userId="ad84ee6f-0a28-4445-b06f-f3738604603d" providerId="ADAL" clId="{6016F7EB-C85E-6B4A-886C-81FE4DD9B0FA}" dt="2024-11-10T20:55:16.845" v="181" actId="27696"/>
        <pc:sldMkLst>
          <pc:docMk/>
          <pc:sldMk cId="1367241619" sldId="284"/>
        </pc:sldMkLst>
      </pc:sldChg>
      <pc:sldChg chg="modTransition">
        <pc:chgData name="Mattia Erné" userId="ad84ee6f-0a28-4445-b06f-f3738604603d" providerId="ADAL" clId="{6016F7EB-C85E-6B4A-886C-81FE4DD9B0FA}" dt="2024-11-10T20:55:50.681" v="183" actId="12563"/>
        <pc:sldMkLst>
          <pc:docMk/>
          <pc:sldMk cId="2190201797" sldId="289"/>
        </pc:sldMkLst>
      </pc:sldChg>
    </pc:docChg>
  </pc:docChgLst>
  <pc:docChgLst>
    <pc:chgData name="Mattia Erné" userId="ad84ee6f-0a28-4445-b06f-f3738604603d" providerId="ADAL" clId="{49E63C1B-C647-4B41-AD50-B6FA5A726C71}"/>
    <pc:docChg chg="undo redo custSel addSld delSld modSld sldOrd modMainMaster">
      <pc:chgData name="Mattia Erné" userId="ad84ee6f-0a28-4445-b06f-f3738604603d" providerId="ADAL" clId="{49E63C1B-C647-4B41-AD50-B6FA5A726C71}" dt="2025-02-03T07:51:15.674" v="8171" actId="20577"/>
      <pc:docMkLst>
        <pc:docMk/>
      </pc:docMkLst>
      <pc:sldChg chg="addSp delSp modSp del mod chgLayout">
        <pc:chgData name="Mattia Erné" userId="ad84ee6f-0a28-4445-b06f-f3738604603d" providerId="ADAL" clId="{49E63C1B-C647-4B41-AD50-B6FA5A726C71}" dt="2024-07-28T14:38:15.729" v="1" actId="2696"/>
        <pc:sldMkLst>
          <pc:docMk/>
          <pc:sldMk cId="2871680880" sldId="256"/>
        </pc:sldMkLst>
      </pc:sldChg>
      <pc:sldChg chg="addSp modSp mod modTransition">
        <pc:chgData name="Mattia Erné" userId="ad84ee6f-0a28-4445-b06f-f3738604603d" providerId="ADAL" clId="{49E63C1B-C647-4B41-AD50-B6FA5A726C71}" dt="2024-12-27T20:47:46.911" v="6713"/>
        <pc:sldMkLst>
          <pc:docMk/>
          <pc:sldMk cId="1939903422" sldId="257"/>
        </pc:sldMkLst>
        <pc:spChg chg="mod">
          <ac:chgData name="Mattia Erné" userId="ad84ee6f-0a28-4445-b06f-f3738604603d" providerId="ADAL" clId="{49E63C1B-C647-4B41-AD50-B6FA5A726C71}" dt="2024-12-23T16:17:01.796" v="6600" actId="20577"/>
          <ac:spMkLst>
            <pc:docMk/>
            <pc:sldMk cId="1939903422" sldId="257"/>
            <ac:spMk id="2" creationId="{7A465D30-D040-9840-8F17-AD5016C670EE}"/>
          </ac:spMkLst>
        </pc:spChg>
      </pc:sldChg>
      <pc:sldChg chg="modSp mod modTransition">
        <pc:chgData name="Mattia Erné" userId="ad84ee6f-0a28-4445-b06f-f3738604603d" providerId="ADAL" clId="{49E63C1B-C647-4B41-AD50-B6FA5A726C71}" dt="2024-12-27T20:47:46.911" v="6713"/>
        <pc:sldMkLst>
          <pc:docMk/>
          <pc:sldMk cId="2525941550" sldId="258"/>
        </pc:sldMkLst>
        <pc:spChg chg="mod">
          <ac:chgData name="Mattia Erné" userId="ad84ee6f-0a28-4445-b06f-f3738604603d" providerId="ADAL" clId="{49E63C1B-C647-4B41-AD50-B6FA5A726C71}" dt="2024-12-23T16:18:00.257" v="6602" actId="20577"/>
          <ac:spMkLst>
            <pc:docMk/>
            <pc:sldMk cId="2525941550" sldId="258"/>
            <ac:spMk id="4" creationId="{F7930607-4DE8-23DF-018B-1488EE4E303A}"/>
          </ac:spMkLst>
        </pc:spChg>
        <pc:spChg chg="mod">
          <ac:chgData name="Mattia Erné" userId="ad84ee6f-0a28-4445-b06f-f3738604603d" providerId="ADAL" clId="{49E63C1B-C647-4B41-AD50-B6FA5A726C71}" dt="2024-12-23T16:18:02.985" v="6604" actId="20577"/>
          <ac:spMkLst>
            <pc:docMk/>
            <pc:sldMk cId="2525941550" sldId="258"/>
            <ac:spMk id="6" creationId="{2F9BA671-4196-7241-614F-77AC6B01AF85}"/>
          </ac:spMkLst>
        </pc:spChg>
      </pc:sldChg>
      <pc:sldChg chg="add del">
        <pc:chgData name="Mattia Erné" userId="ad84ee6f-0a28-4445-b06f-f3738604603d" providerId="ADAL" clId="{49E63C1B-C647-4B41-AD50-B6FA5A726C71}" dt="2024-12-25T15:11:47.594" v="6676" actId="47"/>
        <pc:sldMkLst>
          <pc:docMk/>
          <pc:sldMk cId="855713461" sldId="259"/>
        </pc:sldMkLst>
      </pc:sldChg>
      <pc:sldChg chg="addSp delSp modSp del mod">
        <pc:chgData name="Mattia Erné" userId="ad84ee6f-0a28-4445-b06f-f3738604603d" providerId="ADAL" clId="{49E63C1B-C647-4B41-AD50-B6FA5A726C71}" dt="2024-11-05T18:40:34.699" v="4370" actId="2696"/>
        <pc:sldMkLst>
          <pc:docMk/>
          <pc:sldMk cId="1810405547" sldId="259"/>
        </pc:sldMkLst>
      </pc:sldChg>
      <pc:sldChg chg="modSp del mod">
        <pc:chgData name="Mattia Erné" userId="ad84ee6f-0a28-4445-b06f-f3738604603d" providerId="ADAL" clId="{49E63C1B-C647-4B41-AD50-B6FA5A726C71}" dt="2024-11-05T18:40:34.699" v="4370" actId="2696"/>
        <pc:sldMkLst>
          <pc:docMk/>
          <pc:sldMk cId="2785438913" sldId="260"/>
        </pc:sldMkLst>
      </pc:sldChg>
      <pc:sldChg chg="del">
        <pc:chgData name="Mattia Erné" userId="ad84ee6f-0a28-4445-b06f-f3738604603d" providerId="ADAL" clId="{49E63C1B-C647-4B41-AD50-B6FA5A726C71}" dt="2024-09-28T14:05:40.004" v="2631" actId="47"/>
        <pc:sldMkLst>
          <pc:docMk/>
          <pc:sldMk cId="2044949473" sldId="261"/>
        </pc:sldMkLst>
      </pc:sldChg>
      <pc:sldChg chg="addSp delSp modSp del mod">
        <pc:chgData name="Mattia Erné" userId="ad84ee6f-0a28-4445-b06f-f3738604603d" providerId="ADAL" clId="{49E63C1B-C647-4B41-AD50-B6FA5A726C71}" dt="2024-09-28T16:33:18.108" v="2730" actId="2696"/>
        <pc:sldMkLst>
          <pc:docMk/>
          <pc:sldMk cId="554851177" sldId="262"/>
        </pc:sldMkLst>
      </pc:sldChg>
      <pc:sldChg chg="del">
        <pc:chgData name="Mattia Erné" userId="ad84ee6f-0a28-4445-b06f-f3738604603d" providerId="ADAL" clId="{49E63C1B-C647-4B41-AD50-B6FA5A726C71}" dt="2024-11-05T18:40:34.699" v="4370" actId="2696"/>
        <pc:sldMkLst>
          <pc:docMk/>
          <pc:sldMk cId="719903775" sldId="263"/>
        </pc:sldMkLst>
      </pc:sldChg>
      <pc:sldChg chg="addSp delSp modSp new mod ord modTransition chgLayout">
        <pc:chgData name="Mattia Erné" userId="ad84ee6f-0a28-4445-b06f-f3738604603d" providerId="ADAL" clId="{49E63C1B-C647-4B41-AD50-B6FA5A726C71}" dt="2024-12-27T20:47:46.911" v="6713"/>
        <pc:sldMkLst>
          <pc:docMk/>
          <pc:sldMk cId="4017865727" sldId="264"/>
        </pc:sldMkLst>
      </pc:sldChg>
      <pc:sldChg chg="addSp delSp modSp new mod modTransition">
        <pc:chgData name="Mattia Erné" userId="ad84ee6f-0a28-4445-b06f-f3738604603d" providerId="ADAL" clId="{49E63C1B-C647-4B41-AD50-B6FA5A726C71}" dt="2025-01-02T18:32:39.963" v="8006" actId="478"/>
        <pc:sldMkLst>
          <pc:docMk/>
          <pc:sldMk cId="899327401" sldId="265"/>
        </pc:sldMkLst>
        <pc:spChg chg="mod">
          <ac:chgData name="Mattia Erné" userId="ad84ee6f-0a28-4445-b06f-f3738604603d" providerId="ADAL" clId="{49E63C1B-C647-4B41-AD50-B6FA5A726C71}" dt="2025-01-02T18:30:33.579" v="7918" actId="12789"/>
          <ac:spMkLst>
            <pc:docMk/>
            <pc:sldMk cId="899327401" sldId="265"/>
            <ac:spMk id="2" creationId="{AE2F3F57-B01F-9575-4F59-2BB7B322B0E6}"/>
          </ac:spMkLst>
        </pc:spChg>
        <pc:spChg chg="mod">
          <ac:chgData name="Mattia Erné" userId="ad84ee6f-0a28-4445-b06f-f3738604603d" providerId="ADAL" clId="{49E63C1B-C647-4B41-AD50-B6FA5A726C71}" dt="2025-01-02T18:30:33.579" v="7918" actId="12789"/>
          <ac:spMkLst>
            <pc:docMk/>
            <pc:sldMk cId="899327401" sldId="265"/>
            <ac:spMk id="3" creationId="{8C917629-96B5-A9D3-E5D9-C1AC9E92521A}"/>
          </ac:spMkLst>
        </pc:spChg>
        <pc:spChg chg="mod">
          <ac:chgData name="Mattia Erné" userId="ad84ee6f-0a28-4445-b06f-f3738604603d" providerId="ADAL" clId="{49E63C1B-C647-4B41-AD50-B6FA5A726C71}" dt="2025-01-02T18:30:33.579" v="7918" actId="12789"/>
          <ac:spMkLst>
            <pc:docMk/>
            <pc:sldMk cId="899327401" sldId="265"/>
            <ac:spMk id="4" creationId="{DD32DF24-4A65-74FC-EF1D-E22E1D581F18}"/>
          </ac:spMkLst>
        </pc:spChg>
        <pc:spChg chg="mod">
          <ac:chgData name="Mattia Erné" userId="ad84ee6f-0a28-4445-b06f-f3738604603d" providerId="ADAL" clId="{49E63C1B-C647-4B41-AD50-B6FA5A726C71}" dt="2025-01-02T18:30:33.579" v="7918" actId="12789"/>
          <ac:spMkLst>
            <pc:docMk/>
            <pc:sldMk cId="899327401" sldId="265"/>
            <ac:spMk id="6" creationId="{E7D1D3EE-F6E2-F5F1-164D-39644733D3B3}"/>
          </ac:spMkLst>
        </pc:spChg>
        <pc:spChg chg="mod">
          <ac:chgData name="Mattia Erné" userId="ad84ee6f-0a28-4445-b06f-f3738604603d" providerId="ADAL" clId="{49E63C1B-C647-4B41-AD50-B6FA5A726C71}" dt="2025-01-02T18:30:33.579" v="7918" actId="12789"/>
          <ac:spMkLst>
            <pc:docMk/>
            <pc:sldMk cId="899327401" sldId="265"/>
            <ac:spMk id="7" creationId="{9D798543-EFCB-7590-0D18-7FE2EAA02A8D}"/>
          </ac:spMkLst>
        </pc:spChg>
        <pc:spChg chg="add mod">
          <ac:chgData name="Mattia Erné" userId="ad84ee6f-0a28-4445-b06f-f3738604603d" providerId="ADAL" clId="{49E63C1B-C647-4B41-AD50-B6FA5A726C71}" dt="2025-01-02T18:32:36.941" v="8005" actId="20577"/>
          <ac:spMkLst>
            <pc:docMk/>
            <pc:sldMk cId="899327401" sldId="265"/>
            <ac:spMk id="8" creationId="{36641D71-5D4D-3AF6-A28E-8D7DC0A6A68D}"/>
          </ac:spMkLst>
        </pc:spChg>
        <pc:spChg chg="mod">
          <ac:chgData name="Mattia Erné" userId="ad84ee6f-0a28-4445-b06f-f3738604603d" providerId="ADAL" clId="{49E63C1B-C647-4B41-AD50-B6FA5A726C71}" dt="2025-01-02T18:30:33.579" v="7918" actId="12789"/>
          <ac:spMkLst>
            <pc:docMk/>
            <pc:sldMk cId="899327401" sldId="265"/>
            <ac:spMk id="9" creationId="{E91F160A-25FF-29A6-6EA4-F36FD5600475}"/>
          </ac:spMkLst>
        </pc:spChg>
        <pc:spChg chg="mod">
          <ac:chgData name="Mattia Erné" userId="ad84ee6f-0a28-4445-b06f-f3738604603d" providerId="ADAL" clId="{49E63C1B-C647-4B41-AD50-B6FA5A726C71}" dt="2024-12-23T16:16:03.222" v="6594" actId="20577"/>
          <ac:spMkLst>
            <pc:docMk/>
            <pc:sldMk cId="899327401" sldId="265"/>
            <ac:spMk id="15" creationId="{B00A54B4-BF77-FD29-E0B0-FF43B435B517}"/>
          </ac:spMkLst>
        </pc:spChg>
        <pc:cxnChg chg="mod">
          <ac:chgData name="Mattia Erné" userId="ad84ee6f-0a28-4445-b06f-f3738604603d" providerId="ADAL" clId="{49E63C1B-C647-4B41-AD50-B6FA5A726C71}" dt="2025-01-02T18:30:33.579" v="7918" actId="12789"/>
          <ac:cxnSpMkLst>
            <pc:docMk/>
            <pc:sldMk cId="899327401" sldId="265"/>
            <ac:cxnSpMk id="11" creationId="{C5D3E14D-045B-E36C-1685-8581A398BDC8}"/>
          </ac:cxnSpMkLst>
        </pc:cxnChg>
        <pc:cxnChg chg="mod">
          <ac:chgData name="Mattia Erné" userId="ad84ee6f-0a28-4445-b06f-f3738604603d" providerId="ADAL" clId="{49E63C1B-C647-4B41-AD50-B6FA5A726C71}" dt="2025-01-02T18:30:33.579" v="7918" actId="12789"/>
          <ac:cxnSpMkLst>
            <pc:docMk/>
            <pc:sldMk cId="899327401" sldId="265"/>
            <ac:cxnSpMk id="12" creationId="{BDA2C3CE-3F25-6F81-8B45-834AC5457801}"/>
          </ac:cxnSpMkLst>
        </pc:cxnChg>
      </pc:sldChg>
      <pc:sldChg chg="addSp delSp modSp add mod modTransition delAnim modAnim">
        <pc:chgData name="Mattia Erné" userId="ad84ee6f-0a28-4445-b06f-f3738604603d" providerId="ADAL" clId="{49E63C1B-C647-4B41-AD50-B6FA5A726C71}" dt="2025-01-02T18:32:13.905" v="7977" actId="20577"/>
        <pc:sldMkLst>
          <pc:docMk/>
          <pc:sldMk cId="3449536885" sldId="266"/>
        </pc:sldMkLst>
        <pc:spChg chg="add mod">
          <ac:chgData name="Mattia Erné" userId="ad84ee6f-0a28-4445-b06f-f3738604603d" providerId="ADAL" clId="{49E63C1B-C647-4B41-AD50-B6FA5A726C71}" dt="2024-12-23T21:55:04.770" v="6636" actId="1076"/>
          <ac:spMkLst>
            <pc:docMk/>
            <pc:sldMk cId="3449536885" sldId="266"/>
            <ac:spMk id="5" creationId="{8CA8B34D-653F-E6BD-8CFA-BACB7487313F}"/>
          </ac:spMkLst>
        </pc:spChg>
        <pc:spChg chg="mod">
          <ac:chgData name="Mattia Erné" userId="ad84ee6f-0a28-4445-b06f-f3738604603d" providerId="ADAL" clId="{49E63C1B-C647-4B41-AD50-B6FA5A726C71}" dt="2024-12-23T21:54:09.609" v="6619"/>
          <ac:spMkLst>
            <pc:docMk/>
            <pc:sldMk cId="3449536885" sldId="266"/>
            <ac:spMk id="6" creationId="{E7D1D3EE-F6E2-F5F1-164D-39644733D3B3}"/>
          </ac:spMkLst>
        </pc:spChg>
        <pc:spChg chg="mod">
          <ac:chgData name="Mattia Erné" userId="ad84ee6f-0a28-4445-b06f-f3738604603d" providerId="ADAL" clId="{49E63C1B-C647-4B41-AD50-B6FA5A726C71}" dt="2024-12-23T21:55:13.263" v="6638" actId="1076"/>
          <ac:spMkLst>
            <pc:docMk/>
            <pc:sldMk cId="3449536885" sldId="266"/>
            <ac:spMk id="7" creationId="{9D798543-EFCB-7590-0D18-7FE2EAA02A8D}"/>
          </ac:spMkLst>
        </pc:spChg>
        <pc:spChg chg="add mod">
          <ac:chgData name="Mattia Erné" userId="ad84ee6f-0a28-4445-b06f-f3738604603d" providerId="ADAL" clId="{49E63C1B-C647-4B41-AD50-B6FA5A726C71}" dt="2025-01-02T18:32:13.905" v="7977" actId="20577"/>
          <ac:spMkLst>
            <pc:docMk/>
            <pc:sldMk cId="3449536885" sldId="266"/>
            <ac:spMk id="9" creationId="{9FAA9721-B96E-972E-B88E-E5DA7EFCED09}"/>
          </ac:spMkLst>
        </pc:spChg>
      </pc:sldChg>
      <pc:sldChg chg="new del">
        <pc:chgData name="Mattia Erné" userId="ad84ee6f-0a28-4445-b06f-f3738604603d" providerId="ADAL" clId="{49E63C1B-C647-4B41-AD50-B6FA5A726C71}" dt="2024-08-17T09:18:44.220" v="419" actId="2696"/>
        <pc:sldMkLst>
          <pc:docMk/>
          <pc:sldMk cId="467426395" sldId="267"/>
        </pc:sldMkLst>
      </pc:sldChg>
      <pc:sldChg chg="delSp add del mod ord">
        <pc:chgData name="Mattia Erné" userId="ad84ee6f-0a28-4445-b06f-f3738604603d" providerId="ADAL" clId="{49E63C1B-C647-4B41-AD50-B6FA5A726C71}" dt="2024-08-17T09:18:04.069" v="417" actId="2696"/>
        <pc:sldMkLst>
          <pc:docMk/>
          <pc:sldMk cId="3330595422" sldId="267"/>
        </pc:sldMkLst>
      </pc:sldChg>
      <pc:sldChg chg="addSp delSp modSp new mod modTransition">
        <pc:chgData name="Mattia Erné" userId="ad84ee6f-0a28-4445-b06f-f3738604603d" providerId="ADAL" clId="{49E63C1B-C647-4B41-AD50-B6FA5A726C71}" dt="2024-12-27T20:47:46.911" v="6713"/>
        <pc:sldMkLst>
          <pc:docMk/>
          <pc:sldMk cId="3860231791" sldId="267"/>
        </pc:sldMkLst>
        <pc:graphicFrameChg chg="add mod modGraphic">
          <ac:chgData name="Mattia Erné" userId="ad84ee6f-0a28-4445-b06f-f3738604603d" providerId="ADAL" clId="{49E63C1B-C647-4B41-AD50-B6FA5A726C71}" dt="2024-11-20T20:58:39.105" v="6566" actId="1036"/>
          <ac:graphicFrameMkLst>
            <pc:docMk/>
            <pc:sldMk cId="3860231791" sldId="267"/>
            <ac:graphicFrameMk id="4" creationId="{92300A55-15AE-5438-D222-3E08CBA54D7D}"/>
          </ac:graphicFrameMkLst>
        </pc:graphicFrameChg>
      </pc:sldChg>
      <pc:sldChg chg="addSp delSp modSp add mod modTransition">
        <pc:chgData name="Mattia Erné" userId="ad84ee6f-0a28-4445-b06f-f3738604603d" providerId="ADAL" clId="{49E63C1B-C647-4B41-AD50-B6FA5A726C71}" dt="2024-12-27T20:47:46.911" v="6713"/>
        <pc:sldMkLst>
          <pc:docMk/>
          <pc:sldMk cId="563318697" sldId="268"/>
        </pc:sldMkLst>
        <pc:spChg chg="mod">
          <ac:chgData name="Mattia Erné" userId="ad84ee6f-0a28-4445-b06f-f3738604603d" providerId="ADAL" clId="{49E63C1B-C647-4B41-AD50-B6FA5A726C71}" dt="2024-12-23T21:56:55.648" v="6663" actId="1076"/>
          <ac:spMkLst>
            <pc:docMk/>
            <pc:sldMk cId="563318697" sldId="268"/>
            <ac:spMk id="13" creationId="{298C3BCA-2B07-46B1-EAA1-BB2D6E101C84}"/>
          </ac:spMkLst>
        </pc:spChg>
        <pc:spChg chg="add mod">
          <ac:chgData name="Mattia Erné" userId="ad84ee6f-0a28-4445-b06f-f3738604603d" providerId="ADAL" clId="{49E63C1B-C647-4B41-AD50-B6FA5A726C71}" dt="2024-12-23T21:56:04.230" v="6648" actId="1076"/>
          <ac:spMkLst>
            <pc:docMk/>
            <pc:sldMk cId="563318697" sldId="268"/>
            <ac:spMk id="15" creationId="{D89E18F1-77A2-4C90-17A2-33A7A3A54CD3}"/>
          </ac:spMkLst>
        </pc:spChg>
        <pc:spChg chg="mod">
          <ac:chgData name="Mattia Erné" userId="ad84ee6f-0a28-4445-b06f-f3738604603d" providerId="ADAL" clId="{49E63C1B-C647-4B41-AD50-B6FA5A726C71}" dt="2024-12-23T21:56:24.700" v="6656" actId="20577"/>
          <ac:spMkLst>
            <pc:docMk/>
            <pc:sldMk cId="563318697" sldId="268"/>
            <ac:spMk id="16" creationId="{A96A34C2-4241-43FB-5D99-13189B100333}"/>
          </ac:spMkLst>
        </pc:spChg>
        <pc:spChg chg="mod">
          <ac:chgData name="Mattia Erné" userId="ad84ee6f-0a28-4445-b06f-f3738604603d" providerId="ADAL" clId="{49E63C1B-C647-4B41-AD50-B6FA5A726C71}" dt="2024-12-23T21:58:21.529" v="6669" actId="14100"/>
          <ac:spMkLst>
            <pc:docMk/>
            <pc:sldMk cId="563318697" sldId="268"/>
            <ac:spMk id="17" creationId="{C5DA5DA1-6C46-43B6-D0C4-3EB7E17207BE}"/>
          </ac:spMkLst>
        </pc:spChg>
        <pc:spChg chg="mod">
          <ac:chgData name="Mattia Erné" userId="ad84ee6f-0a28-4445-b06f-f3738604603d" providerId="ADAL" clId="{49E63C1B-C647-4B41-AD50-B6FA5A726C71}" dt="2024-12-23T21:58:10.023" v="6667" actId="1076"/>
          <ac:spMkLst>
            <pc:docMk/>
            <pc:sldMk cId="563318697" sldId="268"/>
            <ac:spMk id="50" creationId="{1B030C3E-A560-F489-D50E-912E5C71AC80}"/>
          </ac:spMkLst>
        </pc:spChg>
        <pc:spChg chg="mod">
          <ac:chgData name="Mattia Erné" userId="ad84ee6f-0a28-4445-b06f-f3738604603d" providerId="ADAL" clId="{49E63C1B-C647-4B41-AD50-B6FA5A726C71}" dt="2024-12-23T21:57:03.979" v="6666"/>
          <ac:spMkLst>
            <pc:docMk/>
            <pc:sldMk cId="563318697" sldId="268"/>
            <ac:spMk id="52" creationId="{3453E670-5910-2071-EBB1-5A497186B0C3}"/>
          </ac:spMkLst>
        </pc:spChg>
      </pc:sldChg>
      <pc:sldChg chg="addSp delSp modSp add mod modTransition modAnim">
        <pc:chgData name="Mattia Erné" userId="ad84ee6f-0a28-4445-b06f-f3738604603d" providerId="ADAL" clId="{49E63C1B-C647-4B41-AD50-B6FA5A726C71}" dt="2024-12-27T20:47:46.911" v="6713"/>
        <pc:sldMkLst>
          <pc:docMk/>
          <pc:sldMk cId="4205715898" sldId="269"/>
        </pc:sldMkLst>
        <pc:spChg chg="add mod">
          <ac:chgData name="Mattia Erné" userId="ad84ee6f-0a28-4445-b06f-f3738604603d" providerId="ADAL" clId="{49E63C1B-C647-4B41-AD50-B6FA5A726C71}" dt="2024-12-23T21:59:22.898" v="6672" actId="207"/>
          <ac:spMkLst>
            <pc:docMk/>
            <pc:sldMk cId="4205715898" sldId="269"/>
            <ac:spMk id="5" creationId="{FE104045-1906-B2AC-FBE3-601E5F9E3519}"/>
          </ac:spMkLst>
        </pc:spChg>
        <pc:spChg chg="add mod">
          <ac:chgData name="Mattia Erné" userId="ad84ee6f-0a28-4445-b06f-f3738604603d" providerId="ADAL" clId="{49E63C1B-C647-4B41-AD50-B6FA5A726C71}" dt="2024-12-23T21:59:22.898" v="6672" actId="207"/>
          <ac:spMkLst>
            <pc:docMk/>
            <pc:sldMk cId="4205715898" sldId="269"/>
            <ac:spMk id="7" creationId="{A5668023-B507-C973-7CC9-BC10F52E4613}"/>
          </ac:spMkLst>
        </pc:spChg>
        <pc:spChg chg="add mod">
          <ac:chgData name="Mattia Erné" userId="ad84ee6f-0a28-4445-b06f-f3738604603d" providerId="ADAL" clId="{49E63C1B-C647-4B41-AD50-B6FA5A726C71}" dt="2024-12-23T21:59:22.898" v="6672" actId="207"/>
          <ac:spMkLst>
            <pc:docMk/>
            <pc:sldMk cId="4205715898" sldId="269"/>
            <ac:spMk id="11" creationId="{8BAC9204-C9C7-9E87-1C06-306EA0896312}"/>
          </ac:spMkLst>
        </pc:spChg>
        <pc:spChg chg="add mod">
          <ac:chgData name="Mattia Erné" userId="ad84ee6f-0a28-4445-b06f-f3738604603d" providerId="ADAL" clId="{49E63C1B-C647-4B41-AD50-B6FA5A726C71}" dt="2024-12-23T21:59:22.898" v="6672" actId="207"/>
          <ac:spMkLst>
            <pc:docMk/>
            <pc:sldMk cId="4205715898" sldId="269"/>
            <ac:spMk id="18" creationId="{A32ACE94-8209-D7F8-8365-0003BB923EEA}"/>
          </ac:spMkLst>
        </pc:spChg>
        <pc:spChg chg="add mod">
          <ac:chgData name="Mattia Erné" userId="ad84ee6f-0a28-4445-b06f-f3738604603d" providerId="ADAL" clId="{49E63C1B-C647-4B41-AD50-B6FA5A726C71}" dt="2024-12-23T21:59:22.898" v="6672" actId="207"/>
          <ac:spMkLst>
            <pc:docMk/>
            <pc:sldMk cId="4205715898" sldId="269"/>
            <ac:spMk id="19" creationId="{DE8B6DD4-1FD1-B5D0-4D86-7FDDDF06C358}"/>
          </ac:spMkLst>
        </pc:spChg>
      </pc:sldChg>
      <pc:sldChg chg="addSp delSp modSp add mod ord modTransition modAnim">
        <pc:chgData name="Mattia Erné" userId="ad84ee6f-0a28-4445-b06f-f3738604603d" providerId="ADAL" clId="{49E63C1B-C647-4B41-AD50-B6FA5A726C71}" dt="2025-01-02T18:35:42.010" v="8086"/>
        <pc:sldMkLst>
          <pc:docMk/>
          <pc:sldMk cId="367661169" sldId="270"/>
        </pc:sldMkLst>
        <pc:spChg chg="add mod">
          <ac:chgData name="Mattia Erné" userId="ad84ee6f-0a28-4445-b06f-f3738604603d" providerId="ADAL" clId="{49E63C1B-C647-4B41-AD50-B6FA5A726C71}" dt="2024-12-23T21:59:43.394" v="6674"/>
          <ac:spMkLst>
            <pc:docMk/>
            <pc:sldMk cId="367661169" sldId="270"/>
            <ac:spMk id="5" creationId="{BCCBB731-0873-EFDB-E2C0-E16F77A72FA2}"/>
          </ac:spMkLst>
        </pc:spChg>
        <pc:spChg chg="add mod">
          <ac:chgData name="Mattia Erné" userId="ad84ee6f-0a28-4445-b06f-f3738604603d" providerId="ADAL" clId="{49E63C1B-C647-4B41-AD50-B6FA5A726C71}" dt="2024-12-23T21:59:43.394" v="6674"/>
          <ac:spMkLst>
            <pc:docMk/>
            <pc:sldMk cId="367661169" sldId="270"/>
            <ac:spMk id="7" creationId="{13FC2437-6EE3-B0CB-050C-FA5BD45BEF14}"/>
          </ac:spMkLst>
        </pc:spChg>
        <pc:spChg chg="add mod">
          <ac:chgData name="Mattia Erné" userId="ad84ee6f-0a28-4445-b06f-f3738604603d" providerId="ADAL" clId="{49E63C1B-C647-4B41-AD50-B6FA5A726C71}" dt="2024-12-23T21:59:43.394" v="6674"/>
          <ac:spMkLst>
            <pc:docMk/>
            <pc:sldMk cId="367661169" sldId="270"/>
            <ac:spMk id="11" creationId="{BE0E495E-2AAF-A3D3-8A61-1897A5CA56D1}"/>
          </ac:spMkLst>
        </pc:spChg>
        <pc:spChg chg="add mod">
          <ac:chgData name="Mattia Erné" userId="ad84ee6f-0a28-4445-b06f-f3738604603d" providerId="ADAL" clId="{49E63C1B-C647-4B41-AD50-B6FA5A726C71}" dt="2024-12-23T21:59:43.394" v="6674"/>
          <ac:spMkLst>
            <pc:docMk/>
            <pc:sldMk cId="367661169" sldId="270"/>
            <ac:spMk id="18" creationId="{5739B285-1DFB-3944-BCC8-F6F8AFDA6CD1}"/>
          </ac:spMkLst>
        </pc:spChg>
        <pc:spChg chg="add mod">
          <ac:chgData name="Mattia Erné" userId="ad84ee6f-0a28-4445-b06f-f3738604603d" providerId="ADAL" clId="{49E63C1B-C647-4B41-AD50-B6FA5A726C71}" dt="2024-12-23T21:59:43.394" v="6674"/>
          <ac:spMkLst>
            <pc:docMk/>
            <pc:sldMk cId="367661169" sldId="270"/>
            <ac:spMk id="19" creationId="{B9EA382D-F49F-1075-7A96-9F75746DEB45}"/>
          </ac:spMkLst>
        </pc:spChg>
      </pc:sldChg>
      <pc:sldChg chg="add del">
        <pc:chgData name="Mattia Erné" userId="ad84ee6f-0a28-4445-b06f-f3738604603d" providerId="ADAL" clId="{49E63C1B-C647-4B41-AD50-B6FA5A726C71}" dt="2024-08-17T11:53:24.840" v="1103" actId="2696"/>
        <pc:sldMkLst>
          <pc:docMk/>
          <pc:sldMk cId="787107748" sldId="270"/>
        </pc:sldMkLst>
      </pc:sldChg>
      <pc:sldChg chg="modSp add mod ord modTransition">
        <pc:chgData name="Mattia Erné" userId="ad84ee6f-0a28-4445-b06f-f3738604603d" providerId="ADAL" clId="{49E63C1B-C647-4B41-AD50-B6FA5A726C71}" dt="2024-12-27T20:47:46.911" v="6713"/>
        <pc:sldMkLst>
          <pc:docMk/>
          <pc:sldMk cId="2016220990" sldId="271"/>
        </pc:sldMkLst>
        <pc:spChg chg="mod">
          <ac:chgData name="Mattia Erné" userId="ad84ee6f-0a28-4445-b06f-f3738604603d" providerId="ADAL" clId="{49E63C1B-C647-4B41-AD50-B6FA5A726C71}" dt="2024-12-23T16:16:57.167" v="6599" actId="20577"/>
          <ac:spMkLst>
            <pc:docMk/>
            <pc:sldMk cId="2016220990" sldId="271"/>
            <ac:spMk id="2" creationId="{7A465D30-D040-9840-8F17-AD5016C670EE}"/>
          </ac:spMkLst>
        </pc:spChg>
      </pc:sldChg>
      <pc:sldChg chg="addSp delSp modSp new del mod delAnim modAnim">
        <pc:chgData name="Mattia Erné" userId="ad84ee6f-0a28-4445-b06f-f3738604603d" providerId="ADAL" clId="{49E63C1B-C647-4B41-AD50-B6FA5A726C71}" dt="2024-11-27T20:12:35.788" v="6591" actId="2696"/>
        <pc:sldMkLst>
          <pc:docMk/>
          <pc:sldMk cId="1454910114" sldId="272"/>
        </pc:sldMkLst>
      </pc:sldChg>
      <pc:sldChg chg="addSp delSp modSp add mod modTransition">
        <pc:chgData name="Mattia Erné" userId="ad84ee6f-0a28-4445-b06f-f3738604603d" providerId="ADAL" clId="{49E63C1B-C647-4B41-AD50-B6FA5A726C71}" dt="2025-01-02T18:32:24.892" v="7985" actId="478"/>
        <pc:sldMkLst>
          <pc:docMk/>
          <pc:sldMk cId="983740364" sldId="273"/>
        </pc:sldMkLst>
        <pc:spChg chg="add mod">
          <ac:chgData name="Mattia Erné" userId="ad84ee6f-0a28-4445-b06f-f3738604603d" providerId="ADAL" clId="{49E63C1B-C647-4B41-AD50-B6FA5A726C71}" dt="2025-01-02T18:32:21.344" v="7984" actId="20577"/>
          <ac:spMkLst>
            <pc:docMk/>
            <pc:sldMk cId="983740364" sldId="273"/>
            <ac:spMk id="6" creationId="{14E6E16C-CBEA-C555-F9D9-B3B8915E2E45}"/>
          </ac:spMkLst>
        </pc:spChg>
        <pc:spChg chg="mod">
          <ac:chgData name="Mattia Erné" userId="ad84ee6f-0a28-4445-b06f-f3738604603d" providerId="ADAL" clId="{49E63C1B-C647-4B41-AD50-B6FA5A726C71}" dt="2024-12-23T16:16:12.360" v="6596" actId="20577"/>
          <ac:spMkLst>
            <pc:docMk/>
            <pc:sldMk cId="983740364" sldId="273"/>
            <ac:spMk id="15" creationId="{B00A54B4-BF77-FD29-E0B0-FF43B435B517}"/>
          </ac:spMkLst>
        </pc:spChg>
      </pc:sldChg>
      <pc:sldChg chg="modSp mod modTransition">
        <pc:chgData name="Mattia Erné" userId="ad84ee6f-0a28-4445-b06f-f3738604603d" providerId="ADAL" clId="{49E63C1B-C647-4B41-AD50-B6FA5A726C71}" dt="2024-12-27T20:47:46.911" v="6713"/>
        <pc:sldMkLst>
          <pc:docMk/>
          <pc:sldMk cId="1425893407" sldId="274"/>
        </pc:sldMkLst>
      </pc:sldChg>
      <pc:sldChg chg="modSp mod modTransition">
        <pc:chgData name="Mattia Erné" userId="ad84ee6f-0a28-4445-b06f-f3738604603d" providerId="ADAL" clId="{49E63C1B-C647-4B41-AD50-B6FA5A726C71}" dt="2024-12-27T20:47:46.911" v="6713"/>
        <pc:sldMkLst>
          <pc:docMk/>
          <pc:sldMk cId="2329571410" sldId="275"/>
        </pc:sldMkLst>
        <pc:spChg chg="mod">
          <ac:chgData name="Mattia Erné" userId="ad84ee6f-0a28-4445-b06f-f3738604603d" providerId="ADAL" clId="{49E63C1B-C647-4B41-AD50-B6FA5A726C71}" dt="2024-11-07T20:25:32.882" v="4405" actId="790"/>
          <ac:spMkLst>
            <pc:docMk/>
            <pc:sldMk cId="2329571410" sldId="275"/>
            <ac:spMk id="2" creationId="{1F6DCCB0-C8CA-B149-1616-DADC60F28B35}"/>
          </ac:spMkLst>
        </pc:spChg>
      </pc:sldChg>
      <pc:sldChg chg="addSp delSp modSp new mod modTransition modClrScheme delAnim modAnim chgLayout">
        <pc:chgData name="Mattia Erné" userId="ad84ee6f-0a28-4445-b06f-f3738604603d" providerId="ADAL" clId="{49E63C1B-C647-4B41-AD50-B6FA5A726C71}" dt="2025-01-02T18:33:37.576" v="8030" actId="478"/>
        <pc:sldMkLst>
          <pc:docMk/>
          <pc:sldMk cId="1262321515" sldId="276"/>
        </pc:sldMkLst>
        <pc:spChg chg="add mod">
          <ac:chgData name="Mattia Erné" userId="ad84ee6f-0a28-4445-b06f-f3738604603d" providerId="ADAL" clId="{49E63C1B-C647-4B41-AD50-B6FA5A726C71}" dt="2025-01-02T18:33:28.401" v="8029" actId="20577"/>
          <ac:spMkLst>
            <pc:docMk/>
            <pc:sldMk cId="1262321515" sldId="276"/>
            <ac:spMk id="3" creationId="{AAD01C11-D801-7F72-A393-A68A4B3A68A7}"/>
          </ac:spMkLst>
        </pc:spChg>
        <pc:spChg chg="add mod">
          <ac:chgData name="Mattia Erné" userId="ad84ee6f-0a28-4445-b06f-f3738604603d" providerId="ADAL" clId="{49E63C1B-C647-4B41-AD50-B6FA5A726C71}" dt="2024-12-23T16:18:26.819" v="6612" actId="20577"/>
          <ac:spMkLst>
            <pc:docMk/>
            <pc:sldMk cId="1262321515" sldId="276"/>
            <ac:spMk id="13" creationId="{76F2EF80-B821-797E-C27E-F6CA6415C5FB}"/>
          </ac:spMkLst>
        </pc:spChg>
      </pc:sldChg>
      <pc:sldChg chg="addSp delSp modSp new del mod">
        <pc:chgData name="Mattia Erné" userId="ad84ee6f-0a28-4445-b06f-f3738604603d" providerId="ADAL" clId="{49E63C1B-C647-4B41-AD50-B6FA5A726C71}" dt="2024-11-25T21:13:58.085" v="6589" actId="2696"/>
        <pc:sldMkLst>
          <pc:docMk/>
          <pc:sldMk cId="1841902303" sldId="277"/>
        </pc:sldMkLst>
      </pc:sldChg>
      <pc:sldChg chg="addSp delSp modSp add mod modTransition modAnim">
        <pc:chgData name="Mattia Erné" userId="ad84ee6f-0a28-4445-b06f-f3738604603d" providerId="ADAL" clId="{49E63C1B-C647-4B41-AD50-B6FA5A726C71}" dt="2025-01-04T17:22:26.906" v="8169" actId="20577"/>
        <pc:sldMkLst>
          <pc:docMk/>
          <pc:sldMk cId="1251687650" sldId="278"/>
        </pc:sldMkLst>
        <pc:spChg chg="add mod">
          <ac:chgData name="Mattia Erné" userId="ad84ee6f-0a28-4445-b06f-f3738604603d" providerId="ADAL" clId="{49E63C1B-C647-4B41-AD50-B6FA5A726C71}" dt="2025-01-02T18:36:10.631" v="8090" actId="20577"/>
          <ac:spMkLst>
            <pc:docMk/>
            <pc:sldMk cId="1251687650" sldId="278"/>
            <ac:spMk id="2" creationId="{BFAF43AD-BB41-C84A-0E32-59CAA619D10C}"/>
          </ac:spMkLst>
        </pc:spChg>
        <pc:spChg chg="mod">
          <ac:chgData name="Mattia Erné" userId="ad84ee6f-0a28-4445-b06f-f3738604603d" providerId="ADAL" clId="{49E63C1B-C647-4B41-AD50-B6FA5A726C71}" dt="2025-01-04T17:22:26.906" v="8169" actId="20577"/>
          <ac:spMkLst>
            <pc:docMk/>
            <pc:sldMk cId="1251687650" sldId="278"/>
            <ac:spMk id="13" creationId="{76F2EF80-B821-797E-C27E-F6CA6415C5FB}"/>
          </ac:spMkLst>
        </pc:spChg>
      </pc:sldChg>
      <pc:sldChg chg="add del ord">
        <pc:chgData name="Mattia Erné" userId="ad84ee6f-0a28-4445-b06f-f3738604603d" providerId="ADAL" clId="{49E63C1B-C647-4B41-AD50-B6FA5A726C71}" dt="2024-09-28T15:17:15.899" v="2666" actId="2696"/>
        <pc:sldMkLst>
          <pc:docMk/>
          <pc:sldMk cId="1078826650" sldId="279"/>
        </pc:sldMkLst>
      </pc:sldChg>
      <pc:sldChg chg="modSp add del mod ord">
        <pc:chgData name="Mattia Erné" userId="ad84ee6f-0a28-4445-b06f-f3738604603d" providerId="ADAL" clId="{49E63C1B-C647-4B41-AD50-B6FA5A726C71}" dt="2024-11-05T18:40:34.699" v="4370" actId="2696"/>
        <pc:sldMkLst>
          <pc:docMk/>
          <pc:sldMk cId="3931628191" sldId="280"/>
        </pc:sldMkLst>
      </pc:sldChg>
      <pc:sldChg chg="addSp delSp modSp new mod modTransition modAnim">
        <pc:chgData name="Mattia Erné" userId="ad84ee6f-0a28-4445-b06f-f3738604603d" providerId="ADAL" clId="{49E63C1B-C647-4B41-AD50-B6FA5A726C71}" dt="2024-12-27T20:47:46.911" v="6713"/>
        <pc:sldMkLst>
          <pc:docMk/>
          <pc:sldMk cId="654766153" sldId="281"/>
        </pc:sldMkLst>
        <pc:spChg chg="add mod">
          <ac:chgData name="Mattia Erné" userId="ad84ee6f-0a28-4445-b06f-f3738604603d" providerId="ADAL" clId="{49E63C1B-C647-4B41-AD50-B6FA5A726C71}" dt="2024-12-23T22:00:22.153" v="6675"/>
          <ac:spMkLst>
            <pc:docMk/>
            <pc:sldMk cId="654766153" sldId="281"/>
            <ac:spMk id="5" creationId="{1342CFB1-8C2F-2B6F-654B-3EFE4E11D6B1}"/>
          </ac:spMkLst>
        </pc:spChg>
      </pc:sldChg>
      <pc:sldChg chg="addSp delSp modSp mod modTransition modClrScheme modAnim chgLayout">
        <pc:chgData name="Mattia Erné" userId="ad84ee6f-0a28-4445-b06f-f3738604603d" providerId="ADAL" clId="{49E63C1B-C647-4B41-AD50-B6FA5A726C71}" dt="2024-12-27T20:47:46.911" v="6713"/>
        <pc:sldMkLst>
          <pc:docMk/>
          <pc:sldMk cId="233284028" sldId="282"/>
        </pc:sldMkLst>
        <pc:spChg chg="add mod">
          <ac:chgData name="Mattia Erné" userId="ad84ee6f-0a28-4445-b06f-f3738604603d" providerId="ADAL" clId="{49E63C1B-C647-4B41-AD50-B6FA5A726C71}" dt="2024-11-10T16:39:23.458" v="4579" actId="1076"/>
          <ac:spMkLst>
            <pc:docMk/>
            <pc:sldMk cId="233284028" sldId="282"/>
            <ac:spMk id="5" creationId="{24DFECB9-CE77-ACEF-6526-4F6B053D05F6}"/>
          </ac:spMkLst>
        </pc:spChg>
        <pc:spChg chg="add mod">
          <ac:chgData name="Mattia Erné" userId="ad84ee6f-0a28-4445-b06f-f3738604603d" providerId="ADAL" clId="{49E63C1B-C647-4B41-AD50-B6FA5A726C71}" dt="2024-11-10T16:39:23.458" v="4579" actId="1076"/>
          <ac:spMkLst>
            <pc:docMk/>
            <pc:sldMk cId="233284028" sldId="282"/>
            <ac:spMk id="6" creationId="{B68FF22A-0988-E2FC-4773-BA6A1B70D88D}"/>
          </ac:spMkLst>
        </pc:spChg>
        <pc:spChg chg="add mod">
          <ac:chgData name="Mattia Erné" userId="ad84ee6f-0a28-4445-b06f-f3738604603d" providerId="ADAL" clId="{49E63C1B-C647-4B41-AD50-B6FA5A726C71}" dt="2024-11-10T16:39:23.458" v="4579" actId="1076"/>
          <ac:spMkLst>
            <pc:docMk/>
            <pc:sldMk cId="233284028" sldId="282"/>
            <ac:spMk id="7" creationId="{E9EEC41F-A82F-9F8F-2460-D36293984166}"/>
          </ac:spMkLst>
        </pc:spChg>
        <pc:spChg chg="add mod">
          <ac:chgData name="Mattia Erné" userId="ad84ee6f-0a28-4445-b06f-f3738604603d" providerId="ADAL" clId="{49E63C1B-C647-4B41-AD50-B6FA5A726C71}" dt="2024-11-10T16:39:23.458" v="4579" actId="1076"/>
          <ac:spMkLst>
            <pc:docMk/>
            <pc:sldMk cId="233284028" sldId="282"/>
            <ac:spMk id="8" creationId="{ACE38787-BFDA-5518-6110-78881058A45C}"/>
          </ac:spMkLst>
        </pc:spChg>
        <pc:spChg chg="add mod">
          <ac:chgData name="Mattia Erné" userId="ad84ee6f-0a28-4445-b06f-f3738604603d" providerId="ADAL" clId="{49E63C1B-C647-4B41-AD50-B6FA5A726C71}" dt="2024-11-10T16:30:22.801" v="4429" actId="122"/>
          <ac:spMkLst>
            <pc:docMk/>
            <pc:sldMk cId="233284028" sldId="282"/>
            <ac:spMk id="9" creationId="{768B58C5-33BA-91F2-DFC8-88AA3C5F7754}"/>
          </ac:spMkLst>
        </pc:spChg>
        <pc:spChg chg="add mod">
          <ac:chgData name="Mattia Erné" userId="ad84ee6f-0a28-4445-b06f-f3738604603d" providerId="ADAL" clId="{49E63C1B-C647-4B41-AD50-B6FA5A726C71}" dt="2024-11-10T16:39:23.458" v="4579" actId="1076"/>
          <ac:spMkLst>
            <pc:docMk/>
            <pc:sldMk cId="233284028" sldId="282"/>
            <ac:spMk id="10" creationId="{A2BB2F45-A870-9F0B-80D8-B676CE7D919B}"/>
          </ac:spMkLst>
        </pc:spChg>
        <pc:spChg chg="add mod">
          <ac:chgData name="Mattia Erné" userId="ad84ee6f-0a28-4445-b06f-f3738604603d" providerId="ADAL" clId="{49E63C1B-C647-4B41-AD50-B6FA5A726C71}" dt="2024-11-10T16:34:14.873" v="4472" actId="113"/>
          <ac:spMkLst>
            <pc:docMk/>
            <pc:sldMk cId="233284028" sldId="282"/>
            <ac:spMk id="11" creationId="{475F25CE-8B9F-C55D-B2F1-70D2DD18244B}"/>
          </ac:spMkLst>
        </pc:spChg>
        <pc:spChg chg="add mod">
          <ac:chgData name="Mattia Erné" userId="ad84ee6f-0a28-4445-b06f-f3738604603d" providerId="ADAL" clId="{49E63C1B-C647-4B41-AD50-B6FA5A726C71}" dt="2024-11-12T18:33:44.828" v="6546" actId="20577"/>
          <ac:spMkLst>
            <pc:docMk/>
            <pc:sldMk cId="233284028" sldId="282"/>
            <ac:spMk id="12" creationId="{164A92C9-73B2-D290-A942-E871F5AF1BEE}"/>
          </ac:spMkLst>
        </pc:spChg>
        <pc:spChg chg="add mod">
          <ac:chgData name="Mattia Erné" userId="ad84ee6f-0a28-4445-b06f-f3738604603d" providerId="ADAL" clId="{49E63C1B-C647-4B41-AD50-B6FA5A726C71}" dt="2024-11-10T16:41:41.757" v="4597" actId="1076"/>
          <ac:spMkLst>
            <pc:docMk/>
            <pc:sldMk cId="233284028" sldId="282"/>
            <ac:spMk id="13" creationId="{D61272DE-C83D-5AAB-9228-D6A79A493979}"/>
          </ac:spMkLst>
        </pc:spChg>
        <pc:spChg chg="add mod">
          <ac:chgData name="Mattia Erné" userId="ad84ee6f-0a28-4445-b06f-f3738604603d" providerId="ADAL" clId="{49E63C1B-C647-4B41-AD50-B6FA5A726C71}" dt="2024-11-10T16:39:23.458" v="4579" actId="1076"/>
          <ac:spMkLst>
            <pc:docMk/>
            <pc:sldMk cId="233284028" sldId="282"/>
            <ac:spMk id="14" creationId="{532AD06E-157B-1885-5651-E6E38B664D5F}"/>
          </ac:spMkLst>
        </pc:spChg>
        <pc:spChg chg="add mod">
          <ac:chgData name="Mattia Erné" userId="ad84ee6f-0a28-4445-b06f-f3738604603d" providerId="ADAL" clId="{49E63C1B-C647-4B41-AD50-B6FA5A726C71}" dt="2024-11-10T16:39:23.458" v="4579" actId="1076"/>
          <ac:spMkLst>
            <pc:docMk/>
            <pc:sldMk cId="233284028" sldId="282"/>
            <ac:spMk id="15" creationId="{40FC53C0-FBD0-8402-9C95-7C52D2BAF2C8}"/>
          </ac:spMkLst>
        </pc:spChg>
        <pc:spChg chg="add mod">
          <ac:chgData name="Mattia Erné" userId="ad84ee6f-0a28-4445-b06f-f3738604603d" providerId="ADAL" clId="{49E63C1B-C647-4B41-AD50-B6FA5A726C71}" dt="2024-11-10T16:39:23.458" v="4579" actId="1076"/>
          <ac:spMkLst>
            <pc:docMk/>
            <pc:sldMk cId="233284028" sldId="282"/>
            <ac:spMk id="16" creationId="{30DDFD50-B2EB-CC69-BF3B-B8CDEF04931A}"/>
          </ac:spMkLst>
        </pc:spChg>
      </pc:sldChg>
      <pc:sldChg chg="modSp add del mod">
        <pc:chgData name="Mattia Erné" userId="ad84ee6f-0a28-4445-b06f-f3738604603d" providerId="ADAL" clId="{49E63C1B-C647-4B41-AD50-B6FA5A726C71}" dt="2024-09-29T10:17:21.511" v="2800" actId="2696"/>
        <pc:sldMkLst>
          <pc:docMk/>
          <pc:sldMk cId="1043023329" sldId="282"/>
        </pc:sldMkLst>
      </pc:sldChg>
      <pc:sldChg chg="addSp delSp modSp add del mod">
        <pc:chgData name="Mattia Erné" userId="ad84ee6f-0a28-4445-b06f-f3738604603d" providerId="ADAL" clId="{49E63C1B-C647-4B41-AD50-B6FA5A726C71}" dt="2024-11-05T18:40:34.699" v="4370" actId="2696"/>
        <pc:sldMkLst>
          <pc:docMk/>
          <pc:sldMk cId="1895381838" sldId="283"/>
        </pc:sldMkLst>
      </pc:sldChg>
      <pc:sldChg chg="addSp delSp modSp new mod modTransition">
        <pc:chgData name="Mattia Erné" userId="ad84ee6f-0a28-4445-b06f-f3738604603d" providerId="ADAL" clId="{49E63C1B-C647-4B41-AD50-B6FA5A726C71}" dt="2024-12-29T09:33:14.183" v="7882"/>
        <pc:sldMkLst>
          <pc:docMk/>
          <pc:sldMk cId="3730286052" sldId="283"/>
        </pc:sldMkLst>
        <pc:spChg chg="mod">
          <ac:chgData name="Mattia Erné" userId="ad84ee6f-0a28-4445-b06f-f3738604603d" providerId="ADAL" clId="{49E63C1B-C647-4B41-AD50-B6FA5A726C71}" dt="2024-11-10T16:41:27.437" v="4596" actId="122"/>
          <ac:spMkLst>
            <pc:docMk/>
            <pc:sldMk cId="3730286052" sldId="283"/>
            <ac:spMk id="2" creationId="{0BB1B63B-DA7C-2377-8AC1-20A0A386A274}"/>
          </ac:spMkLst>
        </pc:spChg>
        <pc:spChg chg="mod">
          <ac:chgData name="Mattia Erné" userId="ad84ee6f-0a28-4445-b06f-f3738604603d" providerId="ADAL" clId="{49E63C1B-C647-4B41-AD50-B6FA5A726C71}" dt="2024-12-29T09:33:14.183" v="7882"/>
          <ac:spMkLst>
            <pc:docMk/>
            <pc:sldMk cId="3730286052" sldId="283"/>
            <ac:spMk id="3" creationId="{04B42763-9818-0746-67BE-874D3F44C28A}"/>
          </ac:spMkLst>
        </pc:spChg>
        <pc:spChg chg="mod">
          <ac:chgData name="Mattia Erné" userId="ad84ee6f-0a28-4445-b06f-f3738604603d" providerId="ADAL" clId="{49E63C1B-C647-4B41-AD50-B6FA5A726C71}" dt="2024-12-28T21:33:56.677" v="6724" actId="114"/>
          <ac:spMkLst>
            <pc:docMk/>
            <pc:sldMk cId="3730286052" sldId="283"/>
            <ac:spMk id="4" creationId="{70CE3139-D6C6-7B61-2368-00E0ABA6BBFD}"/>
          </ac:spMkLst>
        </pc:spChg>
        <pc:cxnChg chg="add mod">
          <ac:chgData name="Mattia Erné" userId="ad84ee6f-0a28-4445-b06f-f3738604603d" providerId="ADAL" clId="{49E63C1B-C647-4B41-AD50-B6FA5A726C71}" dt="2024-11-10T17:02:46.887" v="5068" actId="12788"/>
          <ac:cxnSpMkLst>
            <pc:docMk/>
            <pc:sldMk cId="3730286052" sldId="283"/>
            <ac:cxnSpMk id="6" creationId="{1E521C8C-9845-F10C-D9ED-7E7313CC35C0}"/>
          </ac:cxnSpMkLst>
        </pc:cxnChg>
      </pc:sldChg>
      <pc:sldChg chg="addSp delSp modSp add del mod ord delAnim modAnim">
        <pc:chgData name="Mattia Erné" userId="ad84ee6f-0a28-4445-b06f-f3738604603d" providerId="ADAL" clId="{49E63C1B-C647-4B41-AD50-B6FA5A726C71}" dt="2024-11-27T20:12:21.414" v="6590" actId="2696"/>
        <pc:sldMkLst>
          <pc:docMk/>
          <pc:sldMk cId="1367241619" sldId="284"/>
        </pc:sldMkLst>
      </pc:sldChg>
      <pc:sldChg chg="addSp delSp modSp add del mod">
        <pc:chgData name="Mattia Erné" userId="ad84ee6f-0a28-4445-b06f-f3738604603d" providerId="ADAL" clId="{49E63C1B-C647-4B41-AD50-B6FA5A726C71}" dt="2024-11-05T18:40:34.699" v="4370" actId="2696"/>
        <pc:sldMkLst>
          <pc:docMk/>
          <pc:sldMk cId="2848668187" sldId="284"/>
        </pc:sldMkLst>
      </pc:sldChg>
      <pc:sldChg chg="add del">
        <pc:chgData name="Mattia Erné" userId="ad84ee6f-0a28-4445-b06f-f3738604603d" providerId="ADAL" clId="{49E63C1B-C647-4B41-AD50-B6FA5A726C71}" dt="2024-09-29T13:36:56.800" v="2948" actId="2696"/>
        <pc:sldMkLst>
          <pc:docMk/>
          <pc:sldMk cId="507469892" sldId="285"/>
        </pc:sldMkLst>
      </pc:sldChg>
      <pc:sldChg chg="modSp new mod modTransition">
        <pc:chgData name="Mattia Erné" userId="ad84ee6f-0a28-4445-b06f-f3738604603d" providerId="ADAL" clId="{49E63C1B-C647-4B41-AD50-B6FA5A726C71}" dt="2024-12-28T21:40:11.146" v="6769" actId="20577"/>
        <pc:sldMkLst>
          <pc:docMk/>
          <pc:sldMk cId="2170229311" sldId="285"/>
        </pc:sldMkLst>
        <pc:spChg chg="mod">
          <ac:chgData name="Mattia Erné" userId="ad84ee6f-0a28-4445-b06f-f3738604603d" providerId="ADAL" clId="{49E63C1B-C647-4B41-AD50-B6FA5A726C71}" dt="2024-12-26T21:29:36.816" v="6690" actId="20577"/>
          <ac:spMkLst>
            <pc:docMk/>
            <pc:sldMk cId="2170229311" sldId="285"/>
            <ac:spMk id="2" creationId="{38469CD9-3C11-FAEA-1BF2-ACC646036314}"/>
          </ac:spMkLst>
        </pc:spChg>
        <pc:spChg chg="mod">
          <ac:chgData name="Mattia Erné" userId="ad84ee6f-0a28-4445-b06f-f3738604603d" providerId="ADAL" clId="{49E63C1B-C647-4B41-AD50-B6FA5A726C71}" dt="2024-12-28T21:40:11.146" v="6769" actId="20577"/>
          <ac:spMkLst>
            <pc:docMk/>
            <pc:sldMk cId="2170229311" sldId="285"/>
            <ac:spMk id="3" creationId="{D32A5CBF-6F70-C226-B534-B591FA1A2991}"/>
          </ac:spMkLst>
        </pc:spChg>
      </pc:sldChg>
      <pc:sldChg chg="addSp delSp modSp new mod modTransition">
        <pc:chgData name="Mattia Erné" userId="ad84ee6f-0a28-4445-b06f-f3738604603d" providerId="ADAL" clId="{49E63C1B-C647-4B41-AD50-B6FA5A726C71}" dt="2024-12-27T20:47:46.911" v="6713"/>
        <pc:sldMkLst>
          <pc:docMk/>
          <pc:sldMk cId="407935332" sldId="286"/>
        </pc:sldMkLst>
        <pc:spChg chg="add mod">
          <ac:chgData name="Mattia Erné" userId="ad84ee6f-0a28-4445-b06f-f3738604603d" providerId="ADAL" clId="{49E63C1B-C647-4B41-AD50-B6FA5A726C71}" dt="2024-11-10T17:37:15.837" v="5752" actId="242"/>
          <ac:spMkLst>
            <pc:docMk/>
            <pc:sldMk cId="407935332" sldId="286"/>
            <ac:spMk id="3" creationId="{C4C5FFF9-286A-1084-B52F-1A42454386E9}"/>
          </ac:spMkLst>
        </pc:spChg>
        <pc:graphicFrameChg chg="add del mod modGraphic">
          <ac:chgData name="Mattia Erné" userId="ad84ee6f-0a28-4445-b06f-f3738604603d" providerId="ADAL" clId="{49E63C1B-C647-4B41-AD50-B6FA5A726C71}" dt="2024-11-10T19:47:13.689" v="5983" actId="20577"/>
          <ac:graphicFrameMkLst>
            <pc:docMk/>
            <pc:sldMk cId="407935332" sldId="286"/>
            <ac:graphicFrameMk id="2" creationId="{98026D19-6268-44CF-3C7A-623CFF998430}"/>
          </ac:graphicFrameMkLst>
        </pc:graphicFrameChg>
      </pc:sldChg>
      <pc:sldChg chg="addSp delSp modSp add del mod">
        <pc:chgData name="Mattia Erné" userId="ad84ee6f-0a28-4445-b06f-f3738604603d" providerId="ADAL" clId="{49E63C1B-C647-4B41-AD50-B6FA5A726C71}" dt="2024-11-05T18:40:34.699" v="4370" actId="2696"/>
        <pc:sldMkLst>
          <pc:docMk/>
          <pc:sldMk cId="1318096279" sldId="286"/>
        </pc:sldMkLst>
      </pc:sldChg>
      <pc:sldChg chg="addSp modSp add del mod">
        <pc:chgData name="Mattia Erné" userId="ad84ee6f-0a28-4445-b06f-f3738604603d" providerId="ADAL" clId="{49E63C1B-C647-4B41-AD50-B6FA5A726C71}" dt="2024-11-10T19:34:59.823" v="5869" actId="2696"/>
        <pc:sldMkLst>
          <pc:docMk/>
          <pc:sldMk cId="653594821" sldId="287"/>
        </pc:sldMkLst>
      </pc:sldChg>
      <pc:sldChg chg="addSp modSp new del mod">
        <pc:chgData name="Mattia Erné" userId="ad84ee6f-0a28-4445-b06f-f3738604603d" providerId="ADAL" clId="{49E63C1B-C647-4B41-AD50-B6FA5A726C71}" dt="2024-11-05T18:40:34.699" v="4370" actId="2696"/>
        <pc:sldMkLst>
          <pc:docMk/>
          <pc:sldMk cId="1027772276" sldId="287"/>
        </pc:sldMkLst>
      </pc:sldChg>
      <pc:sldChg chg="addSp delSp modSp add mod modTransition modAnim">
        <pc:chgData name="Mattia Erné" userId="ad84ee6f-0a28-4445-b06f-f3738604603d" providerId="ADAL" clId="{49E63C1B-C647-4B41-AD50-B6FA5A726C71}" dt="2024-12-27T20:47:46.911" v="6713"/>
        <pc:sldMkLst>
          <pc:docMk/>
          <pc:sldMk cId="4145929206" sldId="287"/>
        </pc:sldMkLst>
        <pc:spChg chg="add mod">
          <ac:chgData name="Mattia Erné" userId="ad84ee6f-0a28-4445-b06f-f3738604603d" providerId="ADAL" clId="{49E63C1B-C647-4B41-AD50-B6FA5A726C71}" dt="2024-11-10T19:35:58.786" v="5875" actId="208"/>
          <ac:spMkLst>
            <pc:docMk/>
            <pc:sldMk cId="4145929206" sldId="287"/>
            <ac:spMk id="4" creationId="{882A812B-17CA-1646-8243-C20CB3C5CAEE}"/>
          </ac:spMkLst>
        </pc:spChg>
        <pc:spChg chg="add mod">
          <ac:chgData name="Mattia Erné" userId="ad84ee6f-0a28-4445-b06f-f3738604603d" providerId="ADAL" clId="{49E63C1B-C647-4B41-AD50-B6FA5A726C71}" dt="2024-11-10T19:36:09.806" v="5877" actId="1076"/>
          <ac:spMkLst>
            <pc:docMk/>
            <pc:sldMk cId="4145929206" sldId="287"/>
            <ac:spMk id="5" creationId="{5CB28A22-8FA0-BC83-B3E5-D511C6FE4D3A}"/>
          </ac:spMkLst>
        </pc:spChg>
        <pc:spChg chg="add mod">
          <ac:chgData name="Mattia Erné" userId="ad84ee6f-0a28-4445-b06f-f3738604603d" providerId="ADAL" clId="{49E63C1B-C647-4B41-AD50-B6FA5A726C71}" dt="2024-11-10T19:37:33.384" v="5894" actId="20577"/>
          <ac:spMkLst>
            <pc:docMk/>
            <pc:sldMk cId="4145929206" sldId="287"/>
            <ac:spMk id="6" creationId="{EB61138C-3FF1-8AEB-866B-281E2AD40EBE}"/>
          </ac:spMkLst>
        </pc:spChg>
        <pc:graphicFrameChg chg="modGraphic">
          <ac:chgData name="Mattia Erné" userId="ad84ee6f-0a28-4445-b06f-f3738604603d" providerId="ADAL" clId="{49E63C1B-C647-4B41-AD50-B6FA5A726C71}" dt="2024-11-10T19:47:17.641" v="5989" actId="20577"/>
          <ac:graphicFrameMkLst>
            <pc:docMk/>
            <pc:sldMk cId="4145929206" sldId="287"/>
            <ac:graphicFrameMk id="2" creationId="{0ED24581-7865-A010-9C90-C27FA19CB6D1}"/>
          </ac:graphicFrameMkLst>
        </pc:graphicFrameChg>
      </pc:sldChg>
      <pc:sldChg chg="modSp add del mod ord">
        <pc:chgData name="Mattia Erné" userId="ad84ee6f-0a28-4445-b06f-f3738604603d" providerId="ADAL" clId="{49E63C1B-C647-4B41-AD50-B6FA5A726C71}" dt="2024-11-05T18:40:34.699" v="4370" actId="2696"/>
        <pc:sldMkLst>
          <pc:docMk/>
          <pc:sldMk cId="640272239" sldId="288"/>
        </pc:sldMkLst>
      </pc:sldChg>
      <pc:sldChg chg="addSp delSp modSp add mod ord modTransition">
        <pc:chgData name="Mattia Erné" userId="ad84ee6f-0a28-4445-b06f-f3738604603d" providerId="ADAL" clId="{49E63C1B-C647-4B41-AD50-B6FA5A726C71}" dt="2024-12-27T20:47:46.911" v="6713"/>
        <pc:sldMkLst>
          <pc:docMk/>
          <pc:sldMk cId="666786432" sldId="288"/>
        </pc:sldMkLst>
        <pc:spChg chg="add mod">
          <ac:chgData name="Mattia Erné" userId="ad84ee6f-0a28-4445-b06f-f3738604603d" providerId="ADAL" clId="{49E63C1B-C647-4B41-AD50-B6FA5A726C71}" dt="2024-11-10T19:39:51.972" v="5922" actId="20577"/>
          <ac:spMkLst>
            <pc:docMk/>
            <pc:sldMk cId="666786432" sldId="288"/>
            <ac:spMk id="4" creationId="{1D9AD984-009E-9E33-854B-46766A9BA8A0}"/>
          </ac:spMkLst>
        </pc:spChg>
        <pc:spChg chg="add mod">
          <ac:chgData name="Mattia Erné" userId="ad84ee6f-0a28-4445-b06f-f3738604603d" providerId="ADAL" clId="{49E63C1B-C647-4B41-AD50-B6FA5A726C71}" dt="2024-11-10T19:41:02.351" v="5937" actId="1076"/>
          <ac:spMkLst>
            <pc:docMk/>
            <pc:sldMk cId="666786432" sldId="288"/>
            <ac:spMk id="5" creationId="{03C2026A-2BBB-EEB4-7833-9A76606BC6D7}"/>
          </ac:spMkLst>
        </pc:spChg>
        <pc:spChg chg="add mod">
          <ac:chgData name="Mattia Erné" userId="ad84ee6f-0a28-4445-b06f-f3738604603d" providerId="ADAL" clId="{49E63C1B-C647-4B41-AD50-B6FA5A726C71}" dt="2024-11-10T19:41:09.515" v="5938" actId="1076"/>
          <ac:spMkLst>
            <pc:docMk/>
            <pc:sldMk cId="666786432" sldId="288"/>
            <ac:spMk id="6" creationId="{64E7FDA2-5B23-C591-39E8-9D7A2795350D}"/>
          </ac:spMkLst>
        </pc:spChg>
        <pc:spChg chg="add mod">
          <ac:chgData name="Mattia Erné" userId="ad84ee6f-0a28-4445-b06f-f3738604603d" providerId="ADAL" clId="{49E63C1B-C647-4B41-AD50-B6FA5A726C71}" dt="2024-11-10T19:41:15.614" v="5939" actId="1076"/>
          <ac:spMkLst>
            <pc:docMk/>
            <pc:sldMk cId="666786432" sldId="288"/>
            <ac:spMk id="7" creationId="{4116FA07-ED1D-EDB5-20F0-4106C2CE2005}"/>
          </ac:spMkLst>
        </pc:spChg>
        <pc:spChg chg="add mod">
          <ac:chgData name="Mattia Erné" userId="ad84ee6f-0a28-4445-b06f-f3738604603d" providerId="ADAL" clId="{49E63C1B-C647-4B41-AD50-B6FA5A726C71}" dt="2024-11-10T19:41:23.111" v="5941" actId="1076"/>
          <ac:spMkLst>
            <pc:docMk/>
            <pc:sldMk cId="666786432" sldId="288"/>
            <ac:spMk id="8" creationId="{34450763-4026-7499-3DA2-036F09096E50}"/>
          </ac:spMkLst>
        </pc:spChg>
        <pc:graphicFrameChg chg="mod modGraphic">
          <ac:chgData name="Mattia Erné" userId="ad84ee6f-0a28-4445-b06f-f3738604603d" providerId="ADAL" clId="{49E63C1B-C647-4B41-AD50-B6FA5A726C71}" dt="2024-11-10T19:47:24.567" v="6001" actId="20577"/>
          <ac:graphicFrameMkLst>
            <pc:docMk/>
            <pc:sldMk cId="666786432" sldId="288"/>
            <ac:graphicFrameMk id="2" creationId="{3C35C835-BDE3-E8A6-04FF-D74D777BC05A}"/>
          </ac:graphicFrameMkLst>
        </pc:graphicFrameChg>
      </pc:sldChg>
      <pc:sldChg chg="addSp delSp modSp add del mod ord">
        <pc:chgData name="Mattia Erné" userId="ad84ee6f-0a28-4445-b06f-f3738604603d" providerId="ADAL" clId="{49E63C1B-C647-4B41-AD50-B6FA5A726C71}" dt="2024-09-29T14:23:46.575" v="3185" actId="2696"/>
        <pc:sldMkLst>
          <pc:docMk/>
          <pc:sldMk cId="2094400566" sldId="289"/>
        </pc:sldMkLst>
      </pc:sldChg>
      <pc:sldChg chg="addSp delSp modSp add mod ord modTransition">
        <pc:chgData name="Mattia Erné" userId="ad84ee6f-0a28-4445-b06f-f3738604603d" providerId="ADAL" clId="{49E63C1B-C647-4B41-AD50-B6FA5A726C71}" dt="2024-12-27T20:47:46.911" v="6713"/>
        <pc:sldMkLst>
          <pc:docMk/>
          <pc:sldMk cId="2190201797" sldId="289"/>
        </pc:sldMkLst>
        <pc:spChg chg="add mod">
          <ac:chgData name="Mattia Erné" userId="ad84ee6f-0a28-4445-b06f-f3738604603d" providerId="ADAL" clId="{49E63C1B-C647-4B41-AD50-B6FA5A726C71}" dt="2024-11-10T19:42:33.323" v="5952"/>
          <ac:spMkLst>
            <pc:docMk/>
            <pc:sldMk cId="2190201797" sldId="289"/>
            <ac:spMk id="4" creationId="{4886E18D-3CDB-CB4F-884A-83ABC8DF1B73}"/>
          </ac:spMkLst>
        </pc:spChg>
        <pc:graphicFrameChg chg="mod modGraphic">
          <ac:chgData name="Mattia Erné" userId="ad84ee6f-0a28-4445-b06f-f3738604603d" providerId="ADAL" clId="{49E63C1B-C647-4B41-AD50-B6FA5A726C71}" dt="2024-11-10T19:47:21.118" v="5995" actId="20577"/>
          <ac:graphicFrameMkLst>
            <pc:docMk/>
            <pc:sldMk cId="2190201797" sldId="289"/>
            <ac:graphicFrameMk id="2" creationId="{50FAB2E6-1312-D8DD-EB7A-6DA40D1209FA}"/>
          </ac:graphicFrameMkLst>
        </pc:graphicFrameChg>
      </pc:sldChg>
      <pc:sldChg chg="add del ord">
        <pc:chgData name="Mattia Erné" userId="ad84ee6f-0a28-4445-b06f-f3738604603d" providerId="ADAL" clId="{49E63C1B-C647-4B41-AD50-B6FA5A726C71}" dt="2024-09-29T14:26:56.717" v="3194" actId="2696"/>
        <pc:sldMkLst>
          <pc:docMk/>
          <pc:sldMk cId="3054982467" sldId="290"/>
        </pc:sldMkLst>
      </pc:sldChg>
      <pc:sldChg chg="delSp modSp add mod modTransition">
        <pc:chgData name="Mattia Erné" userId="ad84ee6f-0a28-4445-b06f-f3738604603d" providerId="ADAL" clId="{49E63C1B-C647-4B41-AD50-B6FA5A726C71}" dt="2024-12-27T20:47:46.911" v="6713"/>
        <pc:sldMkLst>
          <pc:docMk/>
          <pc:sldMk cId="3929004291" sldId="290"/>
        </pc:sldMkLst>
        <pc:graphicFrameChg chg="modGraphic">
          <ac:chgData name="Mattia Erné" userId="ad84ee6f-0a28-4445-b06f-f3738604603d" providerId="ADAL" clId="{49E63C1B-C647-4B41-AD50-B6FA5A726C71}" dt="2024-11-10T19:47:28.699" v="6007" actId="20577"/>
          <ac:graphicFrameMkLst>
            <pc:docMk/>
            <pc:sldMk cId="3929004291" sldId="290"/>
            <ac:graphicFrameMk id="2" creationId="{652C75C5-6DCC-6709-9FAC-32AFBD8D8E93}"/>
          </ac:graphicFrameMkLst>
        </pc:graphicFrameChg>
      </pc:sldChg>
      <pc:sldChg chg="addSp modSp add mod modTransition">
        <pc:chgData name="Mattia Erné" userId="ad84ee6f-0a28-4445-b06f-f3738604603d" providerId="ADAL" clId="{49E63C1B-C647-4B41-AD50-B6FA5A726C71}" dt="2024-12-27T20:47:46.911" v="6713"/>
        <pc:sldMkLst>
          <pc:docMk/>
          <pc:sldMk cId="725873024" sldId="291"/>
        </pc:sldMkLst>
        <pc:spChg chg="add mod">
          <ac:chgData name="Mattia Erné" userId="ad84ee6f-0a28-4445-b06f-f3738604603d" providerId="ADAL" clId="{49E63C1B-C647-4B41-AD50-B6FA5A726C71}" dt="2024-11-10T19:48:33.343" v="6026" actId="1076"/>
          <ac:spMkLst>
            <pc:docMk/>
            <pc:sldMk cId="725873024" sldId="291"/>
            <ac:spMk id="3" creationId="{A145AAD5-DA8E-F70B-ED1E-FD967639BE84}"/>
          </ac:spMkLst>
        </pc:spChg>
        <pc:spChg chg="mod">
          <ac:chgData name="Mattia Erné" userId="ad84ee6f-0a28-4445-b06f-f3738604603d" providerId="ADAL" clId="{49E63C1B-C647-4B41-AD50-B6FA5A726C71}" dt="2024-11-10T19:48:01.198" v="6023" actId="20577"/>
          <ac:spMkLst>
            <pc:docMk/>
            <pc:sldMk cId="725873024" sldId="291"/>
            <ac:spMk id="4" creationId="{C4FBF727-B1AE-E5EA-5326-7B01214B1217}"/>
          </ac:spMkLst>
        </pc:spChg>
      </pc:sldChg>
      <pc:sldChg chg="addSp delSp modSp add del mod ord">
        <pc:chgData name="Mattia Erné" userId="ad84ee6f-0a28-4445-b06f-f3738604603d" providerId="ADAL" clId="{49E63C1B-C647-4B41-AD50-B6FA5A726C71}" dt="2024-09-29T15:22:42.495" v="3525" actId="2696"/>
        <pc:sldMkLst>
          <pc:docMk/>
          <pc:sldMk cId="755373523" sldId="291"/>
        </pc:sldMkLst>
      </pc:sldChg>
      <pc:sldChg chg="delSp modSp add mod modTransition">
        <pc:chgData name="Mattia Erné" userId="ad84ee6f-0a28-4445-b06f-f3738604603d" providerId="ADAL" clId="{49E63C1B-C647-4B41-AD50-B6FA5A726C71}" dt="2024-12-27T20:47:46.911" v="6713"/>
        <pc:sldMkLst>
          <pc:docMk/>
          <pc:sldMk cId="2677850578" sldId="292"/>
        </pc:sldMkLst>
        <pc:graphicFrameChg chg="modGraphic">
          <ac:chgData name="Mattia Erné" userId="ad84ee6f-0a28-4445-b06f-f3738604603d" providerId="ADAL" clId="{49E63C1B-C647-4B41-AD50-B6FA5A726C71}" dt="2024-11-10T19:48:50.795" v="6032" actId="20577"/>
          <ac:graphicFrameMkLst>
            <pc:docMk/>
            <pc:sldMk cId="2677850578" sldId="292"/>
            <ac:graphicFrameMk id="2" creationId="{E3E1B72C-88D0-F3E5-20E8-9B95194AA559}"/>
          </ac:graphicFrameMkLst>
        </pc:graphicFrameChg>
      </pc:sldChg>
      <pc:sldChg chg="addSp delSp modSp add del mod">
        <pc:chgData name="Mattia Erné" userId="ad84ee6f-0a28-4445-b06f-f3738604603d" providerId="ADAL" clId="{49E63C1B-C647-4B41-AD50-B6FA5A726C71}" dt="2024-09-29T14:44:20.109" v="3410" actId="2696"/>
        <pc:sldMkLst>
          <pc:docMk/>
          <pc:sldMk cId="3331890150" sldId="292"/>
        </pc:sldMkLst>
      </pc:sldChg>
      <pc:sldChg chg="addSp delSp modSp add del mod">
        <pc:chgData name="Mattia Erné" userId="ad84ee6f-0a28-4445-b06f-f3738604603d" providerId="ADAL" clId="{49E63C1B-C647-4B41-AD50-B6FA5A726C71}" dt="2024-09-29T14:26:58.643" v="3195" actId="2696"/>
        <pc:sldMkLst>
          <pc:docMk/>
          <pc:sldMk cId="3744194291" sldId="292"/>
        </pc:sldMkLst>
      </pc:sldChg>
      <pc:sldChg chg="addSp modSp add mod modTransition">
        <pc:chgData name="Mattia Erné" userId="ad84ee6f-0a28-4445-b06f-f3738604603d" providerId="ADAL" clId="{49E63C1B-C647-4B41-AD50-B6FA5A726C71}" dt="2024-12-27T20:47:46.911" v="6713"/>
        <pc:sldMkLst>
          <pc:docMk/>
          <pc:sldMk cId="1276139055" sldId="293"/>
        </pc:sldMkLst>
        <pc:spChg chg="add mod">
          <ac:chgData name="Mattia Erné" userId="ad84ee6f-0a28-4445-b06f-f3738604603d" providerId="ADAL" clId="{49E63C1B-C647-4B41-AD50-B6FA5A726C71}" dt="2024-11-10T19:54:44.843" v="6049" actId="14100"/>
          <ac:spMkLst>
            <pc:docMk/>
            <pc:sldMk cId="1276139055" sldId="293"/>
            <ac:spMk id="3" creationId="{1865A3B9-B02A-C1C6-34F3-F6668C3E8848}"/>
          </ac:spMkLst>
        </pc:spChg>
        <pc:spChg chg="mod">
          <ac:chgData name="Mattia Erné" userId="ad84ee6f-0a28-4445-b06f-f3738604603d" providerId="ADAL" clId="{49E63C1B-C647-4B41-AD50-B6FA5A726C71}" dt="2024-11-10T19:53:29.378" v="6044" actId="20577"/>
          <ac:spMkLst>
            <pc:docMk/>
            <pc:sldMk cId="1276139055" sldId="293"/>
            <ac:spMk id="4" creationId="{F9EB2EE8-12F3-48FD-5A6D-F737C7871AAD}"/>
          </ac:spMkLst>
        </pc:spChg>
        <pc:graphicFrameChg chg="mod">
          <ac:chgData name="Mattia Erné" userId="ad84ee6f-0a28-4445-b06f-f3738604603d" providerId="ADAL" clId="{49E63C1B-C647-4B41-AD50-B6FA5A726C71}" dt="2024-11-10T19:54:36.157" v="6047" actId="1076"/>
          <ac:graphicFrameMkLst>
            <pc:docMk/>
            <pc:sldMk cId="1276139055" sldId="293"/>
            <ac:graphicFrameMk id="2" creationId="{7E65FAAE-65B1-D6E3-951E-FA813BA12A93}"/>
          </ac:graphicFrameMkLst>
        </pc:graphicFrameChg>
      </pc:sldChg>
      <pc:sldChg chg="addSp delSp modSp add del mod">
        <pc:chgData name="Mattia Erné" userId="ad84ee6f-0a28-4445-b06f-f3738604603d" providerId="ADAL" clId="{49E63C1B-C647-4B41-AD50-B6FA5A726C71}" dt="2024-09-29T14:35:20.018" v="3274" actId="2696"/>
        <pc:sldMkLst>
          <pc:docMk/>
          <pc:sldMk cId="1423060587" sldId="293"/>
        </pc:sldMkLst>
      </pc:sldChg>
      <pc:sldChg chg="modSp add del mod">
        <pc:chgData name="Mattia Erné" userId="ad84ee6f-0a28-4445-b06f-f3738604603d" providerId="ADAL" clId="{49E63C1B-C647-4B41-AD50-B6FA5A726C71}" dt="2024-09-29T14:44:22.433" v="3411" actId="2696"/>
        <pc:sldMkLst>
          <pc:docMk/>
          <pc:sldMk cId="2753539688" sldId="293"/>
        </pc:sldMkLst>
      </pc:sldChg>
      <pc:sldChg chg="delSp modSp add mod modTransition">
        <pc:chgData name="Mattia Erné" userId="ad84ee6f-0a28-4445-b06f-f3738604603d" providerId="ADAL" clId="{49E63C1B-C647-4B41-AD50-B6FA5A726C71}" dt="2024-12-27T20:47:46.911" v="6713"/>
        <pc:sldMkLst>
          <pc:docMk/>
          <pc:sldMk cId="1203642000" sldId="294"/>
        </pc:sldMkLst>
        <pc:graphicFrameChg chg="modGraphic">
          <ac:chgData name="Mattia Erné" userId="ad84ee6f-0a28-4445-b06f-f3738604603d" providerId="ADAL" clId="{49E63C1B-C647-4B41-AD50-B6FA5A726C71}" dt="2024-12-26T21:32:08.884" v="6704" actId="20577"/>
          <ac:graphicFrameMkLst>
            <pc:docMk/>
            <pc:sldMk cId="1203642000" sldId="294"/>
            <ac:graphicFrameMk id="2" creationId="{ED337D4D-B585-5714-3F57-D272FA0464E1}"/>
          </ac:graphicFrameMkLst>
        </pc:graphicFrameChg>
      </pc:sldChg>
      <pc:sldChg chg="addSp delSp modSp add del mod">
        <pc:chgData name="Mattia Erné" userId="ad84ee6f-0a28-4445-b06f-f3738604603d" providerId="ADAL" clId="{49E63C1B-C647-4B41-AD50-B6FA5A726C71}" dt="2024-09-29T15:23:06.749" v="3526" actId="2696"/>
        <pc:sldMkLst>
          <pc:docMk/>
          <pc:sldMk cId="3924179365" sldId="294"/>
        </pc:sldMkLst>
      </pc:sldChg>
      <pc:sldChg chg="modSp add mod modTransition">
        <pc:chgData name="Mattia Erné" userId="ad84ee6f-0a28-4445-b06f-f3738604603d" providerId="ADAL" clId="{49E63C1B-C647-4B41-AD50-B6FA5A726C71}" dt="2024-12-27T20:47:46.911" v="6713"/>
        <pc:sldMkLst>
          <pc:docMk/>
          <pc:sldMk cId="850469979" sldId="295"/>
        </pc:sldMkLst>
        <pc:spChg chg="mod">
          <ac:chgData name="Mattia Erné" userId="ad84ee6f-0a28-4445-b06f-f3738604603d" providerId="ADAL" clId="{49E63C1B-C647-4B41-AD50-B6FA5A726C71}" dt="2024-11-10T19:55:53.012" v="6078" actId="20577"/>
          <ac:spMkLst>
            <pc:docMk/>
            <pc:sldMk cId="850469979" sldId="295"/>
            <ac:spMk id="4" creationId="{1E47B96F-3921-AD0B-9BDF-5B05539B28E6}"/>
          </ac:spMkLst>
        </pc:spChg>
        <pc:graphicFrameChg chg="mod modGraphic">
          <ac:chgData name="Mattia Erné" userId="ad84ee6f-0a28-4445-b06f-f3738604603d" providerId="ADAL" clId="{49E63C1B-C647-4B41-AD50-B6FA5A726C71}" dt="2024-12-26T21:32:27.574" v="6707"/>
          <ac:graphicFrameMkLst>
            <pc:docMk/>
            <pc:sldMk cId="850469979" sldId="295"/>
            <ac:graphicFrameMk id="2" creationId="{8D6D0DE1-2A72-F189-F75C-F550ECBD0572}"/>
          </ac:graphicFrameMkLst>
        </pc:graphicFrameChg>
      </pc:sldChg>
      <pc:sldChg chg="addSp delSp modSp add del mod modAnim">
        <pc:chgData name="Mattia Erné" userId="ad84ee6f-0a28-4445-b06f-f3738604603d" providerId="ADAL" clId="{49E63C1B-C647-4B41-AD50-B6FA5A726C71}" dt="2024-09-29T15:40:16.399" v="3684" actId="2696"/>
        <pc:sldMkLst>
          <pc:docMk/>
          <pc:sldMk cId="3155820095" sldId="295"/>
        </pc:sldMkLst>
      </pc:sldChg>
      <pc:sldChg chg="addSp delSp modSp add mod modTransition">
        <pc:chgData name="Mattia Erné" userId="ad84ee6f-0a28-4445-b06f-f3738604603d" providerId="ADAL" clId="{49E63C1B-C647-4B41-AD50-B6FA5A726C71}" dt="2024-12-27T20:47:46.911" v="6713"/>
        <pc:sldMkLst>
          <pc:docMk/>
          <pc:sldMk cId="1445431788" sldId="296"/>
        </pc:sldMkLst>
        <pc:spChg chg="add mod">
          <ac:chgData name="Mattia Erné" userId="ad84ee6f-0a28-4445-b06f-f3738604603d" providerId="ADAL" clId="{49E63C1B-C647-4B41-AD50-B6FA5A726C71}" dt="2024-11-10T19:58:09.314" v="6102"/>
          <ac:spMkLst>
            <pc:docMk/>
            <pc:sldMk cId="1445431788" sldId="296"/>
            <ac:spMk id="3" creationId="{589DC89E-9E03-333E-F0DF-EF97709ECF85}"/>
          </ac:spMkLst>
        </pc:spChg>
        <pc:spChg chg="add mod">
          <ac:chgData name="Mattia Erné" userId="ad84ee6f-0a28-4445-b06f-f3738604603d" providerId="ADAL" clId="{49E63C1B-C647-4B41-AD50-B6FA5A726C71}" dt="2024-11-10T19:58:29.058" v="6104" actId="1076"/>
          <ac:spMkLst>
            <pc:docMk/>
            <pc:sldMk cId="1445431788" sldId="296"/>
            <ac:spMk id="5" creationId="{E6D5A126-A3F4-7355-EF1C-7BBAADEFC0FE}"/>
          </ac:spMkLst>
        </pc:spChg>
        <pc:graphicFrameChg chg="mod modGraphic">
          <ac:chgData name="Mattia Erné" userId="ad84ee6f-0a28-4445-b06f-f3738604603d" providerId="ADAL" clId="{49E63C1B-C647-4B41-AD50-B6FA5A726C71}" dt="2024-12-26T21:32:18.809" v="6706"/>
          <ac:graphicFrameMkLst>
            <pc:docMk/>
            <pc:sldMk cId="1445431788" sldId="296"/>
            <ac:graphicFrameMk id="2" creationId="{5FDD2F9A-580B-20D2-6183-B70187F9F4F5}"/>
          </ac:graphicFrameMkLst>
        </pc:graphicFrameChg>
      </pc:sldChg>
      <pc:sldChg chg="addSp delSp modSp add del mod modTransition modAnim">
        <pc:chgData name="Mattia Erné" userId="ad84ee6f-0a28-4445-b06f-f3738604603d" providerId="ADAL" clId="{49E63C1B-C647-4B41-AD50-B6FA5A726C71}" dt="2024-11-05T18:40:34.699" v="4370" actId="2696"/>
        <pc:sldMkLst>
          <pc:docMk/>
          <pc:sldMk cId="2822532089" sldId="296"/>
        </pc:sldMkLst>
      </pc:sldChg>
      <pc:sldChg chg="addSp modSp add del mod modTransition modAnim">
        <pc:chgData name="Mattia Erné" userId="ad84ee6f-0a28-4445-b06f-f3738604603d" providerId="ADAL" clId="{49E63C1B-C647-4B41-AD50-B6FA5A726C71}" dt="2024-11-05T18:40:34.699" v="4370" actId="2696"/>
        <pc:sldMkLst>
          <pc:docMk/>
          <pc:sldMk cId="957500516" sldId="297"/>
        </pc:sldMkLst>
      </pc:sldChg>
      <pc:sldChg chg="addSp modSp add mod modTransition">
        <pc:chgData name="Mattia Erné" userId="ad84ee6f-0a28-4445-b06f-f3738604603d" providerId="ADAL" clId="{49E63C1B-C647-4B41-AD50-B6FA5A726C71}" dt="2024-12-28T21:40:05.203" v="6767" actId="20577"/>
        <pc:sldMkLst>
          <pc:docMk/>
          <pc:sldMk cId="3748084930" sldId="297"/>
        </pc:sldMkLst>
        <pc:spChg chg="add mod">
          <ac:chgData name="Mattia Erné" userId="ad84ee6f-0a28-4445-b06f-f3738604603d" providerId="ADAL" clId="{49E63C1B-C647-4B41-AD50-B6FA5A726C71}" dt="2024-11-10T20:04:45.907" v="6132" actId="1076"/>
          <ac:spMkLst>
            <pc:docMk/>
            <pc:sldMk cId="3748084930" sldId="297"/>
            <ac:spMk id="3" creationId="{ABDBF92B-ECC6-6117-6358-F631B918B08C}"/>
          </ac:spMkLst>
        </pc:spChg>
        <pc:spChg chg="mod">
          <ac:chgData name="Mattia Erné" userId="ad84ee6f-0a28-4445-b06f-f3738604603d" providerId="ADAL" clId="{49E63C1B-C647-4B41-AD50-B6FA5A726C71}" dt="2024-12-28T21:40:05.203" v="6767" actId="20577"/>
          <ac:spMkLst>
            <pc:docMk/>
            <pc:sldMk cId="3748084930" sldId="297"/>
            <ac:spMk id="4" creationId="{CB15E7DE-7A08-43FA-FD88-CBE087390752}"/>
          </ac:spMkLst>
        </pc:spChg>
        <pc:graphicFrameChg chg="mod modGraphic">
          <ac:chgData name="Mattia Erné" userId="ad84ee6f-0a28-4445-b06f-f3738604603d" providerId="ADAL" clId="{49E63C1B-C647-4B41-AD50-B6FA5A726C71}" dt="2024-12-26T21:32:31.609" v="6708"/>
          <ac:graphicFrameMkLst>
            <pc:docMk/>
            <pc:sldMk cId="3748084930" sldId="297"/>
            <ac:graphicFrameMk id="2" creationId="{DC4A5FD3-D9E3-184D-4808-33B8D04F9F30}"/>
          </ac:graphicFrameMkLst>
        </pc:graphicFrameChg>
      </pc:sldChg>
      <pc:sldChg chg="addSp modSp add del mod modTransition modAnim">
        <pc:chgData name="Mattia Erné" userId="ad84ee6f-0a28-4445-b06f-f3738604603d" providerId="ADAL" clId="{49E63C1B-C647-4B41-AD50-B6FA5A726C71}" dt="2024-11-05T18:40:34.699" v="4370" actId="2696"/>
        <pc:sldMkLst>
          <pc:docMk/>
          <pc:sldMk cId="1916067016" sldId="298"/>
        </pc:sldMkLst>
      </pc:sldChg>
      <pc:sldChg chg="delSp modSp add mod modTransition">
        <pc:chgData name="Mattia Erné" userId="ad84ee6f-0a28-4445-b06f-f3738604603d" providerId="ADAL" clId="{49E63C1B-C647-4B41-AD50-B6FA5A726C71}" dt="2024-12-28T22:35:17.341" v="7775" actId="20577"/>
        <pc:sldMkLst>
          <pc:docMk/>
          <pc:sldMk cId="3380362672" sldId="298"/>
        </pc:sldMkLst>
        <pc:spChg chg="mod">
          <ac:chgData name="Mattia Erné" userId="ad84ee6f-0a28-4445-b06f-f3738604603d" providerId="ADAL" clId="{49E63C1B-C647-4B41-AD50-B6FA5A726C71}" dt="2024-12-28T21:39:58.197" v="6763" actId="20577"/>
          <ac:spMkLst>
            <pc:docMk/>
            <pc:sldMk cId="3380362672" sldId="298"/>
            <ac:spMk id="4" creationId="{5955161E-85FE-C2BA-C5BF-E9016B1D1A47}"/>
          </ac:spMkLst>
        </pc:spChg>
        <pc:graphicFrameChg chg="mod modGraphic">
          <ac:chgData name="Mattia Erné" userId="ad84ee6f-0a28-4445-b06f-f3738604603d" providerId="ADAL" clId="{49E63C1B-C647-4B41-AD50-B6FA5A726C71}" dt="2024-12-28T22:35:17.341" v="7775" actId="20577"/>
          <ac:graphicFrameMkLst>
            <pc:docMk/>
            <pc:sldMk cId="3380362672" sldId="298"/>
            <ac:graphicFrameMk id="2" creationId="{5335ADF5-E209-8A8B-5648-FE85DE169FA1}"/>
          </ac:graphicFrameMkLst>
        </pc:graphicFrameChg>
      </pc:sldChg>
      <pc:sldChg chg="modSp add mod">
        <pc:chgData name="Mattia Erné" userId="ad84ee6f-0a28-4445-b06f-f3738604603d" providerId="ADAL" clId="{49E63C1B-C647-4B41-AD50-B6FA5A726C71}" dt="2024-12-29T09:33:08.405" v="7881"/>
        <pc:sldMkLst>
          <pc:docMk/>
          <pc:sldMk cId="1755647101" sldId="299"/>
        </pc:sldMkLst>
        <pc:spChg chg="mod">
          <ac:chgData name="Mattia Erné" userId="ad84ee6f-0a28-4445-b06f-f3738604603d" providerId="ADAL" clId="{49E63C1B-C647-4B41-AD50-B6FA5A726C71}" dt="2024-12-29T09:33:08.405" v="7881"/>
          <ac:spMkLst>
            <pc:docMk/>
            <pc:sldMk cId="1755647101" sldId="299"/>
            <ac:spMk id="3" creationId="{439E3049-5F13-3A89-5BFA-5FC1DCE91762}"/>
          </ac:spMkLst>
        </pc:spChg>
        <pc:spChg chg="mod">
          <ac:chgData name="Mattia Erné" userId="ad84ee6f-0a28-4445-b06f-f3738604603d" providerId="ADAL" clId="{49E63C1B-C647-4B41-AD50-B6FA5A726C71}" dt="2024-12-28T21:35:31.457" v="6742" actId="207"/>
          <ac:spMkLst>
            <pc:docMk/>
            <pc:sldMk cId="1755647101" sldId="299"/>
            <ac:spMk id="4" creationId="{FF9E4F45-B213-EAD5-A2A0-33357F9595A5}"/>
          </ac:spMkLst>
        </pc:spChg>
      </pc:sldChg>
      <pc:sldChg chg="addSp delSp modSp new del mod">
        <pc:chgData name="Mattia Erné" userId="ad84ee6f-0a28-4445-b06f-f3738604603d" providerId="ADAL" clId="{49E63C1B-C647-4B41-AD50-B6FA5A726C71}" dt="2024-11-10T20:17:21.479" v="6262" actId="2696"/>
        <pc:sldMkLst>
          <pc:docMk/>
          <pc:sldMk cId="2107939941" sldId="299"/>
        </pc:sldMkLst>
      </pc:sldChg>
      <pc:sldChg chg="new del">
        <pc:chgData name="Mattia Erné" userId="ad84ee6f-0a28-4445-b06f-f3738604603d" providerId="ADAL" clId="{49E63C1B-C647-4B41-AD50-B6FA5A726C71}" dt="2024-12-25T15:11:48.573" v="6677" actId="47"/>
        <pc:sldMkLst>
          <pc:docMk/>
          <pc:sldMk cId="2468037259" sldId="299"/>
        </pc:sldMkLst>
      </pc:sldChg>
      <pc:sldChg chg="modSp add del mod ord">
        <pc:chgData name="Mattia Erné" userId="ad84ee6f-0a28-4445-b06f-f3738604603d" providerId="ADAL" clId="{49E63C1B-C647-4B41-AD50-B6FA5A726C71}" dt="2024-11-05T18:40:34.699" v="4370" actId="2696"/>
        <pc:sldMkLst>
          <pc:docMk/>
          <pc:sldMk cId="2959497448" sldId="299"/>
        </pc:sldMkLst>
      </pc:sldChg>
      <pc:sldChg chg="addSp modSp new del mod">
        <pc:chgData name="Mattia Erné" userId="ad84ee6f-0a28-4445-b06f-f3738604603d" providerId="ADAL" clId="{49E63C1B-C647-4B41-AD50-B6FA5A726C71}" dt="2024-11-05T18:40:34.699" v="4370" actId="2696"/>
        <pc:sldMkLst>
          <pc:docMk/>
          <pc:sldMk cId="773487204" sldId="300"/>
        </pc:sldMkLst>
      </pc:sldChg>
      <pc:sldChg chg="modSp add mod">
        <pc:chgData name="Mattia Erné" userId="ad84ee6f-0a28-4445-b06f-f3738604603d" providerId="ADAL" clId="{49E63C1B-C647-4B41-AD50-B6FA5A726C71}" dt="2024-12-29T09:32:50.464" v="7880" actId="20577"/>
        <pc:sldMkLst>
          <pc:docMk/>
          <pc:sldMk cId="962068192" sldId="300"/>
        </pc:sldMkLst>
        <pc:spChg chg="mod">
          <ac:chgData name="Mattia Erné" userId="ad84ee6f-0a28-4445-b06f-f3738604603d" providerId="ADAL" clId="{49E63C1B-C647-4B41-AD50-B6FA5A726C71}" dt="2024-12-29T09:32:50.464" v="7880" actId="20577"/>
          <ac:spMkLst>
            <pc:docMk/>
            <pc:sldMk cId="962068192" sldId="300"/>
            <ac:spMk id="3" creationId="{135E5B30-7BE9-B0E2-35E7-703F8A0CECEE}"/>
          </ac:spMkLst>
        </pc:spChg>
        <pc:spChg chg="mod">
          <ac:chgData name="Mattia Erné" userId="ad84ee6f-0a28-4445-b06f-f3738604603d" providerId="ADAL" clId="{49E63C1B-C647-4B41-AD50-B6FA5A726C71}" dt="2024-12-28T21:35:42.221" v="6745" actId="207"/>
          <ac:spMkLst>
            <pc:docMk/>
            <pc:sldMk cId="962068192" sldId="300"/>
            <ac:spMk id="4" creationId="{57997A84-6D72-57BB-95D5-E68D2B25EFD0}"/>
          </ac:spMkLst>
        </pc:spChg>
      </pc:sldChg>
      <pc:sldChg chg="addSp delSp modSp add mod">
        <pc:chgData name="Mattia Erné" userId="ad84ee6f-0a28-4445-b06f-f3738604603d" providerId="ADAL" clId="{49E63C1B-C647-4B41-AD50-B6FA5A726C71}" dt="2025-01-02T18:45:40.679" v="8148" actId="20577"/>
        <pc:sldMkLst>
          <pc:docMk/>
          <pc:sldMk cId="886211470" sldId="301"/>
        </pc:sldMkLst>
        <pc:spChg chg="mod ord">
          <ac:chgData name="Mattia Erné" userId="ad84ee6f-0a28-4445-b06f-f3738604603d" providerId="ADAL" clId="{49E63C1B-C647-4B41-AD50-B6FA5A726C71}" dt="2025-01-02T18:35:03.235" v="8084" actId="12789"/>
          <ac:spMkLst>
            <pc:docMk/>
            <pc:sldMk cId="886211470" sldId="301"/>
            <ac:spMk id="3" creationId="{1B540858-06AF-0391-854B-D754B97F56E1}"/>
          </ac:spMkLst>
        </pc:spChg>
        <pc:spChg chg="mod">
          <ac:chgData name="Mattia Erné" userId="ad84ee6f-0a28-4445-b06f-f3738604603d" providerId="ADAL" clId="{49E63C1B-C647-4B41-AD50-B6FA5A726C71}" dt="2024-12-28T21:40:25.006" v="6770" actId="790"/>
          <ac:spMkLst>
            <pc:docMk/>
            <pc:sldMk cId="886211470" sldId="301"/>
            <ac:spMk id="4" creationId="{DACBE815-A1A8-40A7-7464-4535FCD95827}"/>
          </ac:spMkLst>
        </pc:spChg>
        <pc:spChg chg="add mod">
          <ac:chgData name="Mattia Erné" userId="ad84ee6f-0a28-4445-b06f-f3738604603d" providerId="ADAL" clId="{49E63C1B-C647-4B41-AD50-B6FA5A726C71}" dt="2024-12-28T22:07:35.411" v="7151" actId="1076"/>
          <ac:spMkLst>
            <pc:docMk/>
            <pc:sldMk cId="886211470" sldId="301"/>
            <ac:spMk id="7" creationId="{0F25D67D-2F20-430E-2249-E8FA2C4B9B5D}"/>
          </ac:spMkLst>
        </pc:spChg>
        <pc:spChg chg="add mod">
          <ac:chgData name="Mattia Erné" userId="ad84ee6f-0a28-4445-b06f-f3738604603d" providerId="ADAL" clId="{49E63C1B-C647-4B41-AD50-B6FA5A726C71}" dt="2025-01-02T18:45:40.679" v="8148" actId="20577"/>
          <ac:spMkLst>
            <pc:docMk/>
            <pc:sldMk cId="886211470" sldId="301"/>
            <ac:spMk id="15" creationId="{6AB2E815-AA81-A5F5-0523-6AC52F041C88}"/>
          </ac:spMkLst>
        </pc:spChg>
        <pc:spChg chg="add mod">
          <ac:chgData name="Mattia Erné" userId="ad84ee6f-0a28-4445-b06f-f3738604603d" providerId="ADAL" clId="{49E63C1B-C647-4B41-AD50-B6FA5A726C71}" dt="2024-12-28T22:39:12.063" v="7850"/>
          <ac:spMkLst>
            <pc:docMk/>
            <pc:sldMk cId="886211470" sldId="301"/>
            <ac:spMk id="16" creationId="{130B5700-89AF-46EF-5543-28221953F89E}"/>
          </ac:spMkLst>
        </pc:spChg>
        <pc:graphicFrameChg chg="add mod modGraphic">
          <ac:chgData name="Mattia Erné" userId="ad84ee6f-0a28-4445-b06f-f3738604603d" providerId="ADAL" clId="{49E63C1B-C647-4B41-AD50-B6FA5A726C71}" dt="2025-01-02T18:35:03.235" v="8084" actId="12789"/>
          <ac:graphicFrameMkLst>
            <pc:docMk/>
            <pc:sldMk cId="886211470" sldId="301"/>
            <ac:graphicFrameMk id="5" creationId="{C001B942-37EF-D600-3066-D0EDB30698C3}"/>
          </ac:graphicFrameMkLst>
        </pc:graphicFrameChg>
      </pc:sldChg>
      <pc:sldChg chg="modSp add del mod ord">
        <pc:chgData name="Mattia Erné" userId="ad84ee6f-0a28-4445-b06f-f3738604603d" providerId="ADAL" clId="{49E63C1B-C647-4B41-AD50-B6FA5A726C71}" dt="2024-11-05T18:40:34.699" v="4370" actId="2696"/>
        <pc:sldMkLst>
          <pc:docMk/>
          <pc:sldMk cId="3882696482" sldId="301"/>
        </pc:sldMkLst>
      </pc:sldChg>
      <pc:sldChg chg="addSp delSp modSp add mod">
        <pc:chgData name="Mattia Erné" userId="ad84ee6f-0a28-4445-b06f-f3738604603d" providerId="ADAL" clId="{49E63C1B-C647-4B41-AD50-B6FA5A726C71}" dt="2025-01-02T18:46:06.373" v="8150"/>
        <pc:sldMkLst>
          <pc:docMk/>
          <pc:sldMk cId="150204353" sldId="302"/>
        </pc:sldMkLst>
        <pc:spChg chg="add mod">
          <ac:chgData name="Mattia Erné" userId="ad84ee6f-0a28-4445-b06f-f3738604603d" providerId="ADAL" clId="{49E63C1B-C647-4B41-AD50-B6FA5A726C71}" dt="2024-12-28T22:39:08.183" v="7848"/>
          <ac:spMkLst>
            <pc:docMk/>
            <pc:sldMk cId="150204353" sldId="302"/>
            <ac:spMk id="2" creationId="{DC28AC12-48E1-192D-99BE-77A31AB9E73F}"/>
          </ac:spMkLst>
        </pc:spChg>
        <pc:spChg chg="add mod">
          <ac:chgData name="Mattia Erné" userId="ad84ee6f-0a28-4445-b06f-f3738604603d" providerId="ADAL" clId="{49E63C1B-C647-4B41-AD50-B6FA5A726C71}" dt="2025-01-02T18:46:06.373" v="8150"/>
          <ac:spMkLst>
            <pc:docMk/>
            <pc:sldMk cId="150204353" sldId="302"/>
            <ac:spMk id="6" creationId="{78581651-B5E6-8CA6-BD0C-72BE2D001BBF}"/>
          </ac:spMkLst>
        </pc:spChg>
        <pc:spChg chg="mod">
          <ac:chgData name="Mattia Erné" userId="ad84ee6f-0a28-4445-b06f-f3738604603d" providerId="ADAL" clId="{49E63C1B-C647-4B41-AD50-B6FA5A726C71}" dt="2025-01-02T18:43:39.652" v="8092" actId="20577"/>
          <ac:spMkLst>
            <pc:docMk/>
            <pc:sldMk cId="150204353" sldId="302"/>
            <ac:spMk id="7" creationId="{288BB1C4-6BB8-C35C-B71B-6928486F2C50}"/>
          </ac:spMkLst>
        </pc:spChg>
      </pc:sldChg>
      <pc:sldChg chg="addSp modSp new del mod">
        <pc:chgData name="Mattia Erné" userId="ad84ee6f-0a28-4445-b06f-f3738604603d" providerId="ADAL" clId="{49E63C1B-C647-4B41-AD50-B6FA5A726C71}" dt="2024-11-05T18:40:34.699" v="4370" actId="2696"/>
        <pc:sldMkLst>
          <pc:docMk/>
          <pc:sldMk cId="2562173985" sldId="302"/>
        </pc:sldMkLst>
      </pc:sldChg>
      <pc:sldChg chg="new del">
        <pc:chgData name="Mattia Erné" userId="ad84ee6f-0a28-4445-b06f-f3738604603d" providerId="ADAL" clId="{49E63C1B-C647-4B41-AD50-B6FA5A726C71}" dt="2024-11-05T18:40:34.699" v="4370" actId="2696"/>
        <pc:sldMkLst>
          <pc:docMk/>
          <pc:sldMk cId="616552344" sldId="303"/>
        </pc:sldMkLst>
      </pc:sldChg>
      <pc:sldChg chg="addSp delSp modSp add mod">
        <pc:chgData name="Mattia Erné" userId="ad84ee6f-0a28-4445-b06f-f3738604603d" providerId="ADAL" clId="{49E63C1B-C647-4B41-AD50-B6FA5A726C71}" dt="2025-01-02T18:46:13.730" v="8153"/>
        <pc:sldMkLst>
          <pc:docMk/>
          <pc:sldMk cId="2103654473" sldId="303"/>
        </pc:sldMkLst>
        <pc:spChg chg="add mod">
          <ac:chgData name="Mattia Erné" userId="ad84ee6f-0a28-4445-b06f-f3738604603d" providerId="ADAL" clId="{49E63C1B-C647-4B41-AD50-B6FA5A726C71}" dt="2024-12-28T22:18:34.554" v="7449" actId="1036"/>
          <ac:spMkLst>
            <pc:docMk/>
            <pc:sldMk cId="2103654473" sldId="303"/>
            <ac:spMk id="2" creationId="{BBC15DD5-8E9A-23EC-6B10-9E7D3989E0BD}"/>
          </ac:spMkLst>
        </pc:spChg>
        <pc:spChg chg="add mod">
          <ac:chgData name="Mattia Erné" userId="ad84ee6f-0a28-4445-b06f-f3738604603d" providerId="ADAL" clId="{49E63C1B-C647-4B41-AD50-B6FA5A726C71}" dt="2024-12-28T22:39:04.722" v="7846"/>
          <ac:spMkLst>
            <pc:docMk/>
            <pc:sldMk cId="2103654473" sldId="303"/>
            <ac:spMk id="6" creationId="{373E7B85-5FC9-5C8E-7209-628E7403AA86}"/>
          </ac:spMkLst>
        </pc:spChg>
        <pc:spChg chg="mod">
          <ac:chgData name="Mattia Erné" userId="ad84ee6f-0a28-4445-b06f-f3738604603d" providerId="ADAL" clId="{49E63C1B-C647-4B41-AD50-B6FA5A726C71}" dt="2025-01-02T18:43:46.326" v="8094" actId="20577"/>
          <ac:spMkLst>
            <pc:docMk/>
            <pc:sldMk cId="2103654473" sldId="303"/>
            <ac:spMk id="7" creationId="{BF9F6DCD-5E6A-7C4F-BCF1-8A1DCBE5284D}"/>
          </ac:spMkLst>
        </pc:spChg>
        <pc:spChg chg="add mod">
          <ac:chgData name="Mattia Erné" userId="ad84ee6f-0a28-4445-b06f-f3738604603d" providerId="ADAL" clId="{49E63C1B-C647-4B41-AD50-B6FA5A726C71}" dt="2025-01-02T18:46:13.730" v="8153"/>
          <ac:spMkLst>
            <pc:docMk/>
            <pc:sldMk cId="2103654473" sldId="303"/>
            <ac:spMk id="9" creationId="{C710E963-6B8A-32E1-080F-DE75E709CCE2}"/>
          </ac:spMkLst>
        </pc:spChg>
      </pc:sldChg>
      <pc:sldChg chg="addSp delSp modSp add mod">
        <pc:chgData name="Mattia Erné" userId="ad84ee6f-0a28-4445-b06f-f3738604603d" providerId="ADAL" clId="{49E63C1B-C647-4B41-AD50-B6FA5A726C71}" dt="2025-01-02T18:46:17.788" v="8155"/>
        <pc:sldMkLst>
          <pc:docMk/>
          <pc:sldMk cId="2553968418" sldId="304"/>
        </pc:sldMkLst>
        <pc:spChg chg="mod topLvl">
          <ac:chgData name="Mattia Erné" userId="ad84ee6f-0a28-4445-b06f-f3738604603d" providerId="ADAL" clId="{49E63C1B-C647-4B41-AD50-B6FA5A726C71}" dt="2024-12-28T22:32:03.587" v="7729" actId="165"/>
          <ac:spMkLst>
            <pc:docMk/>
            <pc:sldMk cId="2553968418" sldId="304"/>
            <ac:spMk id="2" creationId="{99216EC3-36D2-E854-1E50-4D0134A989A6}"/>
          </ac:spMkLst>
        </pc:spChg>
        <pc:spChg chg="add mod">
          <ac:chgData name="Mattia Erné" userId="ad84ee6f-0a28-4445-b06f-f3738604603d" providerId="ADAL" clId="{49E63C1B-C647-4B41-AD50-B6FA5A726C71}" dt="2025-01-02T18:46:17.788" v="8155"/>
          <ac:spMkLst>
            <pc:docMk/>
            <pc:sldMk cId="2553968418" sldId="304"/>
            <ac:spMk id="6" creationId="{B8FDA8B0-200F-796D-6E3B-53A6D21D2AA1}"/>
          </ac:spMkLst>
        </pc:spChg>
        <pc:spChg chg="mod topLvl">
          <ac:chgData name="Mattia Erné" userId="ad84ee6f-0a28-4445-b06f-f3738604603d" providerId="ADAL" clId="{49E63C1B-C647-4B41-AD50-B6FA5A726C71}" dt="2025-01-02T18:43:52.602" v="8096" actId="20577"/>
          <ac:spMkLst>
            <pc:docMk/>
            <pc:sldMk cId="2553968418" sldId="304"/>
            <ac:spMk id="7" creationId="{2836ADA4-2ABE-EC66-9B45-6D5947549F8F}"/>
          </ac:spMkLst>
        </pc:spChg>
        <pc:spChg chg="add mod">
          <ac:chgData name="Mattia Erné" userId="ad84ee6f-0a28-4445-b06f-f3738604603d" providerId="ADAL" clId="{49E63C1B-C647-4B41-AD50-B6FA5A726C71}" dt="2024-12-28T22:39:00.468" v="7844"/>
          <ac:spMkLst>
            <pc:docMk/>
            <pc:sldMk cId="2553968418" sldId="304"/>
            <ac:spMk id="8" creationId="{281C8DC8-A4DC-3CFB-3DEB-99F4EF80A38F}"/>
          </ac:spMkLst>
        </pc:spChg>
      </pc:sldChg>
      <pc:sldChg chg="addSp delSp modSp add mod ord">
        <pc:chgData name="Mattia Erné" userId="ad84ee6f-0a28-4445-b06f-f3738604603d" providerId="ADAL" clId="{49E63C1B-C647-4B41-AD50-B6FA5A726C71}" dt="2025-01-02T18:46:23.365" v="8157"/>
        <pc:sldMkLst>
          <pc:docMk/>
          <pc:sldMk cId="2197777242" sldId="305"/>
        </pc:sldMkLst>
        <pc:spChg chg="add mod">
          <ac:chgData name="Mattia Erné" userId="ad84ee6f-0a28-4445-b06f-f3738604603d" providerId="ADAL" clId="{49E63C1B-C647-4B41-AD50-B6FA5A726C71}" dt="2025-01-02T18:43:57.846" v="8098" actId="20577"/>
          <ac:spMkLst>
            <pc:docMk/>
            <pc:sldMk cId="2197777242" sldId="305"/>
            <ac:spMk id="2" creationId="{8BB70F26-8B22-FABD-1904-3767A6C53328}"/>
          </ac:spMkLst>
        </pc:spChg>
        <pc:spChg chg="add mod">
          <ac:chgData name="Mattia Erné" userId="ad84ee6f-0a28-4445-b06f-f3738604603d" providerId="ADAL" clId="{49E63C1B-C647-4B41-AD50-B6FA5A726C71}" dt="2024-12-28T22:38:56.773" v="7842"/>
          <ac:spMkLst>
            <pc:docMk/>
            <pc:sldMk cId="2197777242" sldId="305"/>
            <ac:spMk id="6" creationId="{4FC255D0-1B5D-5D49-F170-4BB2DBF4210B}"/>
          </ac:spMkLst>
        </pc:spChg>
        <pc:spChg chg="add mod">
          <ac:chgData name="Mattia Erné" userId="ad84ee6f-0a28-4445-b06f-f3738604603d" providerId="ADAL" clId="{49E63C1B-C647-4B41-AD50-B6FA5A726C71}" dt="2025-01-02T18:46:23.365" v="8157"/>
          <ac:spMkLst>
            <pc:docMk/>
            <pc:sldMk cId="2197777242" sldId="305"/>
            <ac:spMk id="7" creationId="{1CE7CA56-EC25-5D6C-38EB-80EB984F431C}"/>
          </ac:spMkLst>
        </pc:spChg>
      </pc:sldChg>
      <pc:sldChg chg="add del">
        <pc:chgData name="Mattia Erné" userId="ad84ee6f-0a28-4445-b06f-f3738604603d" providerId="ADAL" clId="{49E63C1B-C647-4B41-AD50-B6FA5A726C71}" dt="2024-12-28T22:20:56.102" v="7470" actId="2696"/>
        <pc:sldMkLst>
          <pc:docMk/>
          <pc:sldMk cId="4137243684" sldId="305"/>
        </pc:sldMkLst>
      </pc:sldChg>
      <pc:sldChg chg="addSp delSp modSp add mod">
        <pc:chgData name="Mattia Erné" userId="ad84ee6f-0a28-4445-b06f-f3738604603d" providerId="ADAL" clId="{49E63C1B-C647-4B41-AD50-B6FA5A726C71}" dt="2025-02-03T07:51:15.674" v="8171" actId="20577"/>
        <pc:sldMkLst>
          <pc:docMk/>
          <pc:sldMk cId="1960156451" sldId="306"/>
        </pc:sldMkLst>
        <pc:spChg chg="add mod">
          <ac:chgData name="Mattia Erné" userId="ad84ee6f-0a28-4445-b06f-f3738604603d" providerId="ADAL" clId="{49E63C1B-C647-4B41-AD50-B6FA5A726C71}" dt="2024-12-28T22:28:37.314" v="7648" actId="1037"/>
          <ac:spMkLst>
            <pc:docMk/>
            <pc:sldMk cId="1960156451" sldId="306"/>
            <ac:spMk id="2" creationId="{B63A4C09-D164-BC03-7CB1-103A60D81A9C}"/>
          </ac:spMkLst>
        </pc:spChg>
        <pc:spChg chg="add mod">
          <ac:chgData name="Mattia Erné" userId="ad84ee6f-0a28-4445-b06f-f3738604603d" providerId="ADAL" clId="{49E63C1B-C647-4B41-AD50-B6FA5A726C71}" dt="2024-12-28T22:38:53.250" v="7840"/>
          <ac:spMkLst>
            <pc:docMk/>
            <pc:sldMk cId="1960156451" sldId="306"/>
            <ac:spMk id="6" creationId="{7AB404BF-7063-7642-FF14-9355AEA53E71}"/>
          </ac:spMkLst>
        </pc:spChg>
        <pc:spChg chg="mod">
          <ac:chgData name="Mattia Erné" userId="ad84ee6f-0a28-4445-b06f-f3738604603d" providerId="ADAL" clId="{49E63C1B-C647-4B41-AD50-B6FA5A726C71}" dt="2025-02-03T07:51:15.674" v="8171" actId="20577"/>
          <ac:spMkLst>
            <pc:docMk/>
            <pc:sldMk cId="1960156451" sldId="306"/>
            <ac:spMk id="7" creationId="{4071946D-4088-D518-857D-0352B95D0380}"/>
          </ac:spMkLst>
        </pc:spChg>
        <pc:spChg chg="add mod">
          <ac:chgData name="Mattia Erné" userId="ad84ee6f-0a28-4445-b06f-f3738604603d" providerId="ADAL" clId="{49E63C1B-C647-4B41-AD50-B6FA5A726C71}" dt="2025-01-02T18:46:27.564" v="8159"/>
          <ac:spMkLst>
            <pc:docMk/>
            <pc:sldMk cId="1960156451" sldId="306"/>
            <ac:spMk id="8" creationId="{F30FA5BF-26A4-6638-5B98-9973DA558EC6}"/>
          </ac:spMkLst>
        </pc:spChg>
      </pc:sldChg>
      <pc:sldChg chg="addSp delSp modSp add mod">
        <pc:chgData name="Mattia Erné" userId="ad84ee6f-0a28-4445-b06f-f3738604603d" providerId="ADAL" clId="{49E63C1B-C647-4B41-AD50-B6FA5A726C71}" dt="2025-01-02T18:46:31.611" v="8161"/>
        <pc:sldMkLst>
          <pc:docMk/>
          <pc:sldMk cId="1240439200" sldId="307"/>
        </pc:sldMkLst>
        <pc:spChg chg="add mod">
          <ac:chgData name="Mattia Erné" userId="ad84ee6f-0a28-4445-b06f-f3738604603d" providerId="ADAL" clId="{49E63C1B-C647-4B41-AD50-B6FA5A726C71}" dt="2025-01-02T18:46:31.611" v="8161"/>
          <ac:spMkLst>
            <pc:docMk/>
            <pc:sldMk cId="1240439200" sldId="307"/>
            <ac:spMk id="2" creationId="{AF92C939-2005-09A3-6A97-73B2FC63E691}"/>
          </ac:spMkLst>
        </pc:spChg>
        <pc:spChg chg="add mod topLvl">
          <ac:chgData name="Mattia Erné" userId="ad84ee6f-0a28-4445-b06f-f3738604603d" providerId="ADAL" clId="{49E63C1B-C647-4B41-AD50-B6FA5A726C71}" dt="2024-12-28T22:32:30.813" v="7732" actId="165"/>
          <ac:spMkLst>
            <pc:docMk/>
            <pc:sldMk cId="1240439200" sldId="307"/>
            <ac:spMk id="6" creationId="{3EFA1166-03E1-0B18-5F90-0707D3183113}"/>
          </ac:spMkLst>
        </pc:spChg>
        <pc:spChg chg="mod topLvl">
          <ac:chgData name="Mattia Erné" userId="ad84ee6f-0a28-4445-b06f-f3738604603d" providerId="ADAL" clId="{49E63C1B-C647-4B41-AD50-B6FA5A726C71}" dt="2025-01-02T18:44:03.052" v="8100" actId="20577"/>
          <ac:spMkLst>
            <pc:docMk/>
            <pc:sldMk cId="1240439200" sldId="307"/>
            <ac:spMk id="7" creationId="{723F97B5-8712-54ED-3D9D-2B4CC7C285E5}"/>
          </ac:spMkLst>
        </pc:spChg>
        <pc:spChg chg="add mod">
          <ac:chgData name="Mattia Erné" userId="ad84ee6f-0a28-4445-b06f-f3738604603d" providerId="ADAL" clId="{49E63C1B-C647-4B41-AD50-B6FA5A726C71}" dt="2024-12-28T22:38:49.392" v="7838"/>
          <ac:spMkLst>
            <pc:docMk/>
            <pc:sldMk cId="1240439200" sldId="307"/>
            <ac:spMk id="9" creationId="{620D6D96-7A9D-C82F-AF33-01DBD95062A6}"/>
          </ac:spMkLst>
        </pc:spChg>
      </pc:sldChg>
      <pc:sldChg chg="addSp delSp modSp add mod">
        <pc:chgData name="Mattia Erné" userId="ad84ee6f-0a28-4445-b06f-f3738604603d" providerId="ADAL" clId="{49E63C1B-C647-4B41-AD50-B6FA5A726C71}" dt="2025-01-02T18:46:36.014" v="8163"/>
        <pc:sldMkLst>
          <pc:docMk/>
          <pc:sldMk cId="1323415274" sldId="308"/>
        </pc:sldMkLst>
        <pc:spChg chg="add mod">
          <ac:chgData name="Mattia Erné" userId="ad84ee6f-0a28-4445-b06f-f3738604603d" providerId="ADAL" clId="{49E63C1B-C647-4B41-AD50-B6FA5A726C71}" dt="2024-12-28T22:38:44.381" v="7836"/>
          <ac:spMkLst>
            <pc:docMk/>
            <pc:sldMk cId="1323415274" sldId="308"/>
            <ac:spMk id="2" creationId="{00AE963C-2B32-140F-4F4B-BE8A8D16AC63}"/>
          </ac:spMkLst>
        </pc:spChg>
        <pc:spChg chg="add mod">
          <ac:chgData name="Mattia Erné" userId="ad84ee6f-0a28-4445-b06f-f3738604603d" providerId="ADAL" clId="{49E63C1B-C647-4B41-AD50-B6FA5A726C71}" dt="2025-01-02T18:46:36.014" v="8163"/>
          <ac:spMkLst>
            <pc:docMk/>
            <pc:sldMk cId="1323415274" sldId="308"/>
            <ac:spMk id="6" creationId="{9FD67281-400D-9C8A-9065-93756164163B}"/>
          </ac:spMkLst>
        </pc:spChg>
      </pc:sldChg>
      <pc:sldChg chg="addSp delSp modSp add mod">
        <pc:chgData name="Mattia Erné" userId="ad84ee6f-0a28-4445-b06f-f3738604603d" providerId="ADAL" clId="{49E63C1B-C647-4B41-AD50-B6FA5A726C71}" dt="2025-01-02T18:46:40.575" v="8165"/>
        <pc:sldMkLst>
          <pc:docMk/>
          <pc:sldMk cId="1229439654" sldId="309"/>
        </pc:sldMkLst>
        <pc:spChg chg="add mod topLvl">
          <ac:chgData name="Mattia Erné" userId="ad84ee6f-0a28-4445-b06f-f3738604603d" providerId="ADAL" clId="{49E63C1B-C647-4B41-AD50-B6FA5A726C71}" dt="2024-12-28T22:38:17.526" v="7828" actId="165"/>
          <ac:spMkLst>
            <pc:docMk/>
            <pc:sldMk cId="1229439654" sldId="309"/>
            <ac:spMk id="2" creationId="{5B7AFAC7-4A76-A6A9-2065-E01A6FE8193E}"/>
          </ac:spMkLst>
        </pc:spChg>
        <pc:spChg chg="add mod">
          <ac:chgData name="Mattia Erné" userId="ad84ee6f-0a28-4445-b06f-f3738604603d" providerId="ADAL" clId="{49E63C1B-C647-4B41-AD50-B6FA5A726C71}" dt="2025-01-02T18:46:40.575" v="8165"/>
          <ac:spMkLst>
            <pc:docMk/>
            <pc:sldMk cId="1229439654" sldId="309"/>
            <ac:spMk id="6" creationId="{DCA4CA8D-74D3-894F-3F8C-75C0030F9E10}"/>
          </ac:spMkLst>
        </pc:spChg>
        <pc:spChg chg="mod topLvl">
          <ac:chgData name="Mattia Erné" userId="ad84ee6f-0a28-4445-b06f-f3738604603d" providerId="ADAL" clId="{49E63C1B-C647-4B41-AD50-B6FA5A726C71}" dt="2024-12-28T22:38:17.526" v="7828" actId="165"/>
          <ac:spMkLst>
            <pc:docMk/>
            <pc:sldMk cId="1229439654" sldId="309"/>
            <ac:spMk id="7" creationId="{F7E12F72-CED4-A361-7CB2-0924FB1601AD}"/>
          </ac:spMkLst>
        </pc:spChg>
        <pc:spChg chg="add mod">
          <ac:chgData name="Mattia Erné" userId="ad84ee6f-0a28-4445-b06f-f3738604603d" providerId="ADAL" clId="{49E63C1B-C647-4B41-AD50-B6FA5A726C71}" dt="2024-12-28T22:38:40.730" v="7834"/>
          <ac:spMkLst>
            <pc:docMk/>
            <pc:sldMk cId="1229439654" sldId="309"/>
            <ac:spMk id="8" creationId="{A862B39A-3CAA-4722-86E9-DBF358C60E05}"/>
          </ac:spMkLst>
        </pc:spChg>
      </pc:sldChg>
      <pc:sldChg chg="addSp delSp modSp add mod">
        <pc:chgData name="Mattia Erné" userId="ad84ee6f-0a28-4445-b06f-f3738604603d" providerId="ADAL" clId="{49E63C1B-C647-4B41-AD50-B6FA5A726C71}" dt="2025-01-02T18:46:45.199" v="8167"/>
        <pc:sldMkLst>
          <pc:docMk/>
          <pc:sldMk cId="2585247969" sldId="310"/>
        </pc:sldMkLst>
        <pc:spChg chg="add mod">
          <ac:chgData name="Mattia Erné" userId="ad84ee6f-0a28-4445-b06f-f3738604603d" providerId="ADAL" clId="{49E63C1B-C647-4B41-AD50-B6FA5A726C71}" dt="2024-12-28T22:38:25.606" v="7830"/>
          <ac:spMkLst>
            <pc:docMk/>
            <pc:sldMk cId="2585247969" sldId="310"/>
            <ac:spMk id="2" creationId="{9A9ACE41-FDCA-0EB0-90EA-E966706D16AC}"/>
          </ac:spMkLst>
        </pc:spChg>
        <pc:spChg chg="add mod">
          <ac:chgData name="Mattia Erné" userId="ad84ee6f-0a28-4445-b06f-f3738604603d" providerId="ADAL" clId="{49E63C1B-C647-4B41-AD50-B6FA5A726C71}" dt="2024-12-28T22:38:25.606" v="7830"/>
          <ac:spMkLst>
            <pc:docMk/>
            <pc:sldMk cId="2585247969" sldId="310"/>
            <ac:spMk id="6" creationId="{669E661A-7D6F-97E0-1119-C9097E18B28E}"/>
          </ac:spMkLst>
        </pc:spChg>
        <pc:spChg chg="add mod">
          <ac:chgData name="Mattia Erné" userId="ad84ee6f-0a28-4445-b06f-f3738604603d" providerId="ADAL" clId="{49E63C1B-C647-4B41-AD50-B6FA5A726C71}" dt="2025-01-02T18:46:45.199" v="8167"/>
          <ac:spMkLst>
            <pc:docMk/>
            <pc:sldMk cId="2585247969" sldId="310"/>
            <ac:spMk id="7" creationId="{13711CD5-DC5F-C6E9-DE50-34CEFC8BD8DB}"/>
          </ac:spMkLst>
        </pc:spChg>
        <pc:spChg chg="mod">
          <ac:chgData name="Mattia Erné" userId="ad84ee6f-0a28-4445-b06f-f3738604603d" providerId="ADAL" clId="{49E63C1B-C647-4B41-AD50-B6FA5A726C71}" dt="2024-12-28T22:38:30.652" v="7832" actId="20577"/>
          <ac:spMkLst>
            <pc:docMk/>
            <pc:sldMk cId="2585247969" sldId="310"/>
            <ac:spMk id="13" creationId="{CB5F8764-671C-A345-93F0-2AAE5606E89B}"/>
          </ac:spMkLst>
        </pc:spChg>
        <pc:graphicFrameChg chg="mod">
          <ac:chgData name="Mattia Erné" userId="ad84ee6f-0a28-4445-b06f-f3738604603d" providerId="ADAL" clId="{49E63C1B-C647-4B41-AD50-B6FA5A726C71}" dt="2024-12-28T22:35:26.809" v="7776"/>
          <ac:graphicFrameMkLst>
            <pc:docMk/>
            <pc:sldMk cId="2585247969" sldId="310"/>
            <ac:graphicFrameMk id="5" creationId="{E2D54526-93E7-206A-8C51-174C36E2EDC0}"/>
          </ac:graphicFrameMkLst>
        </pc:graphicFrameChg>
        <pc:cxnChg chg="add mod">
          <ac:chgData name="Mattia Erné" userId="ad84ee6f-0a28-4445-b06f-f3738604603d" providerId="ADAL" clId="{49E63C1B-C647-4B41-AD50-B6FA5A726C71}" dt="2024-12-28T22:40:01.238" v="7853" actId="1582"/>
          <ac:cxnSpMkLst>
            <pc:docMk/>
            <pc:sldMk cId="2585247969" sldId="310"/>
            <ac:cxnSpMk id="9" creationId="{B7B658C4-97DD-F52D-6023-139970726191}"/>
          </ac:cxnSpMkLst>
        </pc:cxnChg>
      </pc:sldChg>
      <pc:sldChg chg="new">
        <pc:chgData name="Mattia Erné" userId="ad84ee6f-0a28-4445-b06f-f3738604603d" providerId="ADAL" clId="{49E63C1B-C647-4B41-AD50-B6FA5A726C71}" dt="2024-12-29T15:03:11.285" v="7883" actId="680"/>
        <pc:sldMkLst>
          <pc:docMk/>
          <pc:sldMk cId="620401823" sldId="311"/>
        </pc:sldMkLst>
      </pc:sldChg>
      <pc:sldChg chg="add del modTransition">
        <pc:chgData name="Mattia Erné" userId="ad84ee6f-0a28-4445-b06f-f3738604603d" providerId="ADAL" clId="{49E63C1B-C647-4B41-AD50-B6FA5A726C71}" dt="2024-12-29T15:08:04.481" v="7885" actId="47"/>
        <pc:sldMkLst>
          <pc:docMk/>
          <pc:sldMk cId="2667298995" sldId="359"/>
        </pc:sldMkLst>
      </pc:sldChg>
      <pc:sldChg chg="add">
        <pc:chgData name="Mattia Erné" userId="ad84ee6f-0a28-4445-b06f-f3738604603d" providerId="ADAL" clId="{49E63C1B-C647-4B41-AD50-B6FA5A726C71}" dt="2024-12-29T15:08:04.857" v="7886"/>
        <pc:sldMkLst>
          <pc:docMk/>
          <pc:sldMk cId="2667298995" sldId="433"/>
        </pc:sldMkLst>
      </pc:sldChg>
      <pc:sldMasterChg chg="modSp mod modSldLayout">
        <pc:chgData name="Mattia Erné" userId="ad84ee6f-0a28-4445-b06f-f3738604603d" providerId="ADAL" clId="{49E63C1B-C647-4B41-AD50-B6FA5A726C71}" dt="2024-09-28T12:55:01.678" v="2181" actId="6013"/>
        <pc:sldMasterMkLst>
          <pc:docMk/>
          <pc:sldMasterMk cId="3202648536" sldId="2147483660"/>
        </pc:sldMasterMkLst>
        <pc:sldLayoutChg chg="modSp mod">
          <pc:chgData name="Mattia Erné" userId="ad84ee6f-0a28-4445-b06f-f3738604603d" providerId="ADAL" clId="{49E63C1B-C647-4B41-AD50-B6FA5A726C71}" dt="2024-08-14T17:37:55.213" v="169" actId="2711"/>
          <pc:sldLayoutMkLst>
            <pc:docMk/>
            <pc:sldMasterMk cId="3202648536" sldId="2147483660"/>
            <pc:sldLayoutMk cId="4084378156" sldId="2147483661"/>
          </pc:sldLayoutMkLst>
        </pc:sldLayoutChg>
        <pc:sldLayoutChg chg="modSp">
          <pc:chgData name="Mattia Erné" userId="ad84ee6f-0a28-4445-b06f-f3738604603d" providerId="ADAL" clId="{49E63C1B-C647-4B41-AD50-B6FA5A726C71}" dt="2024-08-14T17:38:12.514" v="172" actId="2711"/>
          <pc:sldLayoutMkLst>
            <pc:docMk/>
            <pc:sldMasterMk cId="3202648536" sldId="2147483660"/>
            <pc:sldLayoutMk cId="1565869979" sldId="2147483662"/>
          </pc:sldLayoutMkLst>
        </pc:sldLayoutChg>
        <pc:sldLayoutChg chg="modSp">
          <pc:chgData name="Mattia Erné" userId="ad84ee6f-0a28-4445-b06f-f3738604603d" providerId="ADAL" clId="{49E63C1B-C647-4B41-AD50-B6FA5A726C71}" dt="2024-08-14T17:38:22.470" v="173" actId="2711"/>
          <pc:sldLayoutMkLst>
            <pc:docMk/>
            <pc:sldMasterMk cId="3202648536" sldId="2147483660"/>
            <pc:sldLayoutMk cId="545369503" sldId="2147483663"/>
          </pc:sldLayoutMkLst>
        </pc:sldLayoutChg>
        <pc:sldLayoutChg chg="modSp">
          <pc:chgData name="Mattia Erné" userId="ad84ee6f-0a28-4445-b06f-f3738604603d" providerId="ADAL" clId="{49E63C1B-C647-4B41-AD50-B6FA5A726C71}" dt="2024-08-14T17:38:35.654" v="175" actId="2711"/>
          <pc:sldLayoutMkLst>
            <pc:docMk/>
            <pc:sldMasterMk cId="3202648536" sldId="2147483660"/>
            <pc:sldLayoutMk cId="2968384986" sldId="2147483664"/>
          </pc:sldLayoutMkLst>
        </pc:sldLayoutChg>
        <pc:sldLayoutChg chg="modSp">
          <pc:chgData name="Mattia Erné" userId="ad84ee6f-0a28-4445-b06f-f3738604603d" providerId="ADAL" clId="{49E63C1B-C647-4B41-AD50-B6FA5A726C71}" dt="2024-08-14T17:38:52.583" v="179" actId="2711"/>
          <pc:sldLayoutMkLst>
            <pc:docMk/>
            <pc:sldMasterMk cId="3202648536" sldId="2147483660"/>
            <pc:sldLayoutMk cId="1106865780" sldId="2147483665"/>
          </pc:sldLayoutMkLst>
        </pc:sldLayoutChg>
        <pc:sldLayoutChg chg="modSp">
          <pc:chgData name="Mattia Erné" userId="ad84ee6f-0a28-4445-b06f-f3738604603d" providerId="ADAL" clId="{49E63C1B-C647-4B41-AD50-B6FA5A726C71}" dt="2024-08-14T17:39:17.765" v="181" actId="2711"/>
          <pc:sldLayoutMkLst>
            <pc:docMk/>
            <pc:sldMasterMk cId="3202648536" sldId="2147483660"/>
            <pc:sldLayoutMk cId="355188942" sldId="2147483668"/>
          </pc:sldLayoutMkLst>
        </pc:sldLayoutChg>
        <pc:sldLayoutChg chg="modSp mod">
          <pc:chgData name="Mattia Erné" userId="ad84ee6f-0a28-4445-b06f-f3738604603d" providerId="ADAL" clId="{49E63C1B-C647-4B41-AD50-B6FA5A726C71}" dt="2024-08-14T17:39:30.661" v="185" actId="2711"/>
          <pc:sldLayoutMkLst>
            <pc:docMk/>
            <pc:sldMasterMk cId="3202648536" sldId="2147483660"/>
            <pc:sldLayoutMk cId="4035876413" sldId="2147483669"/>
          </pc:sldLayoutMkLst>
        </pc:sldLayoutChg>
        <pc:sldLayoutChg chg="modSp">
          <pc:chgData name="Mattia Erné" userId="ad84ee6f-0a28-4445-b06f-f3738604603d" providerId="ADAL" clId="{49E63C1B-C647-4B41-AD50-B6FA5A726C71}" dt="2024-08-14T17:39:36.178" v="186" actId="2711"/>
          <pc:sldLayoutMkLst>
            <pc:docMk/>
            <pc:sldMasterMk cId="3202648536" sldId="2147483660"/>
            <pc:sldLayoutMk cId="3696227327" sldId="2147483670"/>
          </pc:sldLayoutMkLst>
        </pc:sldLayoutChg>
        <pc:sldLayoutChg chg="modSp">
          <pc:chgData name="Mattia Erné" userId="ad84ee6f-0a28-4445-b06f-f3738604603d" providerId="ADAL" clId="{49E63C1B-C647-4B41-AD50-B6FA5A726C71}" dt="2024-08-14T17:39:43.790" v="187" actId="2711"/>
          <pc:sldLayoutMkLst>
            <pc:docMk/>
            <pc:sldMasterMk cId="3202648536" sldId="2147483660"/>
            <pc:sldLayoutMk cId="1380567350" sldId="2147483671"/>
          </pc:sldLayoutMkLst>
        </pc:sldLayoutChg>
      </pc:sldMasterChg>
    </pc:docChg>
  </pc:docChgLst>
</pc:chgInfo>
</file>

<file path=ppt/diagrams/_rels/data2.xml.rels><?xml version="1.0" encoding="UTF-8" standalone="yes"?>
<Relationships xmlns="http://schemas.openxmlformats.org/package/2006/relationships"><Relationship Id="rId1" Type="http://schemas.openxmlformats.org/officeDocument/2006/relationships/image" Target="../media/image160.png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accent3_1">
  <dgm:title val=""/>
  <dgm:desc val=""/>
  <dgm:catLst>
    <dgm:cat type="accent3" pri="11100"/>
  </dgm:catLst>
  <dgm:styleLbl name="node0">
    <dgm:fillClrLst meth="repeat">
      <a:schemeClr val="lt1"/>
    </dgm:fillClrLst>
    <dgm:linClrLst meth="repeat">
      <a:schemeClr val="accent3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node1">
    <dgm:fillClrLst meth="repeat">
      <a:schemeClr val="lt1"/>
    </dgm:fillClrLst>
    <dgm:linClrLst meth="repeat">
      <a:schemeClr val="accent3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lignNode1">
    <dgm:fillClrLst meth="repeat">
      <a:schemeClr val="lt1"/>
    </dgm:fillClrLst>
    <dgm:linClrLst meth="repeat">
      <a:schemeClr val="accent3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lnNode1">
    <dgm:fillClrLst meth="repeat">
      <a:schemeClr val="lt1"/>
    </dgm:fillClrLst>
    <dgm:linClrLst meth="repeat">
      <a:schemeClr val="accent3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vennNode1">
    <dgm:fillClrLst meth="repeat">
      <a:schemeClr val="lt1">
        <a:alpha val="50000"/>
      </a:schemeClr>
    </dgm:fillClrLst>
    <dgm:linClrLst meth="repeat">
      <a:schemeClr val="accent3">
        <a:shade val="80000"/>
      </a:schemeClr>
    </dgm:linClrLst>
    <dgm:effectClrLst/>
    <dgm:txLinClrLst/>
    <dgm:txFillClrLst/>
    <dgm:txEffectClrLst/>
  </dgm:styleLbl>
  <dgm:styleLbl name="node2">
    <dgm:fillClrLst meth="repeat">
      <a:schemeClr val="lt1"/>
    </dgm:fillClrLst>
    <dgm:linClrLst meth="repeat">
      <a:schemeClr val="accent3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node3">
    <dgm:fillClrLst meth="repeat">
      <a:schemeClr val="lt1"/>
    </dgm:fillClrLst>
    <dgm:linClrLst meth="repeat">
      <a:schemeClr val="accent3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node4">
    <dgm:fillClrLst meth="repeat">
      <a:schemeClr val="lt1"/>
    </dgm:fillClrLst>
    <dgm:linClrLst meth="repeat">
      <a:schemeClr val="accent3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fgImgPlace1">
    <dgm:fillClrLst meth="repeat">
      <a:schemeClr val="accent3">
        <a:tint val="40000"/>
      </a:schemeClr>
    </dgm:fillClrLst>
    <dgm:linClrLst meth="repeat">
      <a:schemeClr val="accent3">
        <a:shade val="80000"/>
      </a:schemeClr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3">
        <a:tint val="40000"/>
      </a:schemeClr>
    </dgm:fillClrLst>
    <dgm:linClrLst meth="repeat">
      <a:schemeClr val="accent3">
        <a:shade val="80000"/>
      </a:schemeClr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3">
        <a:tint val="40000"/>
      </a:schemeClr>
    </dgm:fillClrLst>
    <dgm:linClrLst meth="repeat">
      <a:schemeClr val="accent3">
        <a:shade val="80000"/>
      </a:schemeClr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3">
        <a:tint val="60000"/>
      </a:schemeClr>
    </dgm:fillClrLst>
    <dgm:linClrLst meth="repeat">
      <a:schemeClr val="accent3">
        <a:tint val="60000"/>
      </a:schemeClr>
    </dgm:linClrLst>
    <dgm:effectClrLst/>
    <dgm:txLinClrLst/>
    <dgm:txFillClrLst meth="repeat">
      <a:schemeClr val="dk1"/>
    </dgm:txFillClrLst>
    <dgm:txEffectClrLst/>
  </dgm:styleLbl>
  <dgm:styleLbl name="fgSibTrans2D1">
    <dgm:fillClrLst meth="repeat">
      <a:schemeClr val="accent3">
        <a:tint val="60000"/>
      </a:schemeClr>
    </dgm:fillClrLst>
    <dgm:linClrLst meth="repeat">
      <a:schemeClr val="accent3">
        <a:tint val="60000"/>
      </a:schemeClr>
    </dgm:linClrLst>
    <dgm:effectClrLst/>
    <dgm:txLinClrLst/>
    <dgm:txFillClrLst meth="repeat">
      <a:schemeClr val="dk1"/>
    </dgm:txFillClrLst>
    <dgm:txEffectClrLst/>
  </dgm:styleLbl>
  <dgm:styleLbl name="bgSibTrans2D1">
    <dgm:fillClrLst meth="repeat">
      <a:schemeClr val="accent3">
        <a:tint val="60000"/>
      </a:schemeClr>
    </dgm:fillClrLst>
    <dgm:linClrLst meth="repeat">
      <a:schemeClr val="accent3">
        <a:tint val="60000"/>
      </a:schemeClr>
    </dgm:linClrLst>
    <dgm:effectClrLst/>
    <dgm:txLinClrLst/>
    <dgm:txFillClrLst meth="repeat">
      <a:schemeClr val="dk1"/>
    </dgm:txFillClrLst>
    <dgm:txEffectClrLst/>
  </dgm:styleLbl>
  <dgm:styleLbl name="sibTrans1D1">
    <dgm:fillClrLst meth="repeat">
      <a:schemeClr val="accent3"/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3"/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lt1"/>
    </dgm:fillClrLst>
    <dgm:linClrLst meth="repeat">
      <a:schemeClr val="accent3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sst1">
    <dgm:fillClrLst meth="repeat">
      <a:schemeClr val="lt1"/>
    </dgm:fillClrLst>
    <dgm:linClrLst meth="repeat">
      <a:schemeClr val="accent3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sst2">
    <dgm:fillClrLst meth="repeat">
      <a:schemeClr val="lt1"/>
    </dgm:fillClrLst>
    <dgm:linClrLst meth="repeat">
      <a:schemeClr val="accent3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sst3">
    <dgm:fillClrLst meth="repeat">
      <a:schemeClr val="lt1"/>
    </dgm:fillClrLst>
    <dgm:linClrLst meth="repeat">
      <a:schemeClr val="accent3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sst4">
    <dgm:fillClrLst meth="repeat">
      <a:schemeClr val="lt1"/>
    </dgm:fillClrLst>
    <dgm:linClrLst meth="repeat">
      <a:schemeClr val="accent3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parChTrans2D1">
    <dgm:fillClrLst meth="repeat">
      <a:schemeClr val="accent3">
        <a:tint val="60000"/>
      </a:schemeClr>
    </dgm:fillClrLst>
    <dgm:linClrLst meth="repeat">
      <a:schemeClr val="accent3">
        <a:tint val="60000"/>
      </a:schemeClr>
    </dgm:linClrLst>
    <dgm:effectClrLst/>
    <dgm:txLinClrLst/>
    <dgm:txFillClrLst/>
    <dgm:txEffectClrLst/>
  </dgm:styleLbl>
  <dgm:styleLbl name="parChTrans2D2">
    <dgm:fillClrLst meth="repeat">
      <a:schemeClr val="accent3"/>
    </dgm:fillClrLst>
    <dgm:linClrLst meth="repeat">
      <a:schemeClr val="accent3"/>
    </dgm:linClrLst>
    <dgm:effectClrLst/>
    <dgm:txLinClrLst/>
    <dgm:txFillClrLst/>
    <dgm:txEffectClrLst/>
  </dgm:styleLbl>
  <dgm:styleLbl name="parChTrans2D3">
    <dgm:fillClrLst meth="repeat">
      <a:schemeClr val="accent3"/>
    </dgm:fillClrLst>
    <dgm:linClrLst meth="repeat">
      <a:schemeClr val="accent3"/>
    </dgm:linClrLst>
    <dgm:effectClrLst/>
    <dgm:txLinClrLst/>
    <dgm:txFillClrLst/>
    <dgm:txEffectClrLst/>
  </dgm:styleLbl>
  <dgm:styleLbl name="parChTrans2D4">
    <dgm:fillClrLst meth="repeat">
      <a:schemeClr val="accent3"/>
    </dgm:fillClrLst>
    <dgm:linClrLst meth="repeat">
      <a:schemeClr val="accent3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3"/>
    </dgm:fillClrLst>
    <dgm:linClrLst meth="repeat">
      <a:schemeClr val="accent3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3"/>
    </dgm:fillClrLst>
    <dgm:linClrLst meth="repeat">
      <a:schemeClr val="accent3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3"/>
    </dgm:fillClrLst>
    <dgm:linClrLst meth="repeat">
      <a:schemeClr val="accent3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3"/>
    </dgm:fillClrLst>
    <dgm:linClrLst meth="repeat">
      <a:schemeClr val="accent3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accent3">
        <a:alpha val="90000"/>
        <a:tint val="40000"/>
      </a:schemeClr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accent3">
        <a:alpha val="90000"/>
        <a:tint val="40000"/>
      </a:schemeClr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accent3">
        <a:alpha val="90000"/>
        <a:tint val="40000"/>
      </a:schemeClr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accent3">
        <a:alpha val="40000"/>
        <a:tint val="40000"/>
      </a:schemeClr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accent3">
        <a:alpha val="90000"/>
        <a:tint val="40000"/>
      </a:schemeClr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lt1">
        <a:alpha val="90000"/>
        <a:tint val="40000"/>
      </a:schemeClr>
    </dgm:fillClrLst>
    <dgm:linClrLst meth="repeat">
      <a:schemeClr val="accent3"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lt1">
        <a:alpha val="90000"/>
        <a:tint val="40000"/>
      </a:schemeClr>
    </dgm:fillClrLst>
    <dgm:linClrLst meth="repeat">
      <a:schemeClr val="accent3"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lt1">
        <a:alpha val="90000"/>
        <a:tint val="40000"/>
      </a:schemeClr>
    </dgm:fillClrLst>
    <dgm:linClrLst meth="repeat">
      <a:schemeClr val="accent3"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accent3">
        <a:alpha val="90000"/>
        <a:tint val="40000"/>
      </a:schemeClr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accent3">
        <a:alpha val="90000"/>
        <a:tint val="40000"/>
      </a:schemeClr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accent3">
        <a:alpha val="90000"/>
        <a:tint val="40000"/>
      </a:schemeClr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accent3">
        <a:alpha val="90000"/>
        <a:tint val="40000"/>
      </a:schemeClr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3">
        <a:tint val="40000"/>
      </a:schemeClr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3">
        <a:shade val="80000"/>
      </a:schemeClr>
    </dgm:fillClrLst>
    <dgm:linClrLst meth="repeat">
      <a:schemeClr val="accent3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3">
        <a:tint val="50000"/>
        <a:alpha val="40000"/>
      </a:schemeClr>
    </dgm:fillClrLst>
    <dgm:linClrLst meth="repeat">
      <a:schemeClr val="accent3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3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10.xml><?xml version="1.0" encoding="utf-8"?>
<dgm:colorsDef xmlns:dgm="http://schemas.openxmlformats.org/drawingml/2006/diagram" xmlns:a="http://schemas.openxmlformats.org/drawingml/2006/main" uniqueId="urn:microsoft.com/office/officeart/2005/8/colors/accent3_1">
  <dgm:title val=""/>
  <dgm:desc val=""/>
  <dgm:catLst>
    <dgm:cat type="accent3" pri="11100"/>
  </dgm:catLst>
  <dgm:styleLbl name="node0">
    <dgm:fillClrLst meth="repeat">
      <a:schemeClr val="lt1"/>
    </dgm:fillClrLst>
    <dgm:linClrLst meth="repeat">
      <a:schemeClr val="accent3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node1">
    <dgm:fillClrLst meth="repeat">
      <a:schemeClr val="lt1"/>
    </dgm:fillClrLst>
    <dgm:linClrLst meth="repeat">
      <a:schemeClr val="accent3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lignNode1">
    <dgm:fillClrLst meth="repeat">
      <a:schemeClr val="lt1"/>
    </dgm:fillClrLst>
    <dgm:linClrLst meth="repeat">
      <a:schemeClr val="accent3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lnNode1">
    <dgm:fillClrLst meth="repeat">
      <a:schemeClr val="lt1"/>
    </dgm:fillClrLst>
    <dgm:linClrLst meth="repeat">
      <a:schemeClr val="accent3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vennNode1">
    <dgm:fillClrLst meth="repeat">
      <a:schemeClr val="lt1">
        <a:alpha val="50000"/>
      </a:schemeClr>
    </dgm:fillClrLst>
    <dgm:linClrLst meth="repeat">
      <a:schemeClr val="accent3">
        <a:shade val="80000"/>
      </a:schemeClr>
    </dgm:linClrLst>
    <dgm:effectClrLst/>
    <dgm:txLinClrLst/>
    <dgm:txFillClrLst/>
    <dgm:txEffectClrLst/>
  </dgm:styleLbl>
  <dgm:styleLbl name="node2">
    <dgm:fillClrLst meth="repeat">
      <a:schemeClr val="lt1"/>
    </dgm:fillClrLst>
    <dgm:linClrLst meth="repeat">
      <a:schemeClr val="accent3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node3">
    <dgm:fillClrLst meth="repeat">
      <a:schemeClr val="lt1"/>
    </dgm:fillClrLst>
    <dgm:linClrLst meth="repeat">
      <a:schemeClr val="accent3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node4">
    <dgm:fillClrLst meth="repeat">
      <a:schemeClr val="lt1"/>
    </dgm:fillClrLst>
    <dgm:linClrLst meth="repeat">
      <a:schemeClr val="accent3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fgImgPlace1">
    <dgm:fillClrLst meth="repeat">
      <a:schemeClr val="accent3">
        <a:tint val="40000"/>
      </a:schemeClr>
    </dgm:fillClrLst>
    <dgm:linClrLst meth="repeat">
      <a:schemeClr val="accent3">
        <a:shade val="80000"/>
      </a:schemeClr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3">
        <a:tint val="40000"/>
      </a:schemeClr>
    </dgm:fillClrLst>
    <dgm:linClrLst meth="repeat">
      <a:schemeClr val="accent3">
        <a:shade val="80000"/>
      </a:schemeClr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3">
        <a:tint val="40000"/>
      </a:schemeClr>
    </dgm:fillClrLst>
    <dgm:linClrLst meth="repeat">
      <a:schemeClr val="accent3">
        <a:shade val="80000"/>
      </a:schemeClr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3">
        <a:tint val="60000"/>
      </a:schemeClr>
    </dgm:fillClrLst>
    <dgm:linClrLst meth="repeat">
      <a:schemeClr val="accent3">
        <a:tint val="60000"/>
      </a:schemeClr>
    </dgm:linClrLst>
    <dgm:effectClrLst/>
    <dgm:txLinClrLst/>
    <dgm:txFillClrLst meth="repeat">
      <a:schemeClr val="dk1"/>
    </dgm:txFillClrLst>
    <dgm:txEffectClrLst/>
  </dgm:styleLbl>
  <dgm:styleLbl name="fgSibTrans2D1">
    <dgm:fillClrLst meth="repeat">
      <a:schemeClr val="accent3">
        <a:tint val="60000"/>
      </a:schemeClr>
    </dgm:fillClrLst>
    <dgm:linClrLst meth="repeat">
      <a:schemeClr val="accent3">
        <a:tint val="60000"/>
      </a:schemeClr>
    </dgm:linClrLst>
    <dgm:effectClrLst/>
    <dgm:txLinClrLst/>
    <dgm:txFillClrLst meth="repeat">
      <a:schemeClr val="dk1"/>
    </dgm:txFillClrLst>
    <dgm:txEffectClrLst/>
  </dgm:styleLbl>
  <dgm:styleLbl name="bgSibTrans2D1">
    <dgm:fillClrLst meth="repeat">
      <a:schemeClr val="accent3">
        <a:tint val="60000"/>
      </a:schemeClr>
    </dgm:fillClrLst>
    <dgm:linClrLst meth="repeat">
      <a:schemeClr val="accent3">
        <a:tint val="60000"/>
      </a:schemeClr>
    </dgm:linClrLst>
    <dgm:effectClrLst/>
    <dgm:txLinClrLst/>
    <dgm:txFillClrLst meth="repeat">
      <a:schemeClr val="dk1"/>
    </dgm:txFillClrLst>
    <dgm:txEffectClrLst/>
  </dgm:styleLbl>
  <dgm:styleLbl name="sibTrans1D1">
    <dgm:fillClrLst meth="repeat">
      <a:schemeClr val="accent3"/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3"/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lt1"/>
    </dgm:fillClrLst>
    <dgm:linClrLst meth="repeat">
      <a:schemeClr val="accent3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sst1">
    <dgm:fillClrLst meth="repeat">
      <a:schemeClr val="lt1"/>
    </dgm:fillClrLst>
    <dgm:linClrLst meth="repeat">
      <a:schemeClr val="accent3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sst2">
    <dgm:fillClrLst meth="repeat">
      <a:schemeClr val="lt1"/>
    </dgm:fillClrLst>
    <dgm:linClrLst meth="repeat">
      <a:schemeClr val="accent3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sst3">
    <dgm:fillClrLst meth="repeat">
      <a:schemeClr val="lt1"/>
    </dgm:fillClrLst>
    <dgm:linClrLst meth="repeat">
      <a:schemeClr val="accent3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sst4">
    <dgm:fillClrLst meth="repeat">
      <a:schemeClr val="lt1"/>
    </dgm:fillClrLst>
    <dgm:linClrLst meth="repeat">
      <a:schemeClr val="accent3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parChTrans2D1">
    <dgm:fillClrLst meth="repeat">
      <a:schemeClr val="accent3">
        <a:tint val="60000"/>
      </a:schemeClr>
    </dgm:fillClrLst>
    <dgm:linClrLst meth="repeat">
      <a:schemeClr val="accent3">
        <a:tint val="60000"/>
      </a:schemeClr>
    </dgm:linClrLst>
    <dgm:effectClrLst/>
    <dgm:txLinClrLst/>
    <dgm:txFillClrLst/>
    <dgm:txEffectClrLst/>
  </dgm:styleLbl>
  <dgm:styleLbl name="parChTrans2D2">
    <dgm:fillClrLst meth="repeat">
      <a:schemeClr val="accent3"/>
    </dgm:fillClrLst>
    <dgm:linClrLst meth="repeat">
      <a:schemeClr val="accent3"/>
    </dgm:linClrLst>
    <dgm:effectClrLst/>
    <dgm:txLinClrLst/>
    <dgm:txFillClrLst/>
    <dgm:txEffectClrLst/>
  </dgm:styleLbl>
  <dgm:styleLbl name="parChTrans2D3">
    <dgm:fillClrLst meth="repeat">
      <a:schemeClr val="accent3"/>
    </dgm:fillClrLst>
    <dgm:linClrLst meth="repeat">
      <a:schemeClr val="accent3"/>
    </dgm:linClrLst>
    <dgm:effectClrLst/>
    <dgm:txLinClrLst/>
    <dgm:txFillClrLst/>
    <dgm:txEffectClrLst/>
  </dgm:styleLbl>
  <dgm:styleLbl name="parChTrans2D4">
    <dgm:fillClrLst meth="repeat">
      <a:schemeClr val="accent3"/>
    </dgm:fillClrLst>
    <dgm:linClrLst meth="repeat">
      <a:schemeClr val="accent3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3"/>
    </dgm:fillClrLst>
    <dgm:linClrLst meth="repeat">
      <a:schemeClr val="accent3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3"/>
    </dgm:fillClrLst>
    <dgm:linClrLst meth="repeat">
      <a:schemeClr val="accent3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3"/>
    </dgm:fillClrLst>
    <dgm:linClrLst meth="repeat">
      <a:schemeClr val="accent3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3"/>
    </dgm:fillClrLst>
    <dgm:linClrLst meth="repeat">
      <a:schemeClr val="accent3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accent3">
        <a:alpha val="90000"/>
        <a:tint val="40000"/>
      </a:schemeClr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accent3">
        <a:alpha val="90000"/>
        <a:tint val="40000"/>
      </a:schemeClr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accent3">
        <a:alpha val="90000"/>
        <a:tint val="40000"/>
      </a:schemeClr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accent3">
        <a:alpha val="40000"/>
        <a:tint val="40000"/>
      </a:schemeClr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accent3">
        <a:alpha val="90000"/>
        <a:tint val="40000"/>
      </a:schemeClr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lt1">
        <a:alpha val="90000"/>
        <a:tint val="40000"/>
      </a:schemeClr>
    </dgm:fillClrLst>
    <dgm:linClrLst meth="repeat">
      <a:schemeClr val="accent3"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lt1">
        <a:alpha val="90000"/>
        <a:tint val="40000"/>
      </a:schemeClr>
    </dgm:fillClrLst>
    <dgm:linClrLst meth="repeat">
      <a:schemeClr val="accent3"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lt1">
        <a:alpha val="90000"/>
        <a:tint val="40000"/>
      </a:schemeClr>
    </dgm:fillClrLst>
    <dgm:linClrLst meth="repeat">
      <a:schemeClr val="accent3"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accent3">
        <a:alpha val="90000"/>
        <a:tint val="40000"/>
      </a:schemeClr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accent3">
        <a:alpha val="90000"/>
        <a:tint val="40000"/>
      </a:schemeClr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accent3">
        <a:alpha val="90000"/>
        <a:tint val="40000"/>
      </a:schemeClr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accent3">
        <a:alpha val="90000"/>
        <a:tint val="40000"/>
      </a:schemeClr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3">
        <a:tint val="40000"/>
      </a:schemeClr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3">
        <a:shade val="80000"/>
      </a:schemeClr>
    </dgm:fillClrLst>
    <dgm:linClrLst meth="repeat">
      <a:schemeClr val="accent3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3">
        <a:tint val="50000"/>
        <a:alpha val="40000"/>
      </a:schemeClr>
    </dgm:fillClrLst>
    <dgm:linClrLst meth="repeat">
      <a:schemeClr val="accent3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3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42B32F20-DC8E-4A94-AB55-A3D0EF226297}" type="doc">
      <dgm:prSet loTypeId="urn:microsoft.com/office/officeart/2009/3/layout/RandomtoResultProcess" loCatId="process" qsTypeId="urn:microsoft.com/office/officeart/2005/8/quickstyle/simple1" qsCatId="simple" csTypeId="urn:microsoft.com/office/officeart/2005/8/colors/accent3_1" csCatId="accent3" phldr="1"/>
      <dgm:spPr/>
    </dgm:pt>
    <dgm:pt modelId="{99860122-D4B0-4E52-A28C-6ADD40855444}">
      <dgm:prSet phldrT="[Text]" custT="1"/>
      <dgm:spPr/>
      <dgm:t>
        <a:bodyPr/>
        <a:lstStyle/>
        <a:p>
          <a:r>
            <a:rPr lang="en-US" sz="2000" noProof="0" dirty="0"/>
            <a:t>your age</a:t>
          </a:r>
        </a:p>
      </dgm:t>
    </dgm:pt>
    <dgm:pt modelId="{7AC0A673-79D9-4299-9154-5AB0C69B2F4A}" type="parTrans" cxnId="{86692775-A0DA-420D-AD69-838845A66DA0}">
      <dgm:prSet/>
      <dgm:spPr/>
      <dgm:t>
        <a:bodyPr/>
        <a:lstStyle/>
        <a:p>
          <a:endParaRPr lang="en-GB" sz="2000"/>
        </a:p>
      </dgm:t>
    </dgm:pt>
    <dgm:pt modelId="{D088E6A6-ACCD-46EF-8445-63A72AA5D019}" type="sibTrans" cxnId="{86692775-A0DA-420D-AD69-838845A66DA0}">
      <dgm:prSet/>
      <dgm:spPr/>
      <dgm:t>
        <a:bodyPr/>
        <a:lstStyle/>
        <a:p>
          <a:endParaRPr lang="en-GB" sz="2000"/>
        </a:p>
      </dgm:t>
    </dgm:pt>
    <dgm:pt modelId="{D0C98A32-FFCC-4204-BF73-BC474716BB53}">
      <dgm:prSet phldrT="[Text]" custT="1"/>
      <dgm:spPr/>
      <dgm:t>
        <a:bodyPr/>
        <a:lstStyle/>
        <a:p>
          <a:r>
            <a:rPr lang="de-CH" sz="2000" dirty="0"/>
            <a:t>+5</a:t>
          </a:r>
          <a:endParaRPr lang="en-GB" sz="2000" dirty="0"/>
        </a:p>
      </dgm:t>
    </dgm:pt>
    <dgm:pt modelId="{7A0E225F-0818-4DAE-8386-D9359A387461}" type="parTrans" cxnId="{4FDF5C55-3AD6-49F6-9B4F-75E68026217B}">
      <dgm:prSet/>
      <dgm:spPr/>
      <dgm:t>
        <a:bodyPr/>
        <a:lstStyle/>
        <a:p>
          <a:endParaRPr lang="en-GB" sz="2000"/>
        </a:p>
      </dgm:t>
    </dgm:pt>
    <dgm:pt modelId="{2B11FE0D-FCB4-4220-8F50-4EF6AFD1E87A}" type="sibTrans" cxnId="{4FDF5C55-3AD6-49F6-9B4F-75E68026217B}">
      <dgm:prSet/>
      <dgm:spPr/>
      <dgm:t>
        <a:bodyPr/>
        <a:lstStyle/>
        <a:p>
          <a:endParaRPr lang="en-GB" sz="2000"/>
        </a:p>
      </dgm:t>
    </dgm:pt>
    <dgm:pt modelId="{0B14A1C9-0958-4570-80ED-2B1A5D2D378D}">
      <dgm:prSet phldrT="[Text]" custT="1"/>
      <dgm:spPr/>
      <dgm:t>
        <a:bodyPr/>
        <a:lstStyle/>
        <a:p>
          <a:r>
            <a:rPr lang="en-US" sz="2000" noProof="0" dirty="0"/>
            <a:t>-your age</a:t>
          </a:r>
        </a:p>
      </dgm:t>
    </dgm:pt>
    <dgm:pt modelId="{5F0E7AB9-01BA-49F6-B7CD-2CDB4899A6DB}" type="parTrans" cxnId="{7BD30DE1-6EF3-4844-B509-7803BDFF4688}">
      <dgm:prSet/>
      <dgm:spPr/>
      <dgm:t>
        <a:bodyPr/>
        <a:lstStyle/>
        <a:p>
          <a:endParaRPr lang="en-GB" sz="2000"/>
        </a:p>
      </dgm:t>
    </dgm:pt>
    <dgm:pt modelId="{05025D45-E0C6-4919-BCA4-4C9C617DDA27}" type="sibTrans" cxnId="{7BD30DE1-6EF3-4844-B509-7803BDFF4688}">
      <dgm:prSet/>
      <dgm:spPr/>
      <dgm:t>
        <a:bodyPr/>
        <a:lstStyle/>
        <a:p>
          <a:endParaRPr lang="en-GB" sz="2000"/>
        </a:p>
      </dgm:t>
    </dgm:pt>
    <mc:AlternateContent xmlns:mc="http://schemas.openxmlformats.org/markup-compatibility/2006" xmlns:a14="http://schemas.microsoft.com/office/drawing/2010/main">
      <mc:Choice Requires="a14">
        <dgm:pt modelId="{C99179FA-993F-4548-A12F-F0EC9E1D13C8}">
          <dgm:prSet phldrT="[Text]" custT="1"/>
          <dgm:spPr/>
          <dgm:t>
            <a:bodyPr/>
            <a:lstStyle/>
            <a:p>
              <a14:m>
                <m:oMath xmlns:m="http://schemas.openxmlformats.org/officeDocument/2006/math">
                  <m:r>
                    <a:rPr lang="en-GB" sz="2000" i="1" smtClean="0">
                      <a:latin typeface="Cambria Math" panose="02040503050406030204" pitchFamily="18" charset="0"/>
                    </a:rPr>
                    <m:t>·</m:t>
                  </m:r>
                </m:oMath>
              </a14:m>
              <a:r>
                <a:rPr lang="de-CH" sz="2000" dirty="0"/>
                <a:t>2</a:t>
              </a:r>
              <a:endParaRPr lang="en-GB" sz="2000" dirty="0"/>
            </a:p>
          </dgm:t>
        </dgm:pt>
      </mc:Choice>
      <mc:Fallback xmlns="">
        <dgm:pt modelId="{C99179FA-993F-4548-A12F-F0EC9E1D13C8}">
          <dgm:prSet phldrT="[Text]" custT="1"/>
          <dgm:spPr/>
          <dgm:t>
            <a:bodyPr/>
            <a:lstStyle/>
            <a:p>
              <a:r>
                <a:rPr lang="en-GB" sz="2000" i="0">
                  <a:latin typeface="Cambria Math" panose="02040503050406030204" pitchFamily="18" charset="0"/>
                </a:rPr>
                <a:t>·</a:t>
              </a:r>
              <a:r>
                <a:rPr lang="de-CH" sz="2000" dirty="0"/>
                <a:t>2</a:t>
              </a:r>
              <a:endParaRPr lang="en-GB" sz="2000" dirty="0"/>
            </a:p>
          </dgm:t>
        </dgm:pt>
      </mc:Fallback>
    </mc:AlternateContent>
    <dgm:pt modelId="{D1FF85E6-F7B8-481A-9387-080A963313C5}" type="parTrans" cxnId="{9344F9AF-09EC-4E93-A7CA-CB4AD9B10F2F}">
      <dgm:prSet/>
      <dgm:spPr/>
      <dgm:t>
        <a:bodyPr/>
        <a:lstStyle/>
        <a:p>
          <a:endParaRPr lang="en-GB" sz="2000"/>
        </a:p>
      </dgm:t>
    </dgm:pt>
    <dgm:pt modelId="{11C6B4C5-E1A3-4ED7-BCBC-DC043D55E425}" type="sibTrans" cxnId="{9344F9AF-09EC-4E93-A7CA-CB4AD9B10F2F}">
      <dgm:prSet/>
      <dgm:spPr/>
      <dgm:t>
        <a:bodyPr/>
        <a:lstStyle/>
        <a:p>
          <a:endParaRPr lang="en-GB" sz="2000"/>
        </a:p>
      </dgm:t>
    </dgm:pt>
    <dgm:pt modelId="{DA85A19A-B668-4C92-99A3-C33B6A825796}">
      <dgm:prSet phldrT="[Text]" custT="1"/>
      <dgm:spPr/>
      <dgm:t>
        <a:bodyPr/>
        <a:lstStyle/>
        <a:p>
          <a:r>
            <a:rPr lang="de-CH" sz="2000" dirty="0"/>
            <a:t>-4</a:t>
          </a:r>
          <a:endParaRPr lang="en-GB" sz="2000" dirty="0"/>
        </a:p>
      </dgm:t>
    </dgm:pt>
    <dgm:pt modelId="{96DA6F1C-ADFB-4E2C-AA0B-CD7500C8ED28}" type="parTrans" cxnId="{53CD368B-694F-4044-AB36-846241AACAC4}">
      <dgm:prSet/>
      <dgm:spPr/>
      <dgm:t>
        <a:bodyPr/>
        <a:lstStyle/>
        <a:p>
          <a:endParaRPr lang="en-GB" sz="2000"/>
        </a:p>
      </dgm:t>
    </dgm:pt>
    <dgm:pt modelId="{2A55B141-98E3-4B21-8FA1-543C5DDCD504}" type="sibTrans" cxnId="{53CD368B-694F-4044-AB36-846241AACAC4}">
      <dgm:prSet/>
      <dgm:spPr/>
      <dgm:t>
        <a:bodyPr/>
        <a:lstStyle/>
        <a:p>
          <a:endParaRPr lang="en-GB" sz="2000"/>
        </a:p>
      </dgm:t>
    </dgm:pt>
    <dgm:pt modelId="{7DCEDA31-F921-4F8F-8621-3FA73199405A}">
      <dgm:prSet phldrT="[Text]" custT="1"/>
      <dgm:spPr/>
      <dgm:t>
        <a:bodyPr/>
        <a:lstStyle/>
        <a:p>
          <a:r>
            <a:rPr lang="de-CH" sz="2000" dirty="0">
              <a:solidFill>
                <a:schemeClr val="tx1"/>
              </a:solidFill>
              <a:latin typeface="Bahnschrift" panose="020B0502040204020203" pitchFamily="34" charset="0"/>
            </a:rPr>
            <a:t>÷</a:t>
          </a:r>
          <a:r>
            <a:rPr lang="de-CH" sz="2000" dirty="0"/>
            <a:t>2</a:t>
          </a:r>
          <a:endParaRPr lang="en-GB" sz="2000" dirty="0"/>
        </a:p>
      </dgm:t>
    </dgm:pt>
    <dgm:pt modelId="{F54C0E5C-B291-4E90-BFB4-CCAD2BD12C3E}" type="parTrans" cxnId="{6733D07E-11F8-4A31-B643-F7D9C402301C}">
      <dgm:prSet/>
      <dgm:spPr/>
      <dgm:t>
        <a:bodyPr/>
        <a:lstStyle/>
        <a:p>
          <a:endParaRPr lang="en-GB" sz="2000"/>
        </a:p>
      </dgm:t>
    </dgm:pt>
    <dgm:pt modelId="{0C34AD0B-237E-4400-81D5-79EFADDBC6A6}" type="sibTrans" cxnId="{6733D07E-11F8-4A31-B643-F7D9C402301C}">
      <dgm:prSet/>
      <dgm:spPr/>
      <dgm:t>
        <a:bodyPr/>
        <a:lstStyle/>
        <a:p>
          <a:endParaRPr lang="en-GB" sz="2000"/>
        </a:p>
      </dgm:t>
    </dgm:pt>
    <dgm:pt modelId="{B3AB4F50-7F59-4907-8029-8CBF750897D6}">
      <dgm:prSet phldrT="[Text]" custT="1"/>
      <dgm:spPr/>
      <dgm:t>
        <a:bodyPr/>
        <a:lstStyle/>
        <a:p>
          <a:r>
            <a:rPr lang="en-GB" sz="2000" dirty="0"/>
            <a:t>?</a:t>
          </a:r>
        </a:p>
      </dgm:t>
    </dgm:pt>
    <dgm:pt modelId="{41C7185B-359D-4959-BDD5-B98EF80A9D72}" type="parTrans" cxnId="{C1ADF530-6E92-4E71-AF58-754F74A3D0CB}">
      <dgm:prSet/>
      <dgm:spPr/>
      <dgm:t>
        <a:bodyPr/>
        <a:lstStyle/>
        <a:p>
          <a:endParaRPr lang="en-GB" sz="2000"/>
        </a:p>
      </dgm:t>
    </dgm:pt>
    <dgm:pt modelId="{3E8F78B9-AF31-4E4F-8D18-2BABDCB054E4}" type="sibTrans" cxnId="{C1ADF530-6E92-4E71-AF58-754F74A3D0CB}">
      <dgm:prSet/>
      <dgm:spPr/>
      <dgm:t>
        <a:bodyPr/>
        <a:lstStyle/>
        <a:p>
          <a:endParaRPr lang="en-GB" sz="2000"/>
        </a:p>
      </dgm:t>
    </dgm:pt>
    <dgm:pt modelId="{A9E0AE31-7240-411E-8A4F-8DE6F952658B}" type="pres">
      <dgm:prSet presAssocID="{42B32F20-DC8E-4A94-AB55-A3D0EF226297}" presName="Name0" presStyleCnt="0">
        <dgm:presLayoutVars>
          <dgm:dir/>
          <dgm:animOne val="branch"/>
          <dgm:animLvl val="lvl"/>
        </dgm:presLayoutVars>
      </dgm:prSet>
      <dgm:spPr/>
    </dgm:pt>
    <dgm:pt modelId="{BA008E96-9EF5-4D0B-9C16-2A6E64E16146}" type="pres">
      <dgm:prSet presAssocID="{99860122-D4B0-4E52-A28C-6ADD40855444}" presName="chaos" presStyleCnt="0"/>
      <dgm:spPr/>
    </dgm:pt>
    <dgm:pt modelId="{6CF14C70-E37C-4ECB-9DE9-4818162D23F7}" type="pres">
      <dgm:prSet presAssocID="{99860122-D4B0-4E52-A28C-6ADD40855444}" presName="parTx1" presStyleLbl="revTx" presStyleIdx="0" presStyleCnt="6" custScaleX="142902"/>
      <dgm:spPr/>
    </dgm:pt>
    <dgm:pt modelId="{0A6904B8-9E0F-4FAD-99FA-2B77840AD46A}" type="pres">
      <dgm:prSet presAssocID="{99860122-D4B0-4E52-A28C-6ADD40855444}" presName="c1" presStyleLbl="node1" presStyleIdx="0" presStyleCnt="19"/>
      <dgm:spPr/>
    </dgm:pt>
    <dgm:pt modelId="{196718F0-FFA6-48C3-8838-364BAD01ABA0}" type="pres">
      <dgm:prSet presAssocID="{99860122-D4B0-4E52-A28C-6ADD40855444}" presName="c2" presStyleLbl="node1" presStyleIdx="1" presStyleCnt="19"/>
      <dgm:spPr/>
    </dgm:pt>
    <dgm:pt modelId="{8D6D87DE-5581-4C1E-B111-7A33E185DB2B}" type="pres">
      <dgm:prSet presAssocID="{99860122-D4B0-4E52-A28C-6ADD40855444}" presName="c3" presStyleLbl="node1" presStyleIdx="2" presStyleCnt="19"/>
      <dgm:spPr/>
    </dgm:pt>
    <dgm:pt modelId="{D0274880-E2E0-4758-A18D-51863DBB0B58}" type="pres">
      <dgm:prSet presAssocID="{99860122-D4B0-4E52-A28C-6ADD40855444}" presName="c4" presStyleLbl="node1" presStyleIdx="3" presStyleCnt="19"/>
      <dgm:spPr/>
    </dgm:pt>
    <dgm:pt modelId="{E10F5266-AA22-40B0-AB59-CE070439465B}" type="pres">
      <dgm:prSet presAssocID="{99860122-D4B0-4E52-A28C-6ADD40855444}" presName="c5" presStyleLbl="node1" presStyleIdx="4" presStyleCnt="19"/>
      <dgm:spPr/>
    </dgm:pt>
    <dgm:pt modelId="{49605969-3845-4700-ABD5-92A36768671A}" type="pres">
      <dgm:prSet presAssocID="{99860122-D4B0-4E52-A28C-6ADD40855444}" presName="c6" presStyleLbl="node1" presStyleIdx="5" presStyleCnt="19"/>
      <dgm:spPr/>
    </dgm:pt>
    <dgm:pt modelId="{DA71E7F1-7163-4802-BCE1-668C14478807}" type="pres">
      <dgm:prSet presAssocID="{99860122-D4B0-4E52-A28C-6ADD40855444}" presName="c7" presStyleLbl="node1" presStyleIdx="6" presStyleCnt="19"/>
      <dgm:spPr/>
    </dgm:pt>
    <dgm:pt modelId="{694029F5-DF2B-4063-9849-B8AE6E59F40E}" type="pres">
      <dgm:prSet presAssocID="{99860122-D4B0-4E52-A28C-6ADD40855444}" presName="c8" presStyleLbl="node1" presStyleIdx="7" presStyleCnt="19"/>
      <dgm:spPr/>
    </dgm:pt>
    <dgm:pt modelId="{6E2397D9-729E-4B78-8C5F-E61B585B2E31}" type="pres">
      <dgm:prSet presAssocID="{99860122-D4B0-4E52-A28C-6ADD40855444}" presName="c9" presStyleLbl="node1" presStyleIdx="8" presStyleCnt="19" custLinFactNeighborX="67300" custLinFactNeighborY="-33650"/>
      <dgm:spPr/>
    </dgm:pt>
    <dgm:pt modelId="{75C2CC8A-C6EA-4D7B-B559-297B31012555}" type="pres">
      <dgm:prSet presAssocID="{99860122-D4B0-4E52-A28C-6ADD40855444}" presName="c10" presStyleLbl="node1" presStyleIdx="9" presStyleCnt="19"/>
      <dgm:spPr/>
    </dgm:pt>
    <dgm:pt modelId="{360B60FC-5D1E-4200-9852-45E4C0D378F4}" type="pres">
      <dgm:prSet presAssocID="{99860122-D4B0-4E52-A28C-6ADD40855444}" presName="c11" presStyleLbl="node1" presStyleIdx="10" presStyleCnt="19" custLinFactY="100000" custLinFactNeighborX="-93532" custLinFactNeighborY="150494"/>
      <dgm:spPr/>
    </dgm:pt>
    <dgm:pt modelId="{08AE2438-BFB8-481C-BDC5-1E833969E7EC}" type="pres">
      <dgm:prSet presAssocID="{99860122-D4B0-4E52-A28C-6ADD40855444}" presName="c12" presStyleLbl="node1" presStyleIdx="11" presStyleCnt="19" custLinFactNeighborX="-13526" custLinFactNeighborY="84647"/>
      <dgm:spPr/>
    </dgm:pt>
    <dgm:pt modelId="{2D97B245-C08A-48DD-A46C-CB84DDCEC03F}" type="pres">
      <dgm:prSet presAssocID="{99860122-D4B0-4E52-A28C-6ADD40855444}" presName="c13" presStyleLbl="node1" presStyleIdx="12" presStyleCnt="19"/>
      <dgm:spPr/>
    </dgm:pt>
    <dgm:pt modelId="{437B66DE-0909-412D-81A0-54EBFBADB62E}" type="pres">
      <dgm:prSet presAssocID="{99860122-D4B0-4E52-A28C-6ADD40855444}" presName="c14" presStyleLbl="node1" presStyleIdx="13" presStyleCnt="19"/>
      <dgm:spPr/>
    </dgm:pt>
    <dgm:pt modelId="{674A6404-4E22-47EE-B797-93EEE6BE854B}" type="pres">
      <dgm:prSet presAssocID="{99860122-D4B0-4E52-A28C-6ADD40855444}" presName="c15" presStyleLbl="node1" presStyleIdx="14" presStyleCnt="19"/>
      <dgm:spPr/>
    </dgm:pt>
    <dgm:pt modelId="{03A7525D-8F82-4325-AE5F-4C80F2B59A9C}" type="pres">
      <dgm:prSet presAssocID="{99860122-D4B0-4E52-A28C-6ADD40855444}" presName="c16" presStyleLbl="node1" presStyleIdx="15" presStyleCnt="19"/>
      <dgm:spPr/>
    </dgm:pt>
    <dgm:pt modelId="{7FCB7D21-43B7-4D09-AFC9-520CF48EC10F}" type="pres">
      <dgm:prSet presAssocID="{99860122-D4B0-4E52-A28C-6ADD40855444}" presName="c17" presStyleLbl="node1" presStyleIdx="16" presStyleCnt="19"/>
      <dgm:spPr/>
    </dgm:pt>
    <dgm:pt modelId="{583B7348-CC24-42A0-8ADF-17CDADC7EEEE}" type="pres">
      <dgm:prSet presAssocID="{99860122-D4B0-4E52-A28C-6ADD40855444}" presName="c18" presStyleLbl="node1" presStyleIdx="17" presStyleCnt="19"/>
      <dgm:spPr/>
    </dgm:pt>
    <dgm:pt modelId="{0CA77F08-3132-4632-A552-1814E64772C8}" type="pres">
      <dgm:prSet presAssocID="{D088E6A6-ACCD-46EF-8445-63A72AA5D019}" presName="chevronComposite1" presStyleCnt="0"/>
      <dgm:spPr/>
    </dgm:pt>
    <dgm:pt modelId="{1D7AA16C-ADE1-4760-9AA3-C9F6E2A2D5E3}" type="pres">
      <dgm:prSet presAssocID="{D088E6A6-ACCD-46EF-8445-63A72AA5D019}" presName="chevron1" presStyleLbl="sibTrans2D1" presStyleIdx="0" presStyleCnt="6"/>
      <dgm:spPr/>
    </dgm:pt>
    <dgm:pt modelId="{C5779472-B86B-47FC-815E-FEBC5F514753}" type="pres">
      <dgm:prSet presAssocID="{D088E6A6-ACCD-46EF-8445-63A72AA5D019}" presName="spChevron1" presStyleCnt="0"/>
      <dgm:spPr/>
    </dgm:pt>
    <dgm:pt modelId="{CDBB7EEA-78FE-4961-9707-B7F6629DE7B1}" type="pres">
      <dgm:prSet presAssocID="{D0C98A32-FFCC-4204-BF73-BC474716BB53}" presName="middle" presStyleCnt="0"/>
      <dgm:spPr/>
    </dgm:pt>
    <dgm:pt modelId="{A404B716-3482-4FBE-BDD9-E84A6E4FF142}" type="pres">
      <dgm:prSet presAssocID="{D0C98A32-FFCC-4204-BF73-BC474716BB53}" presName="parTxMid" presStyleLbl="revTx" presStyleIdx="1" presStyleCnt="6"/>
      <dgm:spPr/>
    </dgm:pt>
    <dgm:pt modelId="{1A86147A-50D0-4816-9091-49E05ED0DC78}" type="pres">
      <dgm:prSet presAssocID="{D0C98A32-FFCC-4204-BF73-BC474716BB53}" presName="spMid" presStyleCnt="0"/>
      <dgm:spPr/>
    </dgm:pt>
    <dgm:pt modelId="{6CFA3500-06F5-4586-ACD7-29BDFC64A661}" type="pres">
      <dgm:prSet presAssocID="{2B11FE0D-FCB4-4220-8F50-4EF6AFD1E87A}" presName="chevronComposite1" presStyleCnt="0"/>
      <dgm:spPr/>
    </dgm:pt>
    <dgm:pt modelId="{EBCA35DD-327F-42FE-8C1B-13CB75C22817}" type="pres">
      <dgm:prSet presAssocID="{2B11FE0D-FCB4-4220-8F50-4EF6AFD1E87A}" presName="chevron1" presStyleLbl="sibTrans2D1" presStyleIdx="1" presStyleCnt="6"/>
      <dgm:spPr/>
    </dgm:pt>
    <dgm:pt modelId="{0FD73EAD-6C7C-4862-B6BF-F47D0C0B9DB7}" type="pres">
      <dgm:prSet presAssocID="{2B11FE0D-FCB4-4220-8F50-4EF6AFD1E87A}" presName="spChevron1" presStyleCnt="0"/>
      <dgm:spPr/>
    </dgm:pt>
    <dgm:pt modelId="{232BF206-63FE-4AEB-AB54-1AA44E1F7A1C}" type="pres">
      <dgm:prSet presAssocID="{C99179FA-993F-4548-A12F-F0EC9E1D13C8}" presName="middle" presStyleCnt="0"/>
      <dgm:spPr/>
    </dgm:pt>
    <dgm:pt modelId="{A7508E9D-0A51-4695-920D-12C818ED9EDB}" type="pres">
      <dgm:prSet presAssocID="{C99179FA-993F-4548-A12F-F0EC9E1D13C8}" presName="parTxMid" presStyleLbl="revTx" presStyleIdx="2" presStyleCnt="6"/>
      <dgm:spPr/>
    </dgm:pt>
    <dgm:pt modelId="{3C718AEE-11FD-42B5-8CBD-B04346E4D50A}" type="pres">
      <dgm:prSet presAssocID="{C99179FA-993F-4548-A12F-F0EC9E1D13C8}" presName="spMid" presStyleCnt="0"/>
      <dgm:spPr/>
    </dgm:pt>
    <dgm:pt modelId="{20403ACF-7AD4-4EBC-8CFF-429ADA040698}" type="pres">
      <dgm:prSet presAssocID="{11C6B4C5-E1A3-4ED7-BCBC-DC043D55E425}" presName="chevronComposite1" presStyleCnt="0"/>
      <dgm:spPr/>
    </dgm:pt>
    <dgm:pt modelId="{4F47E4FC-B7B1-4F2E-BF1F-653A6243E13F}" type="pres">
      <dgm:prSet presAssocID="{11C6B4C5-E1A3-4ED7-BCBC-DC043D55E425}" presName="chevron1" presStyleLbl="sibTrans2D1" presStyleIdx="2" presStyleCnt="6"/>
      <dgm:spPr/>
    </dgm:pt>
    <dgm:pt modelId="{AD8537F7-3B4D-46AF-9026-B1F97603A0C1}" type="pres">
      <dgm:prSet presAssocID="{11C6B4C5-E1A3-4ED7-BCBC-DC043D55E425}" presName="spChevron1" presStyleCnt="0"/>
      <dgm:spPr/>
    </dgm:pt>
    <dgm:pt modelId="{85326AA5-24A4-474C-8EB3-5675C3990765}" type="pres">
      <dgm:prSet presAssocID="{DA85A19A-B668-4C92-99A3-C33B6A825796}" presName="middle" presStyleCnt="0"/>
      <dgm:spPr/>
    </dgm:pt>
    <dgm:pt modelId="{680D73DD-243E-4180-A0DD-F3A1B69791F0}" type="pres">
      <dgm:prSet presAssocID="{DA85A19A-B668-4C92-99A3-C33B6A825796}" presName="parTxMid" presStyleLbl="revTx" presStyleIdx="3" presStyleCnt="6"/>
      <dgm:spPr/>
    </dgm:pt>
    <dgm:pt modelId="{24C303B6-3793-4E76-AEED-36E08108C062}" type="pres">
      <dgm:prSet presAssocID="{DA85A19A-B668-4C92-99A3-C33B6A825796}" presName="spMid" presStyleCnt="0"/>
      <dgm:spPr/>
    </dgm:pt>
    <dgm:pt modelId="{B3717768-1746-4590-B685-6AC61C4168E9}" type="pres">
      <dgm:prSet presAssocID="{2A55B141-98E3-4B21-8FA1-543C5DDCD504}" presName="chevronComposite1" presStyleCnt="0"/>
      <dgm:spPr/>
    </dgm:pt>
    <dgm:pt modelId="{D3C615C8-A04A-4D26-8D84-82B4167E1FF0}" type="pres">
      <dgm:prSet presAssocID="{2A55B141-98E3-4B21-8FA1-543C5DDCD504}" presName="chevron1" presStyleLbl="sibTrans2D1" presStyleIdx="3" presStyleCnt="6"/>
      <dgm:spPr/>
    </dgm:pt>
    <dgm:pt modelId="{C0BE73DF-8B8B-48DE-A488-508A6E4E4FF5}" type="pres">
      <dgm:prSet presAssocID="{2A55B141-98E3-4B21-8FA1-543C5DDCD504}" presName="spChevron1" presStyleCnt="0"/>
      <dgm:spPr/>
    </dgm:pt>
    <dgm:pt modelId="{FE4FEA38-A1D2-4DE8-8780-54371D20417D}" type="pres">
      <dgm:prSet presAssocID="{7DCEDA31-F921-4F8F-8621-3FA73199405A}" presName="middle" presStyleCnt="0"/>
      <dgm:spPr/>
    </dgm:pt>
    <dgm:pt modelId="{CB13F4F7-671C-44A9-84F0-07A6409BE9E8}" type="pres">
      <dgm:prSet presAssocID="{7DCEDA31-F921-4F8F-8621-3FA73199405A}" presName="parTxMid" presStyleLbl="revTx" presStyleIdx="4" presStyleCnt="6"/>
      <dgm:spPr/>
    </dgm:pt>
    <dgm:pt modelId="{DB819294-D0CE-45BA-8F28-E27817831184}" type="pres">
      <dgm:prSet presAssocID="{7DCEDA31-F921-4F8F-8621-3FA73199405A}" presName="spMid" presStyleCnt="0"/>
      <dgm:spPr/>
    </dgm:pt>
    <dgm:pt modelId="{DC2F3A12-1937-4B34-A24A-D997343B427E}" type="pres">
      <dgm:prSet presAssocID="{0C34AD0B-237E-4400-81D5-79EFADDBC6A6}" presName="chevronComposite1" presStyleCnt="0"/>
      <dgm:spPr/>
    </dgm:pt>
    <dgm:pt modelId="{F3805074-D7EA-477D-8297-7314571F0A46}" type="pres">
      <dgm:prSet presAssocID="{0C34AD0B-237E-4400-81D5-79EFADDBC6A6}" presName="chevron1" presStyleLbl="sibTrans2D1" presStyleIdx="4" presStyleCnt="6"/>
      <dgm:spPr/>
    </dgm:pt>
    <dgm:pt modelId="{1C1CB0FA-191D-4494-A23C-3766836FE0A9}" type="pres">
      <dgm:prSet presAssocID="{0C34AD0B-237E-4400-81D5-79EFADDBC6A6}" presName="spChevron1" presStyleCnt="0"/>
      <dgm:spPr/>
    </dgm:pt>
    <dgm:pt modelId="{A6B24682-DDF7-4966-9C95-8B4E88AAF261}" type="pres">
      <dgm:prSet presAssocID="{0B14A1C9-0958-4570-80ED-2B1A5D2D378D}" presName="middle" presStyleCnt="0"/>
      <dgm:spPr/>
    </dgm:pt>
    <dgm:pt modelId="{B0D310CE-134D-41A7-A325-7F4410931DC1}" type="pres">
      <dgm:prSet presAssocID="{0B14A1C9-0958-4570-80ED-2B1A5D2D378D}" presName="parTxMid" presStyleLbl="revTx" presStyleIdx="5" presStyleCnt="6" custScaleX="141760"/>
      <dgm:spPr/>
    </dgm:pt>
    <dgm:pt modelId="{2D4DA3E9-FCEB-4D88-A6CF-7B318A1B5810}" type="pres">
      <dgm:prSet presAssocID="{0B14A1C9-0958-4570-80ED-2B1A5D2D378D}" presName="spMid" presStyleCnt="0"/>
      <dgm:spPr/>
    </dgm:pt>
    <dgm:pt modelId="{9F0A6D82-783E-464E-A9B1-83961A98D4E5}" type="pres">
      <dgm:prSet presAssocID="{05025D45-E0C6-4919-BCA4-4C9C617DDA27}" presName="chevronComposite1" presStyleCnt="0"/>
      <dgm:spPr/>
    </dgm:pt>
    <dgm:pt modelId="{9364A467-F8B9-45A3-A10A-46E0ED042E1D}" type="pres">
      <dgm:prSet presAssocID="{05025D45-E0C6-4919-BCA4-4C9C617DDA27}" presName="chevron1" presStyleLbl="sibTrans2D1" presStyleIdx="5" presStyleCnt="6"/>
      <dgm:spPr/>
    </dgm:pt>
    <dgm:pt modelId="{7DAA6570-86CC-47B8-84C3-4AFFA5CD1BD3}" type="pres">
      <dgm:prSet presAssocID="{05025D45-E0C6-4919-BCA4-4C9C617DDA27}" presName="spChevron1" presStyleCnt="0"/>
      <dgm:spPr/>
    </dgm:pt>
    <dgm:pt modelId="{C42D9738-FACA-470C-8FAD-1C0764D53C0B}" type="pres">
      <dgm:prSet presAssocID="{B3AB4F50-7F59-4907-8029-8CBF750897D6}" presName="last" presStyleCnt="0"/>
      <dgm:spPr/>
    </dgm:pt>
    <dgm:pt modelId="{DE0C4D4D-F769-44DF-8C4E-9582FA5555D5}" type="pres">
      <dgm:prSet presAssocID="{B3AB4F50-7F59-4907-8029-8CBF750897D6}" presName="circleTx" presStyleLbl="node1" presStyleIdx="18" presStyleCnt="19"/>
      <dgm:spPr/>
    </dgm:pt>
    <dgm:pt modelId="{2BE8A897-5231-44EE-9AFC-0C60F99E1F7E}" type="pres">
      <dgm:prSet presAssocID="{B3AB4F50-7F59-4907-8029-8CBF750897D6}" presName="spN" presStyleCnt="0"/>
      <dgm:spPr/>
    </dgm:pt>
  </dgm:ptLst>
  <dgm:cxnLst>
    <dgm:cxn modelId="{C1ADF530-6E92-4E71-AF58-754F74A3D0CB}" srcId="{42B32F20-DC8E-4A94-AB55-A3D0EF226297}" destId="{B3AB4F50-7F59-4907-8029-8CBF750897D6}" srcOrd="6" destOrd="0" parTransId="{41C7185B-359D-4959-BDD5-B98EF80A9D72}" sibTransId="{3E8F78B9-AF31-4E4F-8D18-2BABDCB054E4}"/>
    <dgm:cxn modelId="{3AE2BC5D-E57C-479B-8493-4F9C4E806B0E}" type="presOf" srcId="{C99179FA-993F-4548-A12F-F0EC9E1D13C8}" destId="{A7508E9D-0A51-4695-920D-12C818ED9EDB}" srcOrd="0" destOrd="0" presId="urn:microsoft.com/office/officeart/2009/3/layout/RandomtoResultProcess"/>
    <dgm:cxn modelId="{E7DF7447-90E9-4023-A9ED-1435E0561A40}" type="presOf" srcId="{99860122-D4B0-4E52-A28C-6ADD40855444}" destId="{6CF14C70-E37C-4ECB-9DE9-4818162D23F7}" srcOrd="0" destOrd="0" presId="urn:microsoft.com/office/officeart/2009/3/layout/RandomtoResultProcess"/>
    <dgm:cxn modelId="{2CD30451-C1E0-4597-8B46-2F1BCAFA8C82}" type="presOf" srcId="{B3AB4F50-7F59-4907-8029-8CBF750897D6}" destId="{DE0C4D4D-F769-44DF-8C4E-9582FA5555D5}" srcOrd="0" destOrd="0" presId="urn:microsoft.com/office/officeart/2009/3/layout/RandomtoResultProcess"/>
    <dgm:cxn modelId="{86692775-A0DA-420D-AD69-838845A66DA0}" srcId="{42B32F20-DC8E-4A94-AB55-A3D0EF226297}" destId="{99860122-D4B0-4E52-A28C-6ADD40855444}" srcOrd="0" destOrd="0" parTransId="{7AC0A673-79D9-4299-9154-5AB0C69B2F4A}" sibTransId="{D088E6A6-ACCD-46EF-8445-63A72AA5D019}"/>
    <dgm:cxn modelId="{4FDF5C55-3AD6-49F6-9B4F-75E68026217B}" srcId="{42B32F20-DC8E-4A94-AB55-A3D0EF226297}" destId="{D0C98A32-FFCC-4204-BF73-BC474716BB53}" srcOrd="1" destOrd="0" parTransId="{7A0E225F-0818-4DAE-8386-D9359A387461}" sibTransId="{2B11FE0D-FCB4-4220-8F50-4EF6AFD1E87A}"/>
    <dgm:cxn modelId="{6733D07E-11F8-4A31-B643-F7D9C402301C}" srcId="{42B32F20-DC8E-4A94-AB55-A3D0EF226297}" destId="{7DCEDA31-F921-4F8F-8621-3FA73199405A}" srcOrd="4" destOrd="0" parTransId="{F54C0E5C-B291-4E90-BFB4-CCAD2BD12C3E}" sibTransId="{0C34AD0B-237E-4400-81D5-79EFADDBC6A6}"/>
    <dgm:cxn modelId="{53CD368B-694F-4044-AB36-846241AACAC4}" srcId="{42B32F20-DC8E-4A94-AB55-A3D0EF226297}" destId="{DA85A19A-B668-4C92-99A3-C33B6A825796}" srcOrd="3" destOrd="0" parTransId="{96DA6F1C-ADFB-4E2C-AA0B-CD7500C8ED28}" sibTransId="{2A55B141-98E3-4B21-8FA1-543C5DDCD504}"/>
    <dgm:cxn modelId="{4A4B729A-3207-4F63-99A7-4C6037E1F873}" type="presOf" srcId="{DA85A19A-B668-4C92-99A3-C33B6A825796}" destId="{680D73DD-243E-4180-A0DD-F3A1B69791F0}" srcOrd="0" destOrd="0" presId="urn:microsoft.com/office/officeart/2009/3/layout/RandomtoResultProcess"/>
    <dgm:cxn modelId="{9344F9AF-09EC-4E93-A7CA-CB4AD9B10F2F}" srcId="{42B32F20-DC8E-4A94-AB55-A3D0EF226297}" destId="{C99179FA-993F-4548-A12F-F0EC9E1D13C8}" srcOrd="2" destOrd="0" parTransId="{D1FF85E6-F7B8-481A-9387-080A963313C5}" sibTransId="{11C6B4C5-E1A3-4ED7-BCBC-DC043D55E425}"/>
    <dgm:cxn modelId="{FE1A70B1-75A8-487A-8041-0BBC4FCC0CBB}" type="presOf" srcId="{42B32F20-DC8E-4A94-AB55-A3D0EF226297}" destId="{A9E0AE31-7240-411E-8A4F-8DE6F952658B}" srcOrd="0" destOrd="0" presId="urn:microsoft.com/office/officeart/2009/3/layout/RandomtoResultProcess"/>
    <dgm:cxn modelId="{BB1B48B4-9CD4-402F-8718-8C9236E90B63}" type="presOf" srcId="{0B14A1C9-0958-4570-80ED-2B1A5D2D378D}" destId="{B0D310CE-134D-41A7-A325-7F4410931DC1}" srcOrd="0" destOrd="0" presId="urn:microsoft.com/office/officeart/2009/3/layout/RandomtoResultProcess"/>
    <dgm:cxn modelId="{7BD30DE1-6EF3-4844-B509-7803BDFF4688}" srcId="{42B32F20-DC8E-4A94-AB55-A3D0EF226297}" destId="{0B14A1C9-0958-4570-80ED-2B1A5D2D378D}" srcOrd="5" destOrd="0" parTransId="{5F0E7AB9-01BA-49F6-B7CD-2CDB4899A6DB}" sibTransId="{05025D45-E0C6-4919-BCA4-4C9C617DDA27}"/>
    <dgm:cxn modelId="{7B9965E1-D284-49CC-AE8F-FE80EBC20220}" type="presOf" srcId="{7DCEDA31-F921-4F8F-8621-3FA73199405A}" destId="{CB13F4F7-671C-44A9-84F0-07A6409BE9E8}" srcOrd="0" destOrd="0" presId="urn:microsoft.com/office/officeart/2009/3/layout/RandomtoResultProcess"/>
    <dgm:cxn modelId="{573BF4EE-A2B5-47BF-8D94-F68BAA0624B6}" type="presOf" srcId="{D0C98A32-FFCC-4204-BF73-BC474716BB53}" destId="{A404B716-3482-4FBE-BDD9-E84A6E4FF142}" srcOrd="0" destOrd="0" presId="urn:microsoft.com/office/officeart/2009/3/layout/RandomtoResultProcess"/>
    <dgm:cxn modelId="{2C630C22-A8E7-4304-B5A5-1D53DFEB1D47}" type="presParOf" srcId="{A9E0AE31-7240-411E-8A4F-8DE6F952658B}" destId="{BA008E96-9EF5-4D0B-9C16-2A6E64E16146}" srcOrd="0" destOrd="0" presId="urn:microsoft.com/office/officeart/2009/3/layout/RandomtoResultProcess"/>
    <dgm:cxn modelId="{CC400CBC-4A9B-4891-8C91-865AF4D9CE38}" type="presParOf" srcId="{BA008E96-9EF5-4D0B-9C16-2A6E64E16146}" destId="{6CF14C70-E37C-4ECB-9DE9-4818162D23F7}" srcOrd="0" destOrd="0" presId="urn:microsoft.com/office/officeart/2009/3/layout/RandomtoResultProcess"/>
    <dgm:cxn modelId="{74834DC1-D0FF-4B68-A145-CCE78BCDB8A3}" type="presParOf" srcId="{BA008E96-9EF5-4D0B-9C16-2A6E64E16146}" destId="{0A6904B8-9E0F-4FAD-99FA-2B77840AD46A}" srcOrd="1" destOrd="0" presId="urn:microsoft.com/office/officeart/2009/3/layout/RandomtoResultProcess"/>
    <dgm:cxn modelId="{8814478A-A3D3-4988-AE94-C3B40460BE57}" type="presParOf" srcId="{BA008E96-9EF5-4D0B-9C16-2A6E64E16146}" destId="{196718F0-FFA6-48C3-8838-364BAD01ABA0}" srcOrd="2" destOrd="0" presId="urn:microsoft.com/office/officeart/2009/3/layout/RandomtoResultProcess"/>
    <dgm:cxn modelId="{8FE93F24-DA46-466D-872B-976BD4FBA0C7}" type="presParOf" srcId="{BA008E96-9EF5-4D0B-9C16-2A6E64E16146}" destId="{8D6D87DE-5581-4C1E-B111-7A33E185DB2B}" srcOrd="3" destOrd="0" presId="urn:microsoft.com/office/officeart/2009/3/layout/RandomtoResultProcess"/>
    <dgm:cxn modelId="{A58AFAAE-A848-4689-BB70-36CF07B9BB91}" type="presParOf" srcId="{BA008E96-9EF5-4D0B-9C16-2A6E64E16146}" destId="{D0274880-E2E0-4758-A18D-51863DBB0B58}" srcOrd="4" destOrd="0" presId="urn:microsoft.com/office/officeart/2009/3/layout/RandomtoResultProcess"/>
    <dgm:cxn modelId="{880DD448-6D50-479E-8B0E-A79200D1C4D1}" type="presParOf" srcId="{BA008E96-9EF5-4D0B-9C16-2A6E64E16146}" destId="{E10F5266-AA22-40B0-AB59-CE070439465B}" srcOrd="5" destOrd="0" presId="urn:microsoft.com/office/officeart/2009/3/layout/RandomtoResultProcess"/>
    <dgm:cxn modelId="{0F2CE2D2-98D0-47E2-88FC-E2548282BFFB}" type="presParOf" srcId="{BA008E96-9EF5-4D0B-9C16-2A6E64E16146}" destId="{49605969-3845-4700-ABD5-92A36768671A}" srcOrd="6" destOrd="0" presId="urn:microsoft.com/office/officeart/2009/3/layout/RandomtoResultProcess"/>
    <dgm:cxn modelId="{652C97E0-8698-4BDE-9F88-4EEE1196B972}" type="presParOf" srcId="{BA008E96-9EF5-4D0B-9C16-2A6E64E16146}" destId="{DA71E7F1-7163-4802-BCE1-668C14478807}" srcOrd="7" destOrd="0" presId="urn:microsoft.com/office/officeart/2009/3/layout/RandomtoResultProcess"/>
    <dgm:cxn modelId="{7C503C35-5B3B-4FFD-91BC-0BCF92A10F26}" type="presParOf" srcId="{BA008E96-9EF5-4D0B-9C16-2A6E64E16146}" destId="{694029F5-DF2B-4063-9849-B8AE6E59F40E}" srcOrd="8" destOrd="0" presId="urn:microsoft.com/office/officeart/2009/3/layout/RandomtoResultProcess"/>
    <dgm:cxn modelId="{DEAC92BD-60B2-4232-A448-78077074E39C}" type="presParOf" srcId="{BA008E96-9EF5-4D0B-9C16-2A6E64E16146}" destId="{6E2397D9-729E-4B78-8C5F-E61B585B2E31}" srcOrd="9" destOrd="0" presId="urn:microsoft.com/office/officeart/2009/3/layout/RandomtoResultProcess"/>
    <dgm:cxn modelId="{72D0D43E-D7B8-4057-B669-DFB9679D5BE1}" type="presParOf" srcId="{BA008E96-9EF5-4D0B-9C16-2A6E64E16146}" destId="{75C2CC8A-C6EA-4D7B-B559-297B31012555}" srcOrd="10" destOrd="0" presId="urn:microsoft.com/office/officeart/2009/3/layout/RandomtoResultProcess"/>
    <dgm:cxn modelId="{22EB6E69-08F6-474F-A84B-74595A2644F2}" type="presParOf" srcId="{BA008E96-9EF5-4D0B-9C16-2A6E64E16146}" destId="{360B60FC-5D1E-4200-9852-45E4C0D378F4}" srcOrd="11" destOrd="0" presId="urn:microsoft.com/office/officeart/2009/3/layout/RandomtoResultProcess"/>
    <dgm:cxn modelId="{895193CE-E22F-48CE-AAC5-C648D5FAB5D2}" type="presParOf" srcId="{BA008E96-9EF5-4D0B-9C16-2A6E64E16146}" destId="{08AE2438-BFB8-481C-BDC5-1E833969E7EC}" srcOrd="12" destOrd="0" presId="urn:microsoft.com/office/officeart/2009/3/layout/RandomtoResultProcess"/>
    <dgm:cxn modelId="{C76319A1-C5A2-4320-8D33-36CAB54BFD45}" type="presParOf" srcId="{BA008E96-9EF5-4D0B-9C16-2A6E64E16146}" destId="{2D97B245-C08A-48DD-A46C-CB84DDCEC03F}" srcOrd="13" destOrd="0" presId="urn:microsoft.com/office/officeart/2009/3/layout/RandomtoResultProcess"/>
    <dgm:cxn modelId="{EFD2BBDA-BE37-4875-B57F-E946A92A1AA1}" type="presParOf" srcId="{BA008E96-9EF5-4D0B-9C16-2A6E64E16146}" destId="{437B66DE-0909-412D-81A0-54EBFBADB62E}" srcOrd="14" destOrd="0" presId="urn:microsoft.com/office/officeart/2009/3/layout/RandomtoResultProcess"/>
    <dgm:cxn modelId="{5DBF4EF7-EECD-46C8-A5E3-60E127AB36B8}" type="presParOf" srcId="{BA008E96-9EF5-4D0B-9C16-2A6E64E16146}" destId="{674A6404-4E22-47EE-B797-93EEE6BE854B}" srcOrd="15" destOrd="0" presId="urn:microsoft.com/office/officeart/2009/3/layout/RandomtoResultProcess"/>
    <dgm:cxn modelId="{7422054B-0020-4909-A843-4D7E031F7C3F}" type="presParOf" srcId="{BA008E96-9EF5-4D0B-9C16-2A6E64E16146}" destId="{03A7525D-8F82-4325-AE5F-4C80F2B59A9C}" srcOrd="16" destOrd="0" presId="urn:microsoft.com/office/officeart/2009/3/layout/RandomtoResultProcess"/>
    <dgm:cxn modelId="{84A5615C-DDB7-4133-8C1D-45CAD86DF92D}" type="presParOf" srcId="{BA008E96-9EF5-4D0B-9C16-2A6E64E16146}" destId="{7FCB7D21-43B7-4D09-AFC9-520CF48EC10F}" srcOrd="17" destOrd="0" presId="urn:microsoft.com/office/officeart/2009/3/layout/RandomtoResultProcess"/>
    <dgm:cxn modelId="{C838ECAD-10B4-4A9F-9AD2-C6DAF5D4FEF5}" type="presParOf" srcId="{BA008E96-9EF5-4D0B-9C16-2A6E64E16146}" destId="{583B7348-CC24-42A0-8ADF-17CDADC7EEEE}" srcOrd="18" destOrd="0" presId="urn:microsoft.com/office/officeart/2009/3/layout/RandomtoResultProcess"/>
    <dgm:cxn modelId="{AD3ACC79-BF9B-44B4-ACA9-3F48BFC593D0}" type="presParOf" srcId="{A9E0AE31-7240-411E-8A4F-8DE6F952658B}" destId="{0CA77F08-3132-4632-A552-1814E64772C8}" srcOrd="1" destOrd="0" presId="urn:microsoft.com/office/officeart/2009/3/layout/RandomtoResultProcess"/>
    <dgm:cxn modelId="{06E32D7C-1789-4D66-9AF2-D49E52820996}" type="presParOf" srcId="{0CA77F08-3132-4632-A552-1814E64772C8}" destId="{1D7AA16C-ADE1-4760-9AA3-C9F6E2A2D5E3}" srcOrd="0" destOrd="0" presId="urn:microsoft.com/office/officeart/2009/3/layout/RandomtoResultProcess"/>
    <dgm:cxn modelId="{05452980-3027-4E70-9622-445130740417}" type="presParOf" srcId="{0CA77F08-3132-4632-A552-1814E64772C8}" destId="{C5779472-B86B-47FC-815E-FEBC5F514753}" srcOrd="1" destOrd="0" presId="urn:microsoft.com/office/officeart/2009/3/layout/RandomtoResultProcess"/>
    <dgm:cxn modelId="{935E0C75-AACB-4E01-A05A-DAA23E136D8F}" type="presParOf" srcId="{A9E0AE31-7240-411E-8A4F-8DE6F952658B}" destId="{CDBB7EEA-78FE-4961-9707-B7F6629DE7B1}" srcOrd="2" destOrd="0" presId="urn:microsoft.com/office/officeart/2009/3/layout/RandomtoResultProcess"/>
    <dgm:cxn modelId="{327A5916-1439-4879-AAC5-4D1500CD6FCF}" type="presParOf" srcId="{CDBB7EEA-78FE-4961-9707-B7F6629DE7B1}" destId="{A404B716-3482-4FBE-BDD9-E84A6E4FF142}" srcOrd="0" destOrd="0" presId="urn:microsoft.com/office/officeart/2009/3/layout/RandomtoResultProcess"/>
    <dgm:cxn modelId="{B6C19404-8232-462D-BED8-3D807499D5E2}" type="presParOf" srcId="{CDBB7EEA-78FE-4961-9707-B7F6629DE7B1}" destId="{1A86147A-50D0-4816-9091-49E05ED0DC78}" srcOrd="1" destOrd="0" presId="urn:microsoft.com/office/officeart/2009/3/layout/RandomtoResultProcess"/>
    <dgm:cxn modelId="{A1C91E5F-0777-4C2E-B927-58990D19B7B4}" type="presParOf" srcId="{A9E0AE31-7240-411E-8A4F-8DE6F952658B}" destId="{6CFA3500-06F5-4586-ACD7-29BDFC64A661}" srcOrd="3" destOrd="0" presId="urn:microsoft.com/office/officeart/2009/3/layout/RandomtoResultProcess"/>
    <dgm:cxn modelId="{A9E9046D-3D14-4616-96E5-08C4DD531119}" type="presParOf" srcId="{6CFA3500-06F5-4586-ACD7-29BDFC64A661}" destId="{EBCA35DD-327F-42FE-8C1B-13CB75C22817}" srcOrd="0" destOrd="0" presId="urn:microsoft.com/office/officeart/2009/3/layout/RandomtoResultProcess"/>
    <dgm:cxn modelId="{69E6806A-7EC3-4FEE-B1F7-2DA21A96AB14}" type="presParOf" srcId="{6CFA3500-06F5-4586-ACD7-29BDFC64A661}" destId="{0FD73EAD-6C7C-4862-B6BF-F47D0C0B9DB7}" srcOrd="1" destOrd="0" presId="urn:microsoft.com/office/officeart/2009/3/layout/RandomtoResultProcess"/>
    <dgm:cxn modelId="{21BB714B-6114-4F44-9604-60259C230A69}" type="presParOf" srcId="{A9E0AE31-7240-411E-8A4F-8DE6F952658B}" destId="{232BF206-63FE-4AEB-AB54-1AA44E1F7A1C}" srcOrd="4" destOrd="0" presId="urn:microsoft.com/office/officeart/2009/3/layout/RandomtoResultProcess"/>
    <dgm:cxn modelId="{F4A180E8-C61F-4603-AF9A-3361A87E2863}" type="presParOf" srcId="{232BF206-63FE-4AEB-AB54-1AA44E1F7A1C}" destId="{A7508E9D-0A51-4695-920D-12C818ED9EDB}" srcOrd="0" destOrd="0" presId="urn:microsoft.com/office/officeart/2009/3/layout/RandomtoResultProcess"/>
    <dgm:cxn modelId="{E2567766-ABAD-4DE0-B2B3-E1F013E21089}" type="presParOf" srcId="{232BF206-63FE-4AEB-AB54-1AA44E1F7A1C}" destId="{3C718AEE-11FD-42B5-8CBD-B04346E4D50A}" srcOrd="1" destOrd="0" presId="urn:microsoft.com/office/officeart/2009/3/layout/RandomtoResultProcess"/>
    <dgm:cxn modelId="{007BC244-BE00-4CF6-BB98-C2D83C3ADF0F}" type="presParOf" srcId="{A9E0AE31-7240-411E-8A4F-8DE6F952658B}" destId="{20403ACF-7AD4-4EBC-8CFF-429ADA040698}" srcOrd="5" destOrd="0" presId="urn:microsoft.com/office/officeart/2009/3/layout/RandomtoResultProcess"/>
    <dgm:cxn modelId="{0D7986CE-61CF-4F2D-95DB-12929445430E}" type="presParOf" srcId="{20403ACF-7AD4-4EBC-8CFF-429ADA040698}" destId="{4F47E4FC-B7B1-4F2E-BF1F-653A6243E13F}" srcOrd="0" destOrd="0" presId="urn:microsoft.com/office/officeart/2009/3/layout/RandomtoResultProcess"/>
    <dgm:cxn modelId="{A8869E9B-22F7-490D-9278-79A775D0F165}" type="presParOf" srcId="{20403ACF-7AD4-4EBC-8CFF-429ADA040698}" destId="{AD8537F7-3B4D-46AF-9026-B1F97603A0C1}" srcOrd="1" destOrd="0" presId="urn:microsoft.com/office/officeart/2009/3/layout/RandomtoResultProcess"/>
    <dgm:cxn modelId="{7837BCBF-2ADE-4EB5-91F0-A883A9119B7F}" type="presParOf" srcId="{A9E0AE31-7240-411E-8A4F-8DE6F952658B}" destId="{85326AA5-24A4-474C-8EB3-5675C3990765}" srcOrd="6" destOrd="0" presId="urn:microsoft.com/office/officeart/2009/3/layout/RandomtoResultProcess"/>
    <dgm:cxn modelId="{64853344-E789-4A9B-9D9C-EE3E9C76B805}" type="presParOf" srcId="{85326AA5-24A4-474C-8EB3-5675C3990765}" destId="{680D73DD-243E-4180-A0DD-F3A1B69791F0}" srcOrd="0" destOrd="0" presId="urn:microsoft.com/office/officeart/2009/3/layout/RandomtoResultProcess"/>
    <dgm:cxn modelId="{FEF7C13C-922B-4D2F-8B7E-6DBFD0C1F2CD}" type="presParOf" srcId="{85326AA5-24A4-474C-8EB3-5675C3990765}" destId="{24C303B6-3793-4E76-AEED-36E08108C062}" srcOrd="1" destOrd="0" presId="urn:microsoft.com/office/officeart/2009/3/layout/RandomtoResultProcess"/>
    <dgm:cxn modelId="{16FC68BD-0D10-4C9E-B6DE-CDD0A3B12FBA}" type="presParOf" srcId="{A9E0AE31-7240-411E-8A4F-8DE6F952658B}" destId="{B3717768-1746-4590-B685-6AC61C4168E9}" srcOrd="7" destOrd="0" presId="urn:microsoft.com/office/officeart/2009/3/layout/RandomtoResultProcess"/>
    <dgm:cxn modelId="{D527DD25-D382-4437-A8BC-A1E3159BC99F}" type="presParOf" srcId="{B3717768-1746-4590-B685-6AC61C4168E9}" destId="{D3C615C8-A04A-4D26-8D84-82B4167E1FF0}" srcOrd="0" destOrd="0" presId="urn:microsoft.com/office/officeart/2009/3/layout/RandomtoResultProcess"/>
    <dgm:cxn modelId="{544438AB-6CF8-4593-9C51-74F0AA799579}" type="presParOf" srcId="{B3717768-1746-4590-B685-6AC61C4168E9}" destId="{C0BE73DF-8B8B-48DE-A488-508A6E4E4FF5}" srcOrd="1" destOrd="0" presId="urn:microsoft.com/office/officeart/2009/3/layout/RandomtoResultProcess"/>
    <dgm:cxn modelId="{B74603D7-324A-4075-8FAA-58E50C200BA9}" type="presParOf" srcId="{A9E0AE31-7240-411E-8A4F-8DE6F952658B}" destId="{FE4FEA38-A1D2-4DE8-8780-54371D20417D}" srcOrd="8" destOrd="0" presId="urn:microsoft.com/office/officeart/2009/3/layout/RandomtoResultProcess"/>
    <dgm:cxn modelId="{3409969D-C950-41D8-BCED-9722FC061BA8}" type="presParOf" srcId="{FE4FEA38-A1D2-4DE8-8780-54371D20417D}" destId="{CB13F4F7-671C-44A9-84F0-07A6409BE9E8}" srcOrd="0" destOrd="0" presId="urn:microsoft.com/office/officeart/2009/3/layout/RandomtoResultProcess"/>
    <dgm:cxn modelId="{0D6D0A3D-0EA7-4979-8D2B-3430F160AA13}" type="presParOf" srcId="{FE4FEA38-A1D2-4DE8-8780-54371D20417D}" destId="{DB819294-D0CE-45BA-8F28-E27817831184}" srcOrd="1" destOrd="0" presId="urn:microsoft.com/office/officeart/2009/3/layout/RandomtoResultProcess"/>
    <dgm:cxn modelId="{1250802F-11AA-487C-B603-086A3D35CCC5}" type="presParOf" srcId="{A9E0AE31-7240-411E-8A4F-8DE6F952658B}" destId="{DC2F3A12-1937-4B34-A24A-D997343B427E}" srcOrd="9" destOrd="0" presId="urn:microsoft.com/office/officeart/2009/3/layout/RandomtoResultProcess"/>
    <dgm:cxn modelId="{0F4B7319-BD5E-47AA-B81C-0B77F1094FE8}" type="presParOf" srcId="{DC2F3A12-1937-4B34-A24A-D997343B427E}" destId="{F3805074-D7EA-477D-8297-7314571F0A46}" srcOrd="0" destOrd="0" presId="urn:microsoft.com/office/officeart/2009/3/layout/RandomtoResultProcess"/>
    <dgm:cxn modelId="{286E9B4E-3959-4D33-B758-BEEE4E7BD272}" type="presParOf" srcId="{DC2F3A12-1937-4B34-A24A-D997343B427E}" destId="{1C1CB0FA-191D-4494-A23C-3766836FE0A9}" srcOrd="1" destOrd="0" presId="urn:microsoft.com/office/officeart/2009/3/layout/RandomtoResultProcess"/>
    <dgm:cxn modelId="{4E7BA46B-C176-43DE-AEF9-E648A544E369}" type="presParOf" srcId="{A9E0AE31-7240-411E-8A4F-8DE6F952658B}" destId="{A6B24682-DDF7-4966-9C95-8B4E88AAF261}" srcOrd="10" destOrd="0" presId="urn:microsoft.com/office/officeart/2009/3/layout/RandomtoResultProcess"/>
    <dgm:cxn modelId="{77F5FFF8-59B4-40B0-8C50-83A0F2131FE0}" type="presParOf" srcId="{A6B24682-DDF7-4966-9C95-8B4E88AAF261}" destId="{B0D310CE-134D-41A7-A325-7F4410931DC1}" srcOrd="0" destOrd="0" presId="urn:microsoft.com/office/officeart/2009/3/layout/RandomtoResultProcess"/>
    <dgm:cxn modelId="{4A7A75B7-0661-4B81-A682-FC886F27446F}" type="presParOf" srcId="{A6B24682-DDF7-4966-9C95-8B4E88AAF261}" destId="{2D4DA3E9-FCEB-4D88-A6CF-7B318A1B5810}" srcOrd="1" destOrd="0" presId="urn:microsoft.com/office/officeart/2009/3/layout/RandomtoResultProcess"/>
    <dgm:cxn modelId="{5322BBA4-A8E1-462B-BE26-3C07CE92CE0F}" type="presParOf" srcId="{A9E0AE31-7240-411E-8A4F-8DE6F952658B}" destId="{9F0A6D82-783E-464E-A9B1-83961A98D4E5}" srcOrd="11" destOrd="0" presId="urn:microsoft.com/office/officeart/2009/3/layout/RandomtoResultProcess"/>
    <dgm:cxn modelId="{CA6FB4DD-93DD-4CF8-876A-AD4A09F67DB4}" type="presParOf" srcId="{9F0A6D82-783E-464E-A9B1-83961A98D4E5}" destId="{9364A467-F8B9-45A3-A10A-46E0ED042E1D}" srcOrd="0" destOrd="0" presId="urn:microsoft.com/office/officeart/2009/3/layout/RandomtoResultProcess"/>
    <dgm:cxn modelId="{DCF8D9D7-ED19-438A-9703-1783AFF082E8}" type="presParOf" srcId="{9F0A6D82-783E-464E-A9B1-83961A98D4E5}" destId="{7DAA6570-86CC-47B8-84C3-4AFFA5CD1BD3}" srcOrd="1" destOrd="0" presId="urn:microsoft.com/office/officeart/2009/3/layout/RandomtoResultProcess"/>
    <dgm:cxn modelId="{B2D12F47-28EE-4669-AD19-8938E3ED757F}" type="presParOf" srcId="{A9E0AE31-7240-411E-8A4F-8DE6F952658B}" destId="{C42D9738-FACA-470C-8FAD-1C0764D53C0B}" srcOrd="12" destOrd="0" presId="urn:microsoft.com/office/officeart/2009/3/layout/RandomtoResultProcess"/>
    <dgm:cxn modelId="{CDCB76DD-BBEE-40E1-A0E6-B9A29698B21B}" type="presParOf" srcId="{C42D9738-FACA-470C-8FAD-1C0764D53C0B}" destId="{DE0C4D4D-F769-44DF-8C4E-9582FA5555D5}" srcOrd="0" destOrd="0" presId="urn:microsoft.com/office/officeart/2009/3/layout/RandomtoResultProcess"/>
    <dgm:cxn modelId="{529CC303-7D70-4D68-A798-745CECCADFF0}" type="presParOf" srcId="{C42D9738-FACA-470C-8FAD-1C0764D53C0B}" destId="{2BE8A897-5231-44EE-9AFC-0C60F99E1F7E}" srcOrd="1" destOrd="0" presId="urn:microsoft.com/office/officeart/2009/3/layout/RandomtoResultProcess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2.xml><?xml version="1.0" encoding="utf-8"?>
<dgm:dataModel xmlns:dgm="http://schemas.openxmlformats.org/drawingml/2006/diagram" xmlns:a="http://schemas.openxmlformats.org/drawingml/2006/main">
  <dgm:ptLst>
    <dgm:pt modelId="{42B32F20-DC8E-4A94-AB55-A3D0EF226297}" type="doc">
      <dgm:prSet loTypeId="urn:microsoft.com/office/officeart/2009/3/layout/RandomtoResultProcess" loCatId="process" qsTypeId="urn:microsoft.com/office/officeart/2005/8/quickstyle/simple1" qsCatId="simple" csTypeId="urn:microsoft.com/office/officeart/2005/8/colors/accent3_1" csCatId="accent3" phldr="1"/>
      <dgm:spPr/>
    </dgm:pt>
    <dgm:pt modelId="{99860122-D4B0-4E52-A28C-6ADD40855444}">
      <dgm:prSet phldrT="[Text]" custT="1"/>
      <dgm:spPr/>
      <dgm:t>
        <a:bodyPr/>
        <a:lstStyle/>
        <a:p>
          <a:r>
            <a:rPr lang="en-US" sz="2000" noProof="0" dirty="0"/>
            <a:t>your age</a:t>
          </a:r>
        </a:p>
      </dgm:t>
    </dgm:pt>
    <dgm:pt modelId="{7AC0A673-79D9-4299-9154-5AB0C69B2F4A}" type="parTrans" cxnId="{86692775-A0DA-420D-AD69-838845A66DA0}">
      <dgm:prSet/>
      <dgm:spPr/>
      <dgm:t>
        <a:bodyPr/>
        <a:lstStyle/>
        <a:p>
          <a:endParaRPr lang="en-GB" sz="2000"/>
        </a:p>
      </dgm:t>
    </dgm:pt>
    <dgm:pt modelId="{D088E6A6-ACCD-46EF-8445-63A72AA5D019}" type="sibTrans" cxnId="{86692775-A0DA-420D-AD69-838845A66DA0}">
      <dgm:prSet/>
      <dgm:spPr/>
      <dgm:t>
        <a:bodyPr/>
        <a:lstStyle/>
        <a:p>
          <a:endParaRPr lang="en-GB" sz="2000"/>
        </a:p>
      </dgm:t>
    </dgm:pt>
    <dgm:pt modelId="{D0C98A32-FFCC-4204-BF73-BC474716BB53}">
      <dgm:prSet phldrT="[Text]" custT="1"/>
      <dgm:spPr/>
      <dgm:t>
        <a:bodyPr/>
        <a:lstStyle/>
        <a:p>
          <a:r>
            <a:rPr lang="de-CH" sz="2000" dirty="0"/>
            <a:t>+5</a:t>
          </a:r>
          <a:endParaRPr lang="en-GB" sz="2000" dirty="0"/>
        </a:p>
      </dgm:t>
    </dgm:pt>
    <dgm:pt modelId="{7A0E225F-0818-4DAE-8386-D9359A387461}" type="parTrans" cxnId="{4FDF5C55-3AD6-49F6-9B4F-75E68026217B}">
      <dgm:prSet/>
      <dgm:spPr/>
      <dgm:t>
        <a:bodyPr/>
        <a:lstStyle/>
        <a:p>
          <a:endParaRPr lang="en-GB" sz="2000"/>
        </a:p>
      </dgm:t>
    </dgm:pt>
    <dgm:pt modelId="{2B11FE0D-FCB4-4220-8F50-4EF6AFD1E87A}" type="sibTrans" cxnId="{4FDF5C55-3AD6-49F6-9B4F-75E68026217B}">
      <dgm:prSet/>
      <dgm:spPr/>
      <dgm:t>
        <a:bodyPr/>
        <a:lstStyle/>
        <a:p>
          <a:endParaRPr lang="en-GB" sz="2000"/>
        </a:p>
      </dgm:t>
    </dgm:pt>
    <dgm:pt modelId="{0B14A1C9-0958-4570-80ED-2B1A5D2D378D}">
      <dgm:prSet phldrT="[Text]" custT="1"/>
      <dgm:spPr/>
      <dgm:t>
        <a:bodyPr/>
        <a:lstStyle/>
        <a:p>
          <a:r>
            <a:rPr lang="en-US" sz="2000" noProof="0" dirty="0"/>
            <a:t>-your age</a:t>
          </a:r>
        </a:p>
      </dgm:t>
    </dgm:pt>
    <dgm:pt modelId="{5F0E7AB9-01BA-49F6-B7CD-2CDB4899A6DB}" type="parTrans" cxnId="{7BD30DE1-6EF3-4844-B509-7803BDFF4688}">
      <dgm:prSet/>
      <dgm:spPr/>
      <dgm:t>
        <a:bodyPr/>
        <a:lstStyle/>
        <a:p>
          <a:endParaRPr lang="en-GB" sz="2000"/>
        </a:p>
      </dgm:t>
    </dgm:pt>
    <dgm:pt modelId="{05025D45-E0C6-4919-BCA4-4C9C617DDA27}" type="sibTrans" cxnId="{7BD30DE1-6EF3-4844-B509-7803BDFF4688}">
      <dgm:prSet/>
      <dgm:spPr/>
      <dgm:t>
        <a:bodyPr/>
        <a:lstStyle/>
        <a:p>
          <a:endParaRPr lang="en-GB" sz="2000"/>
        </a:p>
      </dgm:t>
    </dgm:pt>
    <dgm:pt modelId="{C99179FA-993F-4548-A12F-F0EC9E1D13C8}">
      <dgm:prSet phldrT="[Text]" custT="1"/>
      <dgm:spPr>
        <a:blipFill>
          <a:blip xmlns:r="http://schemas.openxmlformats.org/officeDocument/2006/relationships" r:embed="rId1"/>
          <a:stretch>
            <a:fillRect/>
          </a:stretch>
        </a:blipFill>
      </dgm:spPr>
      <dgm:t>
        <a:bodyPr/>
        <a:lstStyle/>
        <a:p>
          <a:r>
            <a:rPr lang="en-GB">
              <a:noFill/>
            </a:rPr>
            <a:t> </a:t>
          </a:r>
        </a:p>
      </dgm:t>
    </dgm:pt>
    <dgm:pt modelId="{D1FF85E6-F7B8-481A-9387-080A963313C5}" type="parTrans" cxnId="{9344F9AF-09EC-4E93-A7CA-CB4AD9B10F2F}">
      <dgm:prSet/>
      <dgm:spPr/>
      <dgm:t>
        <a:bodyPr/>
        <a:lstStyle/>
        <a:p>
          <a:endParaRPr lang="en-GB" sz="2000"/>
        </a:p>
      </dgm:t>
    </dgm:pt>
    <dgm:pt modelId="{11C6B4C5-E1A3-4ED7-BCBC-DC043D55E425}" type="sibTrans" cxnId="{9344F9AF-09EC-4E93-A7CA-CB4AD9B10F2F}">
      <dgm:prSet/>
      <dgm:spPr/>
      <dgm:t>
        <a:bodyPr/>
        <a:lstStyle/>
        <a:p>
          <a:endParaRPr lang="en-GB" sz="2000"/>
        </a:p>
      </dgm:t>
    </dgm:pt>
    <dgm:pt modelId="{DA85A19A-B668-4C92-99A3-C33B6A825796}">
      <dgm:prSet phldrT="[Text]" custT="1"/>
      <dgm:spPr/>
      <dgm:t>
        <a:bodyPr/>
        <a:lstStyle/>
        <a:p>
          <a:r>
            <a:rPr lang="de-CH" sz="2000" dirty="0"/>
            <a:t>-4</a:t>
          </a:r>
          <a:endParaRPr lang="en-GB" sz="2000" dirty="0"/>
        </a:p>
      </dgm:t>
    </dgm:pt>
    <dgm:pt modelId="{96DA6F1C-ADFB-4E2C-AA0B-CD7500C8ED28}" type="parTrans" cxnId="{53CD368B-694F-4044-AB36-846241AACAC4}">
      <dgm:prSet/>
      <dgm:spPr/>
      <dgm:t>
        <a:bodyPr/>
        <a:lstStyle/>
        <a:p>
          <a:endParaRPr lang="en-GB" sz="2000"/>
        </a:p>
      </dgm:t>
    </dgm:pt>
    <dgm:pt modelId="{2A55B141-98E3-4B21-8FA1-543C5DDCD504}" type="sibTrans" cxnId="{53CD368B-694F-4044-AB36-846241AACAC4}">
      <dgm:prSet/>
      <dgm:spPr/>
      <dgm:t>
        <a:bodyPr/>
        <a:lstStyle/>
        <a:p>
          <a:endParaRPr lang="en-GB" sz="2000"/>
        </a:p>
      </dgm:t>
    </dgm:pt>
    <dgm:pt modelId="{7DCEDA31-F921-4F8F-8621-3FA73199405A}">
      <dgm:prSet phldrT="[Text]" custT="1"/>
      <dgm:spPr/>
      <dgm:t>
        <a:bodyPr/>
        <a:lstStyle/>
        <a:p>
          <a:r>
            <a:rPr lang="de-CH" sz="2000" dirty="0">
              <a:solidFill>
                <a:schemeClr val="tx1"/>
              </a:solidFill>
              <a:latin typeface="Bahnschrift" panose="020B0502040204020203" pitchFamily="34" charset="0"/>
            </a:rPr>
            <a:t>÷</a:t>
          </a:r>
          <a:r>
            <a:rPr lang="de-CH" sz="2000" dirty="0"/>
            <a:t>2</a:t>
          </a:r>
          <a:endParaRPr lang="en-GB" sz="2000" dirty="0"/>
        </a:p>
      </dgm:t>
    </dgm:pt>
    <dgm:pt modelId="{F54C0E5C-B291-4E90-BFB4-CCAD2BD12C3E}" type="parTrans" cxnId="{6733D07E-11F8-4A31-B643-F7D9C402301C}">
      <dgm:prSet/>
      <dgm:spPr/>
      <dgm:t>
        <a:bodyPr/>
        <a:lstStyle/>
        <a:p>
          <a:endParaRPr lang="en-GB" sz="2000"/>
        </a:p>
      </dgm:t>
    </dgm:pt>
    <dgm:pt modelId="{0C34AD0B-237E-4400-81D5-79EFADDBC6A6}" type="sibTrans" cxnId="{6733D07E-11F8-4A31-B643-F7D9C402301C}">
      <dgm:prSet/>
      <dgm:spPr/>
      <dgm:t>
        <a:bodyPr/>
        <a:lstStyle/>
        <a:p>
          <a:endParaRPr lang="en-GB" sz="2000"/>
        </a:p>
      </dgm:t>
    </dgm:pt>
    <dgm:pt modelId="{B3AB4F50-7F59-4907-8029-8CBF750897D6}">
      <dgm:prSet phldrT="[Text]" custT="1"/>
      <dgm:spPr/>
      <dgm:t>
        <a:bodyPr/>
        <a:lstStyle/>
        <a:p>
          <a:r>
            <a:rPr lang="en-GB" sz="2000" dirty="0"/>
            <a:t>?</a:t>
          </a:r>
        </a:p>
      </dgm:t>
    </dgm:pt>
    <dgm:pt modelId="{41C7185B-359D-4959-BDD5-B98EF80A9D72}" type="parTrans" cxnId="{C1ADF530-6E92-4E71-AF58-754F74A3D0CB}">
      <dgm:prSet/>
      <dgm:spPr/>
      <dgm:t>
        <a:bodyPr/>
        <a:lstStyle/>
        <a:p>
          <a:endParaRPr lang="en-GB" sz="2000"/>
        </a:p>
      </dgm:t>
    </dgm:pt>
    <dgm:pt modelId="{3E8F78B9-AF31-4E4F-8D18-2BABDCB054E4}" type="sibTrans" cxnId="{C1ADF530-6E92-4E71-AF58-754F74A3D0CB}">
      <dgm:prSet/>
      <dgm:spPr/>
      <dgm:t>
        <a:bodyPr/>
        <a:lstStyle/>
        <a:p>
          <a:endParaRPr lang="en-GB" sz="2000"/>
        </a:p>
      </dgm:t>
    </dgm:pt>
    <dgm:pt modelId="{A9E0AE31-7240-411E-8A4F-8DE6F952658B}" type="pres">
      <dgm:prSet presAssocID="{42B32F20-DC8E-4A94-AB55-A3D0EF226297}" presName="Name0" presStyleCnt="0">
        <dgm:presLayoutVars>
          <dgm:dir/>
          <dgm:animOne val="branch"/>
          <dgm:animLvl val="lvl"/>
        </dgm:presLayoutVars>
      </dgm:prSet>
      <dgm:spPr/>
    </dgm:pt>
    <dgm:pt modelId="{BA008E96-9EF5-4D0B-9C16-2A6E64E16146}" type="pres">
      <dgm:prSet presAssocID="{99860122-D4B0-4E52-A28C-6ADD40855444}" presName="chaos" presStyleCnt="0"/>
      <dgm:spPr/>
    </dgm:pt>
    <dgm:pt modelId="{6CF14C70-E37C-4ECB-9DE9-4818162D23F7}" type="pres">
      <dgm:prSet presAssocID="{99860122-D4B0-4E52-A28C-6ADD40855444}" presName="parTx1" presStyleLbl="revTx" presStyleIdx="0" presStyleCnt="6" custScaleX="142902"/>
      <dgm:spPr/>
    </dgm:pt>
    <dgm:pt modelId="{0A6904B8-9E0F-4FAD-99FA-2B77840AD46A}" type="pres">
      <dgm:prSet presAssocID="{99860122-D4B0-4E52-A28C-6ADD40855444}" presName="c1" presStyleLbl="node1" presStyleIdx="0" presStyleCnt="19"/>
      <dgm:spPr/>
    </dgm:pt>
    <dgm:pt modelId="{196718F0-FFA6-48C3-8838-364BAD01ABA0}" type="pres">
      <dgm:prSet presAssocID="{99860122-D4B0-4E52-A28C-6ADD40855444}" presName="c2" presStyleLbl="node1" presStyleIdx="1" presStyleCnt="19"/>
      <dgm:spPr/>
    </dgm:pt>
    <dgm:pt modelId="{8D6D87DE-5581-4C1E-B111-7A33E185DB2B}" type="pres">
      <dgm:prSet presAssocID="{99860122-D4B0-4E52-A28C-6ADD40855444}" presName="c3" presStyleLbl="node1" presStyleIdx="2" presStyleCnt="19"/>
      <dgm:spPr/>
    </dgm:pt>
    <dgm:pt modelId="{D0274880-E2E0-4758-A18D-51863DBB0B58}" type="pres">
      <dgm:prSet presAssocID="{99860122-D4B0-4E52-A28C-6ADD40855444}" presName="c4" presStyleLbl="node1" presStyleIdx="3" presStyleCnt="19"/>
      <dgm:spPr/>
    </dgm:pt>
    <dgm:pt modelId="{E10F5266-AA22-40B0-AB59-CE070439465B}" type="pres">
      <dgm:prSet presAssocID="{99860122-D4B0-4E52-A28C-6ADD40855444}" presName="c5" presStyleLbl="node1" presStyleIdx="4" presStyleCnt="19"/>
      <dgm:spPr/>
    </dgm:pt>
    <dgm:pt modelId="{49605969-3845-4700-ABD5-92A36768671A}" type="pres">
      <dgm:prSet presAssocID="{99860122-D4B0-4E52-A28C-6ADD40855444}" presName="c6" presStyleLbl="node1" presStyleIdx="5" presStyleCnt="19"/>
      <dgm:spPr/>
    </dgm:pt>
    <dgm:pt modelId="{DA71E7F1-7163-4802-BCE1-668C14478807}" type="pres">
      <dgm:prSet presAssocID="{99860122-D4B0-4E52-A28C-6ADD40855444}" presName="c7" presStyleLbl="node1" presStyleIdx="6" presStyleCnt="19"/>
      <dgm:spPr/>
    </dgm:pt>
    <dgm:pt modelId="{694029F5-DF2B-4063-9849-B8AE6E59F40E}" type="pres">
      <dgm:prSet presAssocID="{99860122-D4B0-4E52-A28C-6ADD40855444}" presName="c8" presStyleLbl="node1" presStyleIdx="7" presStyleCnt="19"/>
      <dgm:spPr/>
    </dgm:pt>
    <dgm:pt modelId="{6E2397D9-729E-4B78-8C5F-E61B585B2E31}" type="pres">
      <dgm:prSet presAssocID="{99860122-D4B0-4E52-A28C-6ADD40855444}" presName="c9" presStyleLbl="node1" presStyleIdx="8" presStyleCnt="19" custLinFactNeighborX="67300" custLinFactNeighborY="-33650"/>
      <dgm:spPr/>
    </dgm:pt>
    <dgm:pt modelId="{75C2CC8A-C6EA-4D7B-B559-297B31012555}" type="pres">
      <dgm:prSet presAssocID="{99860122-D4B0-4E52-A28C-6ADD40855444}" presName="c10" presStyleLbl="node1" presStyleIdx="9" presStyleCnt="19"/>
      <dgm:spPr/>
    </dgm:pt>
    <dgm:pt modelId="{360B60FC-5D1E-4200-9852-45E4C0D378F4}" type="pres">
      <dgm:prSet presAssocID="{99860122-D4B0-4E52-A28C-6ADD40855444}" presName="c11" presStyleLbl="node1" presStyleIdx="10" presStyleCnt="19" custLinFactY="100000" custLinFactNeighborX="-93532" custLinFactNeighborY="150494"/>
      <dgm:spPr/>
    </dgm:pt>
    <dgm:pt modelId="{08AE2438-BFB8-481C-BDC5-1E833969E7EC}" type="pres">
      <dgm:prSet presAssocID="{99860122-D4B0-4E52-A28C-6ADD40855444}" presName="c12" presStyleLbl="node1" presStyleIdx="11" presStyleCnt="19" custLinFactNeighborX="-13526" custLinFactNeighborY="84647"/>
      <dgm:spPr/>
    </dgm:pt>
    <dgm:pt modelId="{2D97B245-C08A-48DD-A46C-CB84DDCEC03F}" type="pres">
      <dgm:prSet presAssocID="{99860122-D4B0-4E52-A28C-6ADD40855444}" presName="c13" presStyleLbl="node1" presStyleIdx="12" presStyleCnt="19"/>
      <dgm:spPr/>
    </dgm:pt>
    <dgm:pt modelId="{437B66DE-0909-412D-81A0-54EBFBADB62E}" type="pres">
      <dgm:prSet presAssocID="{99860122-D4B0-4E52-A28C-6ADD40855444}" presName="c14" presStyleLbl="node1" presStyleIdx="13" presStyleCnt="19"/>
      <dgm:spPr/>
    </dgm:pt>
    <dgm:pt modelId="{674A6404-4E22-47EE-B797-93EEE6BE854B}" type="pres">
      <dgm:prSet presAssocID="{99860122-D4B0-4E52-A28C-6ADD40855444}" presName="c15" presStyleLbl="node1" presStyleIdx="14" presStyleCnt="19"/>
      <dgm:spPr/>
    </dgm:pt>
    <dgm:pt modelId="{03A7525D-8F82-4325-AE5F-4C80F2B59A9C}" type="pres">
      <dgm:prSet presAssocID="{99860122-D4B0-4E52-A28C-6ADD40855444}" presName="c16" presStyleLbl="node1" presStyleIdx="15" presStyleCnt="19"/>
      <dgm:spPr/>
    </dgm:pt>
    <dgm:pt modelId="{7FCB7D21-43B7-4D09-AFC9-520CF48EC10F}" type="pres">
      <dgm:prSet presAssocID="{99860122-D4B0-4E52-A28C-6ADD40855444}" presName="c17" presStyleLbl="node1" presStyleIdx="16" presStyleCnt="19"/>
      <dgm:spPr/>
    </dgm:pt>
    <dgm:pt modelId="{583B7348-CC24-42A0-8ADF-17CDADC7EEEE}" type="pres">
      <dgm:prSet presAssocID="{99860122-D4B0-4E52-A28C-6ADD40855444}" presName="c18" presStyleLbl="node1" presStyleIdx="17" presStyleCnt="19"/>
      <dgm:spPr/>
    </dgm:pt>
    <dgm:pt modelId="{0CA77F08-3132-4632-A552-1814E64772C8}" type="pres">
      <dgm:prSet presAssocID="{D088E6A6-ACCD-46EF-8445-63A72AA5D019}" presName="chevronComposite1" presStyleCnt="0"/>
      <dgm:spPr/>
    </dgm:pt>
    <dgm:pt modelId="{1D7AA16C-ADE1-4760-9AA3-C9F6E2A2D5E3}" type="pres">
      <dgm:prSet presAssocID="{D088E6A6-ACCD-46EF-8445-63A72AA5D019}" presName="chevron1" presStyleLbl="sibTrans2D1" presStyleIdx="0" presStyleCnt="6"/>
      <dgm:spPr/>
    </dgm:pt>
    <dgm:pt modelId="{C5779472-B86B-47FC-815E-FEBC5F514753}" type="pres">
      <dgm:prSet presAssocID="{D088E6A6-ACCD-46EF-8445-63A72AA5D019}" presName="spChevron1" presStyleCnt="0"/>
      <dgm:spPr/>
    </dgm:pt>
    <dgm:pt modelId="{CDBB7EEA-78FE-4961-9707-B7F6629DE7B1}" type="pres">
      <dgm:prSet presAssocID="{D0C98A32-FFCC-4204-BF73-BC474716BB53}" presName="middle" presStyleCnt="0"/>
      <dgm:spPr/>
    </dgm:pt>
    <dgm:pt modelId="{A404B716-3482-4FBE-BDD9-E84A6E4FF142}" type="pres">
      <dgm:prSet presAssocID="{D0C98A32-FFCC-4204-BF73-BC474716BB53}" presName="parTxMid" presStyleLbl="revTx" presStyleIdx="1" presStyleCnt="6"/>
      <dgm:spPr/>
    </dgm:pt>
    <dgm:pt modelId="{1A86147A-50D0-4816-9091-49E05ED0DC78}" type="pres">
      <dgm:prSet presAssocID="{D0C98A32-FFCC-4204-BF73-BC474716BB53}" presName="spMid" presStyleCnt="0"/>
      <dgm:spPr/>
    </dgm:pt>
    <dgm:pt modelId="{6CFA3500-06F5-4586-ACD7-29BDFC64A661}" type="pres">
      <dgm:prSet presAssocID="{2B11FE0D-FCB4-4220-8F50-4EF6AFD1E87A}" presName="chevronComposite1" presStyleCnt="0"/>
      <dgm:spPr/>
    </dgm:pt>
    <dgm:pt modelId="{EBCA35DD-327F-42FE-8C1B-13CB75C22817}" type="pres">
      <dgm:prSet presAssocID="{2B11FE0D-FCB4-4220-8F50-4EF6AFD1E87A}" presName="chevron1" presStyleLbl="sibTrans2D1" presStyleIdx="1" presStyleCnt="6"/>
      <dgm:spPr/>
    </dgm:pt>
    <dgm:pt modelId="{0FD73EAD-6C7C-4862-B6BF-F47D0C0B9DB7}" type="pres">
      <dgm:prSet presAssocID="{2B11FE0D-FCB4-4220-8F50-4EF6AFD1E87A}" presName="spChevron1" presStyleCnt="0"/>
      <dgm:spPr/>
    </dgm:pt>
    <dgm:pt modelId="{232BF206-63FE-4AEB-AB54-1AA44E1F7A1C}" type="pres">
      <dgm:prSet presAssocID="{C99179FA-993F-4548-A12F-F0EC9E1D13C8}" presName="middle" presStyleCnt="0"/>
      <dgm:spPr/>
    </dgm:pt>
    <dgm:pt modelId="{A7508E9D-0A51-4695-920D-12C818ED9EDB}" type="pres">
      <dgm:prSet presAssocID="{C99179FA-993F-4548-A12F-F0EC9E1D13C8}" presName="parTxMid" presStyleLbl="revTx" presStyleIdx="2" presStyleCnt="6"/>
      <dgm:spPr/>
    </dgm:pt>
    <dgm:pt modelId="{3C718AEE-11FD-42B5-8CBD-B04346E4D50A}" type="pres">
      <dgm:prSet presAssocID="{C99179FA-993F-4548-A12F-F0EC9E1D13C8}" presName="spMid" presStyleCnt="0"/>
      <dgm:spPr/>
    </dgm:pt>
    <dgm:pt modelId="{20403ACF-7AD4-4EBC-8CFF-429ADA040698}" type="pres">
      <dgm:prSet presAssocID="{11C6B4C5-E1A3-4ED7-BCBC-DC043D55E425}" presName="chevronComposite1" presStyleCnt="0"/>
      <dgm:spPr/>
    </dgm:pt>
    <dgm:pt modelId="{4F47E4FC-B7B1-4F2E-BF1F-653A6243E13F}" type="pres">
      <dgm:prSet presAssocID="{11C6B4C5-E1A3-4ED7-BCBC-DC043D55E425}" presName="chevron1" presStyleLbl="sibTrans2D1" presStyleIdx="2" presStyleCnt="6"/>
      <dgm:spPr/>
    </dgm:pt>
    <dgm:pt modelId="{AD8537F7-3B4D-46AF-9026-B1F97603A0C1}" type="pres">
      <dgm:prSet presAssocID="{11C6B4C5-E1A3-4ED7-BCBC-DC043D55E425}" presName="spChevron1" presStyleCnt="0"/>
      <dgm:spPr/>
    </dgm:pt>
    <dgm:pt modelId="{85326AA5-24A4-474C-8EB3-5675C3990765}" type="pres">
      <dgm:prSet presAssocID="{DA85A19A-B668-4C92-99A3-C33B6A825796}" presName="middle" presStyleCnt="0"/>
      <dgm:spPr/>
    </dgm:pt>
    <dgm:pt modelId="{680D73DD-243E-4180-A0DD-F3A1B69791F0}" type="pres">
      <dgm:prSet presAssocID="{DA85A19A-B668-4C92-99A3-C33B6A825796}" presName="parTxMid" presStyleLbl="revTx" presStyleIdx="3" presStyleCnt="6"/>
      <dgm:spPr/>
    </dgm:pt>
    <dgm:pt modelId="{24C303B6-3793-4E76-AEED-36E08108C062}" type="pres">
      <dgm:prSet presAssocID="{DA85A19A-B668-4C92-99A3-C33B6A825796}" presName="spMid" presStyleCnt="0"/>
      <dgm:spPr/>
    </dgm:pt>
    <dgm:pt modelId="{B3717768-1746-4590-B685-6AC61C4168E9}" type="pres">
      <dgm:prSet presAssocID="{2A55B141-98E3-4B21-8FA1-543C5DDCD504}" presName="chevronComposite1" presStyleCnt="0"/>
      <dgm:spPr/>
    </dgm:pt>
    <dgm:pt modelId="{D3C615C8-A04A-4D26-8D84-82B4167E1FF0}" type="pres">
      <dgm:prSet presAssocID="{2A55B141-98E3-4B21-8FA1-543C5DDCD504}" presName="chevron1" presStyleLbl="sibTrans2D1" presStyleIdx="3" presStyleCnt="6"/>
      <dgm:spPr/>
    </dgm:pt>
    <dgm:pt modelId="{C0BE73DF-8B8B-48DE-A488-508A6E4E4FF5}" type="pres">
      <dgm:prSet presAssocID="{2A55B141-98E3-4B21-8FA1-543C5DDCD504}" presName="spChevron1" presStyleCnt="0"/>
      <dgm:spPr/>
    </dgm:pt>
    <dgm:pt modelId="{FE4FEA38-A1D2-4DE8-8780-54371D20417D}" type="pres">
      <dgm:prSet presAssocID="{7DCEDA31-F921-4F8F-8621-3FA73199405A}" presName="middle" presStyleCnt="0"/>
      <dgm:spPr/>
    </dgm:pt>
    <dgm:pt modelId="{CB13F4F7-671C-44A9-84F0-07A6409BE9E8}" type="pres">
      <dgm:prSet presAssocID="{7DCEDA31-F921-4F8F-8621-3FA73199405A}" presName="parTxMid" presStyleLbl="revTx" presStyleIdx="4" presStyleCnt="6"/>
      <dgm:spPr/>
    </dgm:pt>
    <dgm:pt modelId="{DB819294-D0CE-45BA-8F28-E27817831184}" type="pres">
      <dgm:prSet presAssocID="{7DCEDA31-F921-4F8F-8621-3FA73199405A}" presName="spMid" presStyleCnt="0"/>
      <dgm:spPr/>
    </dgm:pt>
    <dgm:pt modelId="{DC2F3A12-1937-4B34-A24A-D997343B427E}" type="pres">
      <dgm:prSet presAssocID="{0C34AD0B-237E-4400-81D5-79EFADDBC6A6}" presName="chevronComposite1" presStyleCnt="0"/>
      <dgm:spPr/>
    </dgm:pt>
    <dgm:pt modelId="{F3805074-D7EA-477D-8297-7314571F0A46}" type="pres">
      <dgm:prSet presAssocID="{0C34AD0B-237E-4400-81D5-79EFADDBC6A6}" presName="chevron1" presStyleLbl="sibTrans2D1" presStyleIdx="4" presStyleCnt="6"/>
      <dgm:spPr/>
    </dgm:pt>
    <dgm:pt modelId="{1C1CB0FA-191D-4494-A23C-3766836FE0A9}" type="pres">
      <dgm:prSet presAssocID="{0C34AD0B-237E-4400-81D5-79EFADDBC6A6}" presName="spChevron1" presStyleCnt="0"/>
      <dgm:spPr/>
    </dgm:pt>
    <dgm:pt modelId="{A6B24682-DDF7-4966-9C95-8B4E88AAF261}" type="pres">
      <dgm:prSet presAssocID="{0B14A1C9-0958-4570-80ED-2B1A5D2D378D}" presName="middle" presStyleCnt="0"/>
      <dgm:spPr/>
    </dgm:pt>
    <dgm:pt modelId="{B0D310CE-134D-41A7-A325-7F4410931DC1}" type="pres">
      <dgm:prSet presAssocID="{0B14A1C9-0958-4570-80ED-2B1A5D2D378D}" presName="parTxMid" presStyleLbl="revTx" presStyleIdx="5" presStyleCnt="6" custScaleX="141760"/>
      <dgm:spPr/>
    </dgm:pt>
    <dgm:pt modelId="{2D4DA3E9-FCEB-4D88-A6CF-7B318A1B5810}" type="pres">
      <dgm:prSet presAssocID="{0B14A1C9-0958-4570-80ED-2B1A5D2D378D}" presName="spMid" presStyleCnt="0"/>
      <dgm:spPr/>
    </dgm:pt>
    <dgm:pt modelId="{9F0A6D82-783E-464E-A9B1-83961A98D4E5}" type="pres">
      <dgm:prSet presAssocID="{05025D45-E0C6-4919-BCA4-4C9C617DDA27}" presName="chevronComposite1" presStyleCnt="0"/>
      <dgm:spPr/>
    </dgm:pt>
    <dgm:pt modelId="{9364A467-F8B9-45A3-A10A-46E0ED042E1D}" type="pres">
      <dgm:prSet presAssocID="{05025D45-E0C6-4919-BCA4-4C9C617DDA27}" presName="chevron1" presStyleLbl="sibTrans2D1" presStyleIdx="5" presStyleCnt="6"/>
      <dgm:spPr/>
    </dgm:pt>
    <dgm:pt modelId="{7DAA6570-86CC-47B8-84C3-4AFFA5CD1BD3}" type="pres">
      <dgm:prSet presAssocID="{05025D45-E0C6-4919-BCA4-4C9C617DDA27}" presName="spChevron1" presStyleCnt="0"/>
      <dgm:spPr/>
    </dgm:pt>
    <dgm:pt modelId="{C42D9738-FACA-470C-8FAD-1C0764D53C0B}" type="pres">
      <dgm:prSet presAssocID="{B3AB4F50-7F59-4907-8029-8CBF750897D6}" presName="last" presStyleCnt="0"/>
      <dgm:spPr/>
    </dgm:pt>
    <dgm:pt modelId="{DE0C4D4D-F769-44DF-8C4E-9582FA5555D5}" type="pres">
      <dgm:prSet presAssocID="{B3AB4F50-7F59-4907-8029-8CBF750897D6}" presName="circleTx" presStyleLbl="node1" presStyleIdx="18" presStyleCnt="19"/>
      <dgm:spPr/>
    </dgm:pt>
    <dgm:pt modelId="{2BE8A897-5231-44EE-9AFC-0C60F99E1F7E}" type="pres">
      <dgm:prSet presAssocID="{B3AB4F50-7F59-4907-8029-8CBF750897D6}" presName="spN" presStyleCnt="0"/>
      <dgm:spPr/>
    </dgm:pt>
  </dgm:ptLst>
  <dgm:cxnLst>
    <dgm:cxn modelId="{C1ADF530-6E92-4E71-AF58-754F74A3D0CB}" srcId="{42B32F20-DC8E-4A94-AB55-A3D0EF226297}" destId="{B3AB4F50-7F59-4907-8029-8CBF750897D6}" srcOrd="6" destOrd="0" parTransId="{41C7185B-359D-4959-BDD5-B98EF80A9D72}" sibTransId="{3E8F78B9-AF31-4E4F-8D18-2BABDCB054E4}"/>
    <dgm:cxn modelId="{3AE2BC5D-E57C-479B-8493-4F9C4E806B0E}" type="presOf" srcId="{C99179FA-993F-4548-A12F-F0EC9E1D13C8}" destId="{A7508E9D-0A51-4695-920D-12C818ED9EDB}" srcOrd="0" destOrd="0" presId="urn:microsoft.com/office/officeart/2009/3/layout/RandomtoResultProcess"/>
    <dgm:cxn modelId="{E7DF7447-90E9-4023-A9ED-1435E0561A40}" type="presOf" srcId="{99860122-D4B0-4E52-A28C-6ADD40855444}" destId="{6CF14C70-E37C-4ECB-9DE9-4818162D23F7}" srcOrd="0" destOrd="0" presId="urn:microsoft.com/office/officeart/2009/3/layout/RandomtoResultProcess"/>
    <dgm:cxn modelId="{2CD30451-C1E0-4597-8B46-2F1BCAFA8C82}" type="presOf" srcId="{B3AB4F50-7F59-4907-8029-8CBF750897D6}" destId="{DE0C4D4D-F769-44DF-8C4E-9582FA5555D5}" srcOrd="0" destOrd="0" presId="urn:microsoft.com/office/officeart/2009/3/layout/RandomtoResultProcess"/>
    <dgm:cxn modelId="{86692775-A0DA-420D-AD69-838845A66DA0}" srcId="{42B32F20-DC8E-4A94-AB55-A3D0EF226297}" destId="{99860122-D4B0-4E52-A28C-6ADD40855444}" srcOrd="0" destOrd="0" parTransId="{7AC0A673-79D9-4299-9154-5AB0C69B2F4A}" sibTransId="{D088E6A6-ACCD-46EF-8445-63A72AA5D019}"/>
    <dgm:cxn modelId="{4FDF5C55-3AD6-49F6-9B4F-75E68026217B}" srcId="{42B32F20-DC8E-4A94-AB55-A3D0EF226297}" destId="{D0C98A32-FFCC-4204-BF73-BC474716BB53}" srcOrd="1" destOrd="0" parTransId="{7A0E225F-0818-4DAE-8386-D9359A387461}" sibTransId="{2B11FE0D-FCB4-4220-8F50-4EF6AFD1E87A}"/>
    <dgm:cxn modelId="{6733D07E-11F8-4A31-B643-F7D9C402301C}" srcId="{42B32F20-DC8E-4A94-AB55-A3D0EF226297}" destId="{7DCEDA31-F921-4F8F-8621-3FA73199405A}" srcOrd="4" destOrd="0" parTransId="{F54C0E5C-B291-4E90-BFB4-CCAD2BD12C3E}" sibTransId="{0C34AD0B-237E-4400-81D5-79EFADDBC6A6}"/>
    <dgm:cxn modelId="{53CD368B-694F-4044-AB36-846241AACAC4}" srcId="{42B32F20-DC8E-4A94-AB55-A3D0EF226297}" destId="{DA85A19A-B668-4C92-99A3-C33B6A825796}" srcOrd="3" destOrd="0" parTransId="{96DA6F1C-ADFB-4E2C-AA0B-CD7500C8ED28}" sibTransId="{2A55B141-98E3-4B21-8FA1-543C5DDCD504}"/>
    <dgm:cxn modelId="{4A4B729A-3207-4F63-99A7-4C6037E1F873}" type="presOf" srcId="{DA85A19A-B668-4C92-99A3-C33B6A825796}" destId="{680D73DD-243E-4180-A0DD-F3A1B69791F0}" srcOrd="0" destOrd="0" presId="urn:microsoft.com/office/officeart/2009/3/layout/RandomtoResultProcess"/>
    <dgm:cxn modelId="{9344F9AF-09EC-4E93-A7CA-CB4AD9B10F2F}" srcId="{42B32F20-DC8E-4A94-AB55-A3D0EF226297}" destId="{C99179FA-993F-4548-A12F-F0EC9E1D13C8}" srcOrd="2" destOrd="0" parTransId="{D1FF85E6-F7B8-481A-9387-080A963313C5}" sibTransId="{11C6B4C5-E1A3-4ED7-BCBC-DC043D55E425}"/>
    <dgm:cxn modelId="{FE1A70B1-75A8-487A-8041-0BBC4FCC0CBB}" type="presOf" srcId="{42B32F20-DC8E-4A94-AB55-A3D0EF226297}" destId="{A9E0AE31-7240-411E-8A4F-8DE6F952658B}" srcOrd="0" destOrd="0" presId="urn:microsoft.com/office/officeart/2009/3/layout/RandomtoResultProcess"/>
    <dgm:cxn modelId="{BB1B48B4-9CD4-402F-8718-8C9236E90B63}" type="presOf" srcId="{0B14A1C9-0958-4570-80ED-2B1A5D2D378D}" destId="{B0D310CE-134D-41A7-A325-7F4410931DC1}" srcOrd="0" destOrd="0" presId="urn:microsoft.com/office/officeart/2009/3/layout/RandomtoResultProcess"/>
    <dgm:cxn modelId="{7BD30DE1-6EF3-4844-B509-7803BDFF4688}" srcId="{42B32F20-DC8E-4A94-AB55-A3D0EF226297}" destId="{0B14A1C9-0958-4570-80ED-2B1A5D2D378D}" srcOrd="5" destOrd="0" parTransId="{5F0E7AB9-01BA-49F6-B7CD-2CDB4899A6DB}" sibTransId="{05025D45-E0C6-4919-BCA4-4C9C617DDA27}"/>
    <dgm:cxn modelId="{7B9965E1-D284-49CC-AE8F-FE80EBC20220}" type="presOf" srcId="{7DCEDA31-F921-4F8F-8621-3FA73199405A}" destId="{CB13F4F7-671C-44A9-84F0-07A6409BE9E8}" srcOrd="0" destOrd="0" presId="urn:microsoft.com/office/officeart/2009/3/layout/RandomtoResultProcess"/>
    <dgm:cxn modelId="{573BF4EE-A2B5-47BF-8D94-F68BAA0624B6}" type="presOf" srcId="{D0C98A32-FFCC-4204-BF73-BC474716BB53}" destId="{A404B716-3482-4FBE-BDD9-E84A6E4FF142}" srcOrd="0" destOrd="0" presId="urn:microsoft.com/office/officeart/2009/3/layout/RandomtoResultProcess"/>
    <dgm:cxn modelId="{2C630C22-A8E7-4304-B5A5-1D53DFEB1D47}" type="presParOf" srcId="{A9E0AE31-7240-411E-8A4F-8DE6F952658B}" destId="{BA008E96-9EF5-4D0B-9C16-2A6E64E16146}" srcOrd="0" destOrd="0" presId="urn:microsoft.com/office/officeart/2009/3/layout/RandomtoResultProcess"/>
    <dgm:cxn modelId="{CC400CBC-4A9B-4891-8C91-865AF4D9CE38}" type="presParOf" srcId="{BA008E96-9EF5-4D0B-9C16-2A6E64E16146}" destId="{6CF14C70-E37C-4ECB-9DE9-4818162D23F7}" srcOrd="0" destOrd="0" presId="urn:microsoft.com/office/officeart/2009/3/layout/RandomtoResultProcess"/>
    <dgm:cxn modelId="{74834DC1-D0FF-4B68-A145-CCE78BCDB8A3}" type="presParOf" srcId="{BA008E96-9EF5-4D0B-9C16-2A6E64E16146}" destId="{0A6904B8-9E0F-4FAD-99FA-2B77840AD46A}" srcOrd="1" destOrd="0" presId="urn:microsoft.com/office/officeart/2009/3/layout/RandomtoResultProcess"/>
    <dgm:cxn modelId="{8814478A-A3D3-4988-AE94-C3B40460BE57}" type="presParOf" srcId="{BA008E96-9EF5-4D0B-9C16-2A6E64E16146}" destId="{196718F0-FFA6-48C3-8838-364BAD01ABA0}" srcOrd="2" destOrd="0" presId="urn:microsoft.com/office/officeart/2009/3/layout/RandomtoResultProcess"/>
    <dgm:cxn modelId="{8FE93F24-DA46-466D-872B-976BD4FBA0C7}" type="presParOf" srcId="{BA008E96-9EF5-4D0B-9C16-2A6E64E16146}" destId="{8D6D87DE-5581-4C1E-B111-7A33E185DB2B}" srcOrd="3" destOrd="0" presId="urn:microsoft.com/office/officeart/2009/3/layout/RandomtoResultProcess"/>
    <dgm:cxn modelId="{A58AFAAE-A848-4689-BB70-36CF07B9BB91}" type="presParOf" srcId="{BA008E96-9EF5-4D0B-9C16-2A6E64E16146}" destId="{D0274880-E2E0-4758-A18D-51863DBB0B58}" srcOrd="4" destOrd="0" presId="urn:microsoft.com/office/officeart/2009/3/layout/RandomtoResultProcess"/>
    <dgm:cxn modelId="{880DD448-6D50-479E-8B0E-A79200D1C4D1}" type="presParOf" srcId="{BA008E96-9EF5-4D0B-9C16-2A6E64E16146}" destId="{E10F5266-AA22-40B0-AB59-CE070439465B}" srcOrd="5" destOrd="0" presId="urn:microsoft.com/office/officeart/2009/3/layout/RandomtoResultProcess"/>
    <dgm:cxn modelId="{0F2CE2D2-98D0-47E2-88FC-E2548282BFFB}" type="presParOf" srcId="{BA008E96-9EF5-4D0B-9C16-2A6E64E16146}" destId="{49605969-3845-4700-ABD5-92A36768671A}" srcOrd="6" destOrd="0" presId="urn:microsoft.com/office/officeart/2009/3/layout/RandomtoResultProcess"/>
    <dgm:cxn modelId="{652C97E0-8698-4BDE-9F88-4EEE1196B972}" type="presParOf" srcId="{BA008E96-9EF5-4D0B-9C16-2A6E64E16146}" destId="{DA71E7F1-7163-4802-BCE1-668C14478807}" srcOrd="7" destOrd="0" presId="urn:microsoft.com/office/officeart/2009/3/layout/RandomtoResultProcess"/>
    <dgm:cxn modelId="{7C503C35-5B3B-4FFD-91BC-0BCF92A10F26}" type="presParOf" srcId="{BA008E96-9EF5-4D0B-9C16-2A6E64E16146}" destId="{694029F5-DF2B-4063-9849-B8AE6E59F40E}" srcOrd="8" destOrd="0" presId="urn:microsoft.com/office/officeart/2009/3/layout/RandomtoResultProcess"/>
    <dgm:cxn modelId="{DEAC92BD-60B2-4232-A448-78077074E39C}" type="presParOf" srcId="{BA008E96-9EF5-4D0B-9C16-2A6E64E16146}" destId="{6E2397D9-729E-4B78-8C5F-E61B585B2E31}" srcOrd="9" destOrd="0" presId="urn:microsoft.com/office/officeart/2009/3/layout/RandomtoResultProcess"/>
    <dgm:cxn modelId="{72D0D43E-D7B8-4057-B669-DFB9679D5BE1}" type="presParOf" srcId="{BA008E96-9EF5-4D0B-9C16-2A6E64E16146}" destId="{75C2CC8A-C6EA-4D7B-B559-297B31012555}" srcOrd="10" destOrd="0" presId="urn:microsoft.com/office/officeart/2009/3/layout/RandomtoResultProcess"/>
    <dgm:cxn modelId="{22EB6E69-08F6-474F-A84B-74595A2644F2}" type="presParOf" srcId="{BA008E96-9EF5-4D0B-9C16-2A6E64E16146}" destId="{360B60FC-5D1E-4200-9852-45E4C0D378F4}" srcOrd="11" destOrd="0" presId="urn:microsoft.com/office/officeart/2009/3/layout/RandomtoResultProcess"/>
    <dgm:cxn modelId="{895193CE-E22F-48CE-AAC5-C648D5FAB5D2}" type="presParOf" srcId="{BA008E96-9EF5-4D0B-9C16-2A6E64E16146}" destId="{08AE2438-BFB8-481C-BDC5-1E833969E7EC}" srcOrd="12" destOrd="0" presId="urn:microsoft.com/office/officeart/2009/3/layout/RandomtoResultProcess"/>
    <dgm:cxn modelId="{C76319A1-C5A2-4320-8D33-36CAB54BFD45}" type="presParOf" srcId="{BA008E96-9EF5-4D0B-9C16-2A6E64E16146}" destId="{2D97B245-C08A-48DD-A46C-CB84DDCEC03F}" srcOrd="13" destOrd="0" presId="urn:microsoft.com/office/officeart/2009/3/layout/RandomtoResultProcess"/>
    <dgm:cxn modelId="{EFD2BBDA-BE37-4875-B57F-E946A92A1AA1}" type="presParOf" srcId="{BA008E96-9EF5-4D0B-9C16-2A6E64E16146}" destId="{437B66DE-0909-412D-81A0-54EBFBADB62E}" srcOrd="14" destOrd="0" presId="urn:microsoft.com/office/officeart/2009/3/layout/RandomtoResultProcess"/>
    <dgm:cxn modelId="{5DBF4EF7-EECD-46C8-A5E3-60E127AB36B8}" type="presParOf" srcId="{BA008E96-9EF5-4D0B-9C16-2A6E64E16146}" destId="{674A6404-4E22-47EE-B797-93EEE6BE854B}" srcOrd="15" destOrd="0" presId="urn:microsoft.com/office/officeart/2009/3/layout/RandomtoResultProcess"/>
    <dgm:cxn modelId="{7422054B-0020-4909-A843-4D7E031F7C3F}" type="presParOf" srcId="{BA008E96-9EF5-4D0B-9C16-2A6E64E16146}" destId="{03A7525D-8F82-4325-AE5F-4C80F2B59A9C}" srcOrd="16" destOrd="0" presId="urn:microsoft.com/office/officeart/2009/3/layout/RandomtoResultProcess"/>
    <dgm:cxn modelId="{84A5615C-DDB7-4133-8C1D-45CAD86DF92D}" type="presParOf" srcId="{BA008E96-9EF5-4D0B-9C16-2A6E64E16146}" destId="{7FCB7D21-43B7-4D09-AFC9-520CF48EC10F}" srcOrd="17" destOrd="0" presId="urn:microsoft.com/office/officeart/2009/3/layout/RandomtoResultProcess"/>
    <dgm:cxn modelId="{C838ECAD-10B4-4A9F-9AD2-C6DAF5D4FEF5}" type="presParOf" srcId="{BA008E96-9EF5-4D0B-9C16-2A6E64E16146}" destId="{583B7348-CC24-42A0-8ADF-17CDADC7EEEE}" srcOrd="18" destOrd="0" presId="urn:microsoft.com/office/officeart/2009/3/layout/RandomtoResultProcess"/>
    <dgm:cxn modelId="{AD3ACC79-BF9B-44B4-ACA9-3F48BFC593D0}" type="presParOf" srcId="{A9E0AE31-7240-411E-8A4F-8DE6F952658B}" destId="{0CA77F08-3132-4632-A552-1814E64772C8}" srcOrd="1" destOrd="0" presId="urn:microsoft.com/office/officeart/2009/3/layout/RandomtoResultProcess"/>
    <dgm:cxn modelId="{06E32D7C-1789-4D66-9AF2-D49E52820996}" type="presParOf" srcId="{0CA77F08-3132-4632-A552-1814E64772C8}" destId="{1D7AA16C-ADE1-4760-9AA3-C9F6E2A2D5E3}" srcOrd="0" destOrd="0" presId="urn:microsoft.com/office/officeart/2009/3/layout/RandomtoResultProcess"/>
    <dgm:cxn modelId="{05452980-3027-4E70-9622-445130740417}" type="presParOf" srcId="{0CA77F08-3132-4632-A552-1814E64772C8}" destId="{C5779472-B86B-47FC-815E-FEBC5F514753}" srcOrd="1" destOrd="0" presId="urn:microsoft.com/office/officeart/2009/3/layout/RandomtoResultProcess"/>
    <dgm:cxn modelId="{935E0C75-AACB-4E01-A05A-DAA23E136D8F}" type="presParOf" srcId="{A9E0AE31-7240-411E-8A4F-8DE6F952658B}" destId="{CDBB7EEA-78FE-4961-9707-B7F6629DE7B1}" srcOrd="2" destOrd="0" presId="urn:microsoft.com/office/officeart/2009/3/layout/RandomtoResultProcess"/>
    <dgm:cxn modelId="{327A5916-1439-4879-AAC5-4D1500CD6FCF}" type="presParOf" srcId="{CDBB7EEA-78FE-4961-9707-B7F6629DE7B1}" destId="{A404B716-3482-4FBE-BDD9-E84A6E4FF142}" srcOrd="0" destOrd="0" presId="urn:microsoft.com/office/officeart/2009/3/layout/RandomtoResultProcess"/>
    <dgm:cxn modelId="{B6C19404-8232-462D-BED8-3D807499D5E2}" type="presParOf" srcId="{CDBB7EEA-78FE-4961-9707-B7F6629DE7B1}" destId="{1A86147A-50D0-4816-9091-49E05ED0DC78}" srcOrd="1" destOrd="0" presId="urn:microsoft.com/office/officeart/2009/3/layout/RandomtoResultProcess"/>
    <dgm:cxn modelId="{A1C91E5F-0777-4C2E-B927-58990D19B7B4}" type="presParOf" srcId="{A9E0AE31-7240-411E-8A4F-8DE6F952658B}" destId="{6CFA3500-06F5-4586-ACD7-29BDFC64A661}" srcOrd="3" destOrd="0" presId="urn:microsoft.com/office/officeart/2009/3/layout/RandomtoResultProcess"/>
    <dgm:cxn modelId="{A9E9046D-3D14-4616-96E5-08C4DD531119}" type="presParOf" srcId="{6CFA3500-06F5-4586-ACD7-29BDFC64A661}" destId="{EBCA35DD-327F-42FE-8C1B-13CB75C22817}" srcOrd="0" destOrd="0" presId="urn:microsoft.com/office/officeart/2009/3/layout/RandomtoResultProcess"/>
    <dgm:cxn modelId="{69E6806A-7EC3-4FEE-B1F7-2DA21A96AB14}" type="presParOf" srcId="{6CFA3500-06F5-4586-ACD7-29BDFC64A661}" destId="{0FD73EAD-6C7C-4862-B6BF-F47D0C0B9DB7}" srcOrd="1" destOrd="0" presId="urn:microsoft.com/office/officeart/2009/3/layout/RandomtoResultProcess"/>
    <dgm:cxn modelId="{21BB714B-6114-4F44-9604-60259C230A69}" type="presParOf" srcId="{A9E0AE31-7240-411E-8A4F-8DE6F952658B}" destId="{232BF206-63FE-4AEB-AB54-1AA44E1F7A1C}" srcOrd="4" destOrd="0" presId="urn:microsoft.com/office/officeart/2009/3/layout/RandomtoResultProcess"/>
    <dgm:cxn modelId="{F4A180E8-C61F-4603-AF9A-3361A87E2863}" type="presParOf" srcId="{232BF206-63FE-4AEB-AB54-1AA44E1F7A1C}" destId="{A7508E9D-0A51-4695-920D-12C818ED9EDB}" srcOrd="0" destOrd="0" presId="urn:microsoft.com/office/officeart/2009/3/layout/RandomtoResultProcess"/>
    <dgm:cxn modelId="{E2567766-ABAD-4DE0-B2B3-E1F013E21089}" type="presParOf" srcId="{232BF206-63FE-4AEB-AB54-1AA44E1F7A1C}" destId="{3C718AEE-11FD-42B5-8CBD-B04346E4D50A}" srcOrd="1" destOrd="0" presId="urn:microsoft.com/office/officeart/2009/3/layout/RandomtoResultProcess"/>
    <dgm:cxn modelId="{007BC244-BE00-4CF6-BB98-C2D83C3ADF0F}" type="presParOf" srcId="{A9E0AE31-7240-411E-8A4F-8DE6F952658B}" destId="{20403ACF-7AD4-4EBC-8CFF-429ADA040698}" srcOrd="5" destOrd="0" presId="urn:microsoft.com/office/officeart/2009/3/layout/RandomtoResultProcess"/>
    <dgm:cxn modelId="{0D7986CE-61CF-4F2D-95DB-12929445430E}" type="presParOf" srcId="{20403ACF-7AD4-4EBC-8CFF-429ADA040698}" destId="{4F47E4FC-B7B1-4F2E-BF1F-653A6243E13F}" srcOrd="0" destOrd="0" presId="urn:microsoft.com/office/officeart/2009/3/layout/RandomtoResultProcess"/>
    <dgm:cxn modelId="{A8869E9B-22F7-490D-9278-79A775D0F165}" type="presParOf" srcId="{20403ACF-7AD4-4EBC-8CFF-429ADA040698}" destId="{AD8537F7-3B4D-46AF-9026-B1F97603A0C1}" srcOrd="1" destOrd="0" presId="urn:microsoft.com/office/officeart/2009/3/layout/RandomtoResultProcess"/>
    <dgm:cxn modelId="{7837BCBF-2ADE-4EB5-91F0-A883A9119B7F}" type="presParOf" srcId="{A9E0AE31-7240-411E-8A4F-8DE6F952658B}" destId="{85326AA5-24A4-474C-8EB3-5675C3990765}" srcOrd="6" destOrd="0" presId="urn:microsoft.com/office/officeart/2009/3/layout/RandomtoResultProcess"/>
    <dgm:cxn modelId="{64853344-E789-4A9B-9D9C-EE3E9C76B805}" type="presParOf" srcId="{85326AA5-24A4-474C-8EB3-5675C3990765}" destId="{680D73DD-243E-4180-A0DD-F3A1B69791F0}" srcOrd="0" destOrd="0" presId="urn:microsoft.com/office/officeart/2009/3/layout/RandomtoResultProcess"/>
    <dgm:cxn modelId="{FEF7C13C-922B-4D2F-8B7E-6DBFD0C1F2CD}" type="presParOf" srcId="{85326AA5-24A4-474C-8EB3-5675C3990765}" destId="{24C303B6-3793-4E76-AEED-36E08108C062}" srcOrd="1" destOrd="0" presId="urn:microsoft.com/office/officeart/2009/3/layout/RandomtoResultProcess"/>
    <dgm:cxn modelId="{16FC68BD-0D10-4C9E-B6DE-CDD0A3B12FBA}" type="presParOf" srcId="{A9E0AE31-7240-411E-8A4F-8DE6F952658B}" destId="{B3717768-1746-4590-B685-6AC61C4168E9}" srcOrd="7" destOrd="0" presId="urn:microsoft.com/office/officeart/2009/3/layout/RandomtoResultProcess"/>
    <dgm:cxn modelId="{D527DD25-D382-4437-A8BC-A1E3159BC99F}" type="presParOf" srcId="{B3717768-1746-4590-B685-6AC61C4168E9}" destId="{D3C615C8-A04A-4D26-8D84-82B4167E1FF0}" srcOrd="0" destOrd="0" presId="urn:microsoft.com/office/officeart/2009/3/layout/RandomtoResultProcess"/>
    <dgm:cxn modelId="{544438AB-6CF8-4593-9C51-74F0AA799579}" type="presParOf" srcId="{B3717768-1746-4590-B685-6AC61C4168E9}" destId="{C0BE73DF-8B8B-48DE-A488-508A6E4E4FF5}" srcOrd="1" destOrd="0" presId="urn:microsoft.com/office/officeart/2009/3/layout/RandomtoResultProcess"/>
    <dgm:cxn modelId="{B74603D7-324A-4075-8FAA-58E50C200BA9}" type="presParOf" srcId="{A9E0AE31-7240-411E-8A4F-8DE6F952658B}" destId="{FE4FEA38-A1D2-4DE8-8780-54371D20417D}" srcOrd="8" destOrd="0" presId="urn:microsoft.com/office/officeart/2009/3/layout/RandomtoResultProcess"/>
    <dgm:cxn modelId="{3409969D-C950-41D8-BCED-9722FC061BA8}" type="presParOf" srcId="{FE4FEA38-A1D2-4DE8-8780-54371D20417D}" destId="{CB13F4F7-671C-44A9-84F0-07A6409BE9E8}" srcOrd="0" destOrd="0" presId="urn:microsoft.com/office/officeart/2009/3/layout/RandomtoResultProcess"/>
    <dgm:cxn modelId="{0D6D0A3D-0EA7-4979-8D2B-3430F160AA13}" type="presParOf" srcId="{FE4FEA38-A1D2-4DE8-8780-54371D20417D}" destId="{DB819294-D0CE-45BA-8F28-E27817831184}" srcOrd="1" destOrd="0" presId="urn:microsoft.com/office/officeart/2009/3/layout/RandomtoResultProcess"/>
    <dgm:cxn modelId="{1250802F-11AA-487C-B603-086A3D35CCC5}" type="presParOf" srcId="{A9E0AE31-7240-411E-8A4F-8DE6F952658B}" destId="{DC2F3A12-1937-4B34-A24A-D997343B427E}" srcOrd="9" destOrd="0" presId="urn:microsoft.com/office/officeart/2009/3/layout/RandomtoResultProcess"/>
    <dgm:cxn modelId="{0F4B7319-BD5E-47AA-B81C-0B77F1094FE8}" type="presParOf" srcId="{DC2F3A12-1937-4B34-A24A-D997343B427E}" destId="{F3805074-D7EA-477D-8297-7314571F0A46}" srcOrd="0" destOrd="0" presId="urn:microsoft.com/office/officeart/2009/3/layout/RandomtoResultProcess"/>
    <dgm:cxn modelId="{286E9B4E-3959-4D33-B758-BEEE4E7BD272}" type="presParOf" srcId="{DC2F3A12-1937-4B34-A24A-D997343B427E}" destId="{1C1CB0FA-191D-4494-A23C-3766836FE0A9}" srcOrd="1" destOrd="0" presId="urn:microsoft.com/office/officeart/2009/3/layout/RandomtoResultProcess"/>
    <dgm:cxn modelId="{4E7BA46B-C176-43DE-AEF9-E648A544E369}" type="presParOf" srcId="{A9E0AE31-7240-411E-8A4F-8DE6F952658B}" destId="{A6B24682-DDF7-4966-9C95-8B4E88AAF261}" srcOrd="10" destOrd="0" presId="urn:microsoft.com/office/officeart/2009/3/layout/RandomtoResultProcess"/>
    <dgm:cxn modelId="{77F5FFF8-59B4-40B0-8C50-83A0F2131FE0}" type="presParOf" srcId="{A6B24682-DDF7-4966-9C95-8B4E88AAF261}" destId="{B0D310CE-134D-41A7-A325-7F4410931DC1}" srcOrd="0" destOrd="0" presId="urn:microsoft.com/office/officeart/2009/3/layout/RandomtoResultProcess"/>
    <dgm:cxn modelId="{4A7A75B7-0661-4B81-A682-FC886F27446F}" type="presParOf" srcId="{A6B24682-DDF7-4966-9C95-8B4E88AAF261}" destId="{2D4DA3E9-FCEB-4D88-A6CF-7B318A1B5810}" srcOrd="1" destOrd="0" presId="urn:microsoft.com/office/officeart/2009/3/layout/RandomtoResultProcess"/>
    <dgm:cxn modelId="{5322BBA4-A8E1-462B-BE26-3C07CE92CE0F}" type="presParOf" srcId="{A9E0AE31-7240-411E-8A4F-8DE6F952658B}" destId="{9F0A6D82-783E-464E-A9B1-83961A98D4E5}" srcOrd="11" destOrd="0" presId="urn:microsoft.com/office/officeart/2009/3/layout/RandomtoResultProcess"/>
    <dgm:cxn modelId="{CA6FB4DD-93DD-4CF8-876A-AD4A09F67DB4}" type="presParOf" srcId="{9F0A6D82-783E-464E-A9B1-83961A98D4E5}" destId="{9364A467-F8B9-45A3-A10A-46E0ED042E1D}" srcOrd="0" destOrd="0" presId="urn:microsoft.com/office/officeart/2009/3/layout/RandomtoResultProcess"/>
    <dgm:cxn modelId="{DCF8D9D7-ED19-438A-9703-1783AFF082E8}" type="presParOf" srcId="{9F0A6D82-783E-464E-A9B1-83961A98D4E5}" destId="{7DAA6570-86CC-47B8-84C3-4AFFA5CD1BD3}" srcOrd="1" destOrd="0" presId="urn:microsoft.com/office/officeart/2009/3/layout/RandomtoResultProcess"/>
    <dgm:cxn modelId="{B2D12F47-28EE-4669-AD19-8938E3ED757F}" type="presParOf" srcId="{A9E0AE31-7240-411E-8A4F-8DE6F952658B}" destId="{C42D9738-FACA-470C-8FAD-1C0764D53C0B}" srcOrd="12" destOrd="0" presId="urn:microsoft.com/office/officeart/2009/3/layout/RandomtoResultProcess"/>
    <dgm:cxn modelId="{CDCB76DD-BBEE-40E1-A0E6-B9A29698B21B}" type="presParOf" srcId="{C42D9738-FACA-470C-8FAD-1C0764D53C0B}" destId="{DE0C4D4D-F769-44DF-8C4E-9582FA5555D5}" srcOrd="0" destOrd="0" presId="urn:microsoft.com/office/officeart/2009/3/layout/RandomtoResultProcess"/>
    <dgm:cxn modelId="{529CC303-7D70-4D68-A798-745CECCADFF0}" type="presParOf" srcId="{C42D9738-FACA-470C-8FAD-1C0764D53C0B}" destId="{2BE8A897-5231-44EE-9AFC-0C60F99E1F7E}" srcOrd="1" destOrd="0" presId="urn:microsoft.com/office/officeart/2009/3/layout/RandomtoResultProcess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6CF14C70-E37C-4ECB-9DE9-4818162D23F7}">
      <dsp:nvSpPr>
        <dsp:cNvPr id="0" name=""/>
        <dsp:cNvSpPr/>
      </dsp:nvSpPr>
      <dsp:spPr>
        <a:xfrm>
          <a:off x="4930" y="1499599"/>
          <a:ext cx="1573958" cy="362969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25400" tIns="25400" rIns="25400" bIns="25400" numCol="1" spcCol="1270" anchor="ctr" anchorCtr="0">
          <a:noAutofit/>
        </a:bodyPr>
        <a:lstStyle/>
        <a:p>
          <a:pPr marL="0" lvl="0" indent="0" algn="ctr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000" kern="1200" noProof="0" dirty="0"/>
            <a:t>your age</a:t>
          </a:r>
        </a:p>
      </dsp:txBody>
      <dsp:txXfrm>
        <a:off x="4930" y="1499599"/>
        <a:ext cx="1573958" cy="362969"/>
      </dsp:txXfrm>
    </dsp:sp>
    <dsp:sp modelId="{0A6904B8-9E0F-4FAD-99FA-2B77840AD46A}">
      <dsp:nvSpPr>
        <dsp:cNvPr id="0" name=""/>
        <dsp:cNvSpPr/>
      </dsp:nvSpPr>
      <dsp:spPr>
        <a:xfrm>
          <a:off x="239945" y="1389207"/>
          <a:ext cx="87613" cy="87613"/>
        </a:xfrm>
        <a:prstGeom prst="ellipse">
          <a:avLst/>
        </a:prstGeom>
        <a:solidFill>
          <a:schemeClr val="l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accent3">
              <a:shade val="8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196718F0-FFA6-48C3-8838-364BAD01ABA0}">
      <dsp:nvSpPr>
        <dsp:cNvPr id="0" name=""/>
        <dsp:cNvSpPr/>
      </dsp:nvSpPr>
      <dsp:spPr>
        <a:xfrm>
          <a:off x="301274" y="1266548"/>
          <a:ext cx="87613" cy="87613"/>
        </a:xfrm>
        <a:prstGeom prst="ellipse">
          <a:avLst/>
        </a:prstGeom>
        <a:solidFill>
          <a:schemeClr val="l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accent3">
              <a:shade val="8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8D6D87DE-5581-4C1E-B111-7A33E185DB2B}">
      <dsp:nvSpPr>
        <dsp:cNvPr id="0" name=""/>
        <dsp:cNvSpPr/>
      </dsp:nvSpPr>
      <dsp:spPr>
        <a:xfrm>
          <a:off x="448465" y="1291080"/>
          <a:ext cx="137678" cy="137678"/>
        </a:xfrm>
        <a:prstGeom prst="ellipse">
          <a:avLst/>
        </a:prstGeom>
        <a:solidFill>
          <a:schemeClr val="l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accent3">
              <a:shade val="8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D0274880-E2E0-4758-A18D-51863DBB0B58}">
      <dsp:nvSpPr>
        <dsp:cNvPr id="0" name=""/>
        <dsp:cNvSpPr/>
      </dsp:nvSpPr>
      <dsp:spPr>
        <a:xfrm>
          <a:off x="571123" y="1156155"/>
          <a:ext cx="87613" cy="87613"/>
        </a:xfrm>
        <a:prstGeom prst="ellipse">
          <a:avLst/>
        </a:prstGeom>
        <a:solidFill>
          <a:schemeClr val="l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accent3">
              <a:shade val="8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E10F5266-AA22-40B0-AB59-CE070439465B}">
      <dsp:nvSpPr>
        <dsp:cNvPr id="0" name=""/>
        <dsp:cNvSpPr/>
      </dsp:nvSpPr>
      <dsp:spPr>
        <a:xfrm>
          <a:off x="730580" y="1107092"/>
          <a:ext cx="87613" cy="87613"/>
        </a:xfrm>
        <a:prstGeom prst="ellipse">
          <a:avLst/>
        </a:prstGeom>
        <a:solidFill>
          <a:schemeClr val="l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accent3">
              <a:shade val="8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49605969-3845-4700-ABD5-92A36768671A}">
      <dsp:nvSpPr>
        <dsp:cNvPr id="0" name=""/>
        <dsp:cNvSpPr/>
      </dsp:nvSpPr>
      <dsp:spPr>
        <a:xfrm>
          <a:off x="926834" y="1192953"/>
          <a:ext cx="87613" cy="87613"/>
        </a:xfrm>
        <a:prstGeom prst="ellipse">
          <a:avLst/>
        </a:prstGeom>
        <a:solidFill>
          <a:schemeClr val="l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accent3">
              <a:shade val="8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DA71E7F1-7163-4802-BCE1-668C14478807}">
      <dsp:nvSpPr>
        <dsp:cNvPr id="0" name=""/>
        <dsp:cNvSpPr/>
      </dsp:nvSpPr>
      <dsp:spPr>
        <a:xfrm>
          <a:off x="1049492" y="1254282"/>
          <a:ext cx="137678" cy="137678"/>
        </a:xfrm>
        <a:prstGeom prst="ellipse">
          <a:avLst/>
        </a:prstGeom>
        <a:solidFill>
          <a:schemeClr val="l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accent3">
              <a:shade val="8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694029F5-DF2B-4063-9849-B8AE6E59F40E}">
      <dsp:nvSpPr>
        <dsp:cNvPr id="0" name=""/>
        <dsp:cNvSpPr/>
      </dsp:nvSpPr>
      <dsp:spPr>
        <a:xfrm>
          <a:off x="1221215" y="1389207"/>
          <a:ext cx="87613" cy="87613"/>
        </a:xfrm>
        <a:prstGeom prst="ellipse">
          <a:avLst/>
        </a:prstGeom>
        <a:solidFill>
          <a:schemeClr val="l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accent3">
              <a:shade val="8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6E2397D9-729E-4B78-8C5F-E61B585B2E31}">
      <dsp:nvSpPr>
        <dsp:cNvPr id="0" name=""/>
        <dsp:cNvSpPr/>
      </dsp:nvSpPr>
      <dsp:spPr>
        <a:xfrm>
          <a:off x="1353774" y="1494649"/>
          <a:ext cx="87613" cy="87613"/>
        </a:xfrm>
        <a:prstGeom prst="ellipse">
          <a:avLst/>
        </a:prstGeom>
        <a:solidFill>
          <a:schemeClr val="l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accent3">
              <a:shade val="8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75C2CC8A-C6EA-4D7B-B559-297B31012555}">
      <dsp:nvSpPr>
        <dsp:cNvPr id="0" name=""/>
        <dsp:cNvSpPr/>
      </dsp:nvSpPr>
      <dsp:spPr>
        <a:xfrm>
          <a:off x="656985" y="1266548"/>
          <a:ext cx="225291" cy="225291"/>
        </a:xfrm>
        <a:prstGeom prst="ellipse">
          <a:avLst/>
        </a:prstGeom>
        <a:solidFill>
          <a:schemeClr val="l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accent3">
              <a:shade val="8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360B60FC-5D1E-4200-9852-45E4C0D378F4}">
      <dsp:nvSpPr>
        <dsp:cNvPr id="0" name=""/>
        <dsp:cNvSpPr/>
      </dsp:nvSpPr>
      <dsp:spPr>
        <a:xfrm>
          <a:off x="96669" y="1952117"/>
          <a:ext cx="87613" cy="87613"/>
        </a:xfrm>
        <a:prstGeom prst="ellipse">
          <a:avLst/>
        </a:prstGeom>
        <a:solidFill>
          <a:schemeClr val="l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accent3">
              <a:shade val="8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08AE2438-BFB8-481C-BDC5-1E833969E7EC}">
      <dsp:nvSpPr>
        <dsp:cNvPr id="0" name=""/>
        <dsp:cNvSpPr/>
      </dsp:nvSpPr>
      <dsp:spPr>
        <a:xfrm>
          <a:off x="233589" y="1959584"/>
          <a:ext cx="137678" cy="137678"/>
        </a:xfrm>
        <a:prstGeom prst="ellipse">
          <a:avLst/>
        </a:prstGeom>
        <a:solidFill>
          <a:schemeClr val="l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accent3">
              <a:shade val="8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2D97B245-C08A-48DD-A46C-CB84DDCEC03F}">
      <dsp:nvSpPr>
        <dsp:cNvPr id="0" name=""/>
        <dsp:cNvSpPr/>
      </dsp:nvSpPr>
      <dsp:spPr>
        <a:xfrm>
          <a:off x="436199" y="1941171"/>
          <a:ext cx="200259" cy="200259"/>
        </a:xfrm>
        <a:prstGeom prst="ellipse">
          <a:avLst/>
        </a:prstGeom>
        <a:solidFill>
          <a:schemeClr val="l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accent3">
              <a:shade val="8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437B66DE-0909-412D-81A0-54EBFBADB62E}">
      <dsp:nvSpPr>
        <dsp:cNvPr id="0" name=""/>
        <dsp:cNvSpPr/>
      </dsp:nvSpPr>
      <dsp:spPr>
        <a:xfrm>
          <a:off x="693782" y="2100627"/>
          <a:ext cx="87613" cy="87613"/>
        </a:xfrm>
        <a:prstGeom prst="ellipse">
          <a:avLst/>
        </a:prstGeom>
        <a:solidFill>
          <a:schemeClr val="l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accent3">
              <a:shade val="8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674A6404-4E22-47EE-B797-93EEE6BE854B}">
      <dsp:nvSpPr>
        <dsp:cNvPr id="0" name=""/>
        <dsp:cNvSpPr/>
      </dsp:nvSpPr>
      <dsp:spPr>
        <a:xfrm>
          <a:off x="742846" y="1941171"/>
          <a:ext cx="137678" cy="137678"/>
        </a:xfrm>
        <a:prstGeom prst="ellipse">
          <a:avLst/>
        </a:prstGeom>
        <a:solidFill>
          <a:schemeClr val="l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accent3">
              <a:shade val="8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03A7525D-8F82-4325-AE5F-4C80F2B59A9C}">
      <dsp:nvSpPr>
        <dsp:cNvPr id="0" name=""/>
        <dsp:cNvSpPr/>
      </dsp:nvSpPr>
      <dsp:spPr>
        <a:xfrm>
          <a:off x="865504" y="2112893"/>
          <a:ext cx="87613" cy="87613"/>
        </a:xfrm>
        <a:prstGeom prst="ellipse">
          <a:avLst/>
        </a:prstGeom>
        <a:solidFill>
          <a:schemeClr val="l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accent3">
              <a:shade val="8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7FCB7D21-43B7-4D09-AFC9-520CF48EC10F}">
      <dsp:nvSpPr>
        <dsp:cNvPr id="0" name=""/>
        <dsp:cNvSpPr/>
      </dsp:nvSpPr>
      <dsp:spPr>
        <a:xfrm>
          <a:off x="975897" y="1916639"/>
          <a:ext cx="200259" cy="200259"/>
        </a:xfrm>
        <a:prstGeom prst="ellipse">
          <a:avLst/>
        </a:prstGeom>
        <a:solidFill>
          <a:schemeClr val="l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accent3">
              <a:shade val="8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583B7348-CC24-42A0-8ADF-17CDADC7EEEE}">
      <dsp:nvSpPr>
        <dsp:cNvPr id="0" name=""/>
        <dsp:cNvSpPr/>
      </dsp:nvSpPr>
      <dsp:spPr>
        <a:xfrm>
          <a:off x="1245746" y="1867576"/>
          <a:ext cx="137678" cy="137678"/>
        </a:xfrm>
        <a:prstGeom prst="ellipse">
          <a:avLst/>
        </a:prstGeom>
        <a:solidFill>
          <a:schemeClr val="l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accent3">
              <a:shade val="8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1D7AA16C-ADE1-4760-9AA3-C9F6E2A2D5E3}">
      <dsp:nvSpPr>
        <dsp:cNvPr id="0" name=""/>
        <dsp:cNvSpPr/>
      </dsp:nvSpPr>
      <dsp:spPr>
        <a:xfrm>
          <a:off x="1578888" y="1290876"/>
          <a:ext cx="404341" cy="771931"/>
        </a:xfrm>
        <a:prstGeom prst="chevron">
          <a:avLst>
            <a:gd name="adj" fmla="val 62310"/>
          </a:avLst>
        </a:prstGeom>
        <a:solidFill>
          <a:schemeClr val="accent3">
            <a:tint val="6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A404B716-3482-4FBE-BDD9-E84A6E4FF142}">
      <dsp:nvSpPr>
        <dsp:cNvPr id="0" name=""/>
        <dsp:cNvSpPr/>
      </dsp:nvSpPr>
      <dsp:spPr>
        <a:xfrm>
          <a:off x="1983229" y="1291251"/>
          <a:ext cx="1102748" cy="771923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25400" tIns="25400" rIns="25400" bIns="25400" numCol="1" spcCol="1270" anchor="ctr" anchorCtr="0">
          <a:noAutofit/>
        </a:bodyPr>
        <a:lstStyle/>
        <a:p>
          <a:pPr marL="0" lvl="0" indent="0" algn="ctr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de-CH" sz="2000" kern="1200" dirty="0"/>
            <a:t>+5</a:t>
          </a:r>
          <a:endParaRPr lang="en-GB" sz="2000" kern="1200" dirty="0"/>
        </a:p>
      </dsp:txBody>
      <dsp:txXfrm>
        <a:off x="1983229" y="1291251"/>
        <a:ext cx="1102748" cy="771923"/>
      </dsp:txXfrm>
    </dsp:sp>
    <dsp:sp modelId="{EBCA35DD-327F-42FE-8C1B-13CB75C22817}">
      <dsp:nvSpPr>
        <dsp:cNvPr id="0" name=""/>
        <dsp:cNvSpPr/>
      </dsp:nvSpPr>
      <dsp:spPr>
        <a:xfrm>
          <a:off x="3085978" y="1290876"/>
          <a:ext cx="404341" cy="771931"/>
        </a:xfrm>
        <a:prstGeom prst="chevron">
          <a:avLst>
            <a:gd name="adj" fmla="val 62310"/>
          </a:avLst>
        </a:prstGeom>
        <a:solidFill>
          <a:schemeClr val="accent3">
            <a:tint val="6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A7508E9D-0A51-4695-920D-12C818ED9EDB}">
      <dsp:nvSpPr>
        <dsp:cNvPr id="0" name=""/>
        <dsp:cNvSpPr/>
      </dsp:nvSpPr>
      <dsp:spPr>
        <a:xfrm>
          <a:off x="3490319" y="1291251"/>
          <a:ext cx="1102748" cy="771923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25400" tIns="25400" rIns="25400" bIns="25400" numCol="1" spcCol="1270" anchor="ctr" anchorCtr="0">
          <a:noAutofit/>
        </a:bodyPr>
        <a:lstStyle/>
        <a:p>
          <a:pPr marL="0" lvl="0" indent="0" algn="ctr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14:m xmlns:a14="http://schemas.microsoft.com/office/drawing/2010/main">
            <m:oMath xmlns:m="http://schemas.openxmlformats.org/officeDocument/2006/math">
              <m:r>
                <a:rPr lang="en-GB" sz="2000" i="1" kern="1200" smtClean="0">
                  <a:latin typeface="Cambria Math" panose="02040503050406030204" pitchFamily="18" charset="0"/>
                </a:rPr>
                <m:t>·</m:t>
              </m:r>
            </m:oMath>
          </a14:m>
          <a:r>
            <a:rPr lang="de-CH" sz="2000" kern="1200" dirty="0"/>
            <a:t>2</a:t>
          </a:r>
          <a:endParaRPr lang="en-GB" sz="2000" kern="1200" dirty="0"/>
        </a:p>
      </dsp:txBody>
      <dsp:txXfrm>
        <a:off x="3490319" y="1291251"/>
        <a:ext cx="1102748" cy="771923"/>
      </dsp:txXfrm>
    </dsp:sp>
    <dsp:sp modelId="{4F47E4FC-B7B1-4F2E-BF1F-653A6243E13F}">
      <dsp:nvSpPr>
        <dsp:cNvPr id="0" name=""/>
        <dsp:cNvSpPr/>
      </dsp:nvSpPr>
      <dsp:spPr>
        <a:xfrm>
          <a:off x="4593067" y="1290876"/>
          <a:ext cx="404341" cy="771931"/>
        </a:xfrm>
        <a:prstGeom prst="chevron">
          <a:avLst>
            <a:gd name="adj" fmla="val 62310"/>
          </a:avLst>
        </a:prstGeom>
        <a:solidFill>
          <a:schemeClr val="accent3">
            <a:tint val="6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680D73DD-243E-4180-A0DD-F3A1B69791F0}">
      <dsp:nvSpPr>
        <dsp:cNvPr id="0" name=""/>
        <dsp:cNvSpPr/>
      </dsp:nvSpPr>
      <dsp:spPr>
        <a:xfrm>
          <a:off x="4997408" y="1291251"/>
          <a:ext cx="1102748" cy="771923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25400" tIns="25400" rIns="25400" bIns="25400" numCol="1" spcCol="1270" anchor="ctr" anchorCtr="0">
          <a:noAutofit/>
        </a:bodyPr>
        <a:lstStyle/>
        <a:p>
          <a:pPr marL="0" lvl="0" indent="0" algn="ctr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de-CH" sz="2000" kern="1200" dirty="0"/>
            <a:t>-4</a:t>
          </a:r>
          <a:endParaRPr lang="en-GB" sz="2000" kern="1200" dirty="0"/>
        </a:p>
      </dsp:txBody>
      <dsp:txXfrm>
        <a:off x="4997408" y="1291251"/>
        <a:ext cx="1102748" cy="771923"/>
      </dsp:txXfrm>
    </dsp:sp>
    <dsp:sp modelId="{D3C615C8-A04A-4D26-8D84-82B4167E1FF0}">
      <dsp:nvSpPr>
        <dsp:cNvPr id="0" name=""/>
        <dsp:cNvSpPr/>
      </dsp:nvSpPr>
      <dsp:spPr>
        <a:xfrm>
          <a:off x="6100157" y="1290876"/>
          <a:ext cx="404341" cy="771931"/>
        </a:xfrm>
        <a:prstGeom prst="chevron">
          <a:avLst>
            <a:gd name="adj" fmla="val 62310"/>
          </a:avLst>
        </a:prstGeom>
        <a:solidFill>
          <a:schemeClr val="accent3">
            <a:tint val="6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CB13F4F7-671C-44A9-84F0-07A6409BE9E8}">
      <dsp:nvSpPr>
        <dsp:cNvPr id="0" name=""/>
        <dsp:cNvSpPr/>
      </dsp:nvSpPr>
      <dsp:spPr>
        <a:xfrm>
          <a:off x="6504498" y="1291251"/>
          <a:ext cx="1102748" cy="771923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25400" tIns="25400" rIns="25400" bIns="25400" numCol="1" spcCol="1270" anchor="ctr" anchorCtr="0">
          <a:noAutofit/>
        </a:bodyPr>
        <a:lstStyle/>
        <a:p>
          <a:pPr marL="0" lvl="0" indent="0" algn="ctr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de-CH" sz="2000" kern="1200" dirty="0">
              <a:solidFill>
                <a:schemeClr val="tx1"/>
              </a:solidFill>
              <a:latin typeface="Bahnschrift" panose="020B0502040204020203" pitchFamily="34" charset="0"/>
            </a:rPr>
            <a:t>÷</a:t>
          </a:r>
          <a:r>
            <a:rPr lang="de-CH" sz="2000" kern="1200" dirty="0"/>
            <a:t>2</a:t>
          </a:r>
          <a:endParaRPr lang="en-GB" sz="2000" kern="1200" dirty="0"/>
        </a:p>
      </dsp:txBody>
      <dsp:txXfrm>
        <a:off x="6504498" y="1291251"/>
        <a:ext cx="1102748" cy="771923"/>
      </dsp:txXfrm>
    </dsp:sp>
    <dsp:sp modelId="{F3805074-D7EA-477D-8297-7314571F0A46}">
      <dsp:nvSpPr>
        <dsp:cNvPr id="0" name=""/>
        <dsp:cNvSpPr/>
      </dsp:nvSpPr>
      <dsp:spPr>
        <a:xfrm>
          <a:off x="7607246" y="1290876"/>
          <a:ext cx="404341" cy="771931"/>
        </a:xfrm>
        <a:prstGeom prst="chevron">
          <a:avLst>
            <a:gd name="adj" fmla="val 62310"/>
          </a:avLst>
        </a:prstGeom>
        <a:solidFill>
          <a:schemeClr val="accent3">
            <a:tint val="6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B0D310CE-134D-41A7-A325-7F4410931DC1}">
      <dsp:nvSpPr>
        <dsp:cNvPr id="0" name=""/>
        <dsp:cNvSpPr/>
      </dsp:nvSpPr>
      <dsp:spPr>
        <a:xfrm>
          <a:off x="8011587" y="1291251"/>
          <a:ext cx="1563256" cy="771923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25400" tIns="25400" rIns="25400" bIns="25400" numCol="1" spcCol="1270" anchor="ctr" anchorCtr="0">
          <a:noAutofit/>
        </a:bodyPr>
        <a:lstStyle/>
        <a:p>
          <a:pPr marL="0" lvl="0" indent="0" algn="ctr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000" kern="1200" noProof="0" dirty="0"/>
            <a:t>-your age</a:t>
          </a:r>
        </a:p>
      </dsp:txBody>
      <dsp:txXfrm>
        <a:off x="8011587" y="1291251"/>
        <a:ext cx="1563256" cy="771923"/>
      </dsp:txXfrm>
    </dsp:sp>
    <dsp:sp modelId="{9364A467-F8B9-45A3-A10A-46E0ED042E1D}">
      <dsp:nvSpPr>
        <dsp:cNvPr id="0" name=""/>
        <dsp:cNvSpPr/>
      </dsp:nvSpPr>
      <dsp:spPr>
        <a:xfrm>
          <a:off x="9574843" y="1290876"/>
          <a:ext cx="404341" cy="771931"/>
        </a:xfrm>
        <a:prstGeom prst="chevron">
          <a:avLst>
            <a:gd name="adj" fmla="val 62310"/>
          </a:avLst>
        </a:prstGeom>
        <a:solidFill>
          <a:schemeClr val="accent3">
            <a:tint val="6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DE0C4D4D-F769-44DF-8C4E-9582FA5555D5}">
      <dsp:nvSpPr>
        <dsp:cNvPr id="0" name=""/>
        <dsp:cNvSpPr/>
      </dsp:nvSpPr>
      <dsp:spPr>
        <a:xfrm>
          <a:off x="10023294" y="1227082"/>
          <a:ext cx="937336" cy="937336"/>
        </a:xfrm>
        <a:prstGeom prst="ellipse">
          <a:avLst/>
        </a:prstGeom>
        <a:solidFill>
          <a:schemeClr val="l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accent3">
              <a:shade val="8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ctr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GB" sz="2000" kern="1200" dirty="0"/>
            <a:t>?</a:t>
          </a:r>
        </a:p>
      </dsp:txBody>
      <dsp:txXfrm>
        <a:off x="10160564" y="1364352"/>
        <a:ext cx="662796" cy="662796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09/3/layout/RandomtoResultProcess">
  <dgm:title val=""/>
  <dgm:desc val=""/>
  <dgm:catLst>
    <dgm:cat type="process" pri="1275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2">
          <dgm:prSet phldr="1"/>
        </dgm:pt>
        <dgm:pt modelId="21">
          <dgm:prSet phldr="1"/>
        </dgm:pt>
      </dgm:ptLst>
      <dgm:cxnLst>
        <dgm:cxn modelId="4" srcId="0" destId="1" srcOrd="0" destOrd="0"/>
        <dgm:cxn modelId="41" srcId="1" destId="11" srcOrd="0" destOrd="0"/>
        <dgm:cxn modelId="5" srcId="0" destId="2" srcOrd="0" destOrd="0"/>
        <dgm:cxn modelId="51" srcId="2" destId="21" srcOrd="0" destOrd="0"/>
      </dgm:cxnLst>
      <dgm:bg/>
      <dgm:whole/>
    </dgm:dataModel>
  </dgm:sampData>
  <dgm:styleData>
    <dgm:dataModel>
      <dgm:ptLst>
        <dgm:pt modelId="0" type="doc"/>
        <dgm:pt modelId="1">
          <dgm:prSet phldr="1"/>
        </dgm:pt>
        <dgm:pt modelId="2">
          <dgm:prSet phldr="1"/>
        </dgm:pt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>
          <dgm:prSet phldr="1"/>
        </dgm:pt>
        <dgm:pt modelId="2">
          <dgm:prSet phldr="1"/>
        </dgm:pt>
      </dgm:ptLst>
      <dgm:cxnLst>
        <dgm:cxn modelId="3" srcId="0" destId="1" srcOrd="0" destOrd="0"/>
        <dgm:cxn modelId="4" srcId="0" destId="2" srcOrd="1" destOrd="0"/>
      </dgm:cxnLst>
      <dgm:bg/>
      <dgm:whole/>
    </dgm:dataModel>
  </dgm:clrData>
  <dgm:layoutNode name="Name0">
    <dgm:varLst>
      <dgm:dir/>
      <dgm:animOne val="branch"/>
      <dgm:animLvl val="lvl"/>
    </dgm:varLst>
    <dgm:choose name="Name1">
      <dgm:if name="Name2" func="var" arg="dir" op="equ" val="norm">
        <dgm:alg type="lin">
          <dgm:param type="fallback" val="2D"/>
          <dgm:param type="nodeVertAlign" val="t"/>
        </dgm:alg>
      </dgm:if>
      <dgm:else name="Name3">
        <dgm:alg type="lin">
          <dgm:param type="fallback" val="2D"/>
          <dgm:param type="nodeVertAlign" val="t"/>
          <dgm:param type="linDir" val="fromR"/>
        </dgm:alg>
      </dgm:else>
    </dgm:choose>
    <dgm:shape xmlns:r="http://schemas.openxmlformats.org/officeDocument/2006/relationships" r:blip="">
      <dgm:adjLst/>
    </dgm:shape>
    <dgm:constrLst>
      <dgm:constr type="userH" refType="h" fact="2"/>
      <dgm:constr type="w" for="ch" forName="chaos" refType="userH" fact="0.681"/>
      <dgm:constr type="h" for="ch" forName="chaos" refType="userH"/>
      <dgm:constr type="w" for="ch" forName="middle" refType="userH" fact="0.6"/>
      <dgm:constr type="h" for="ch" forName="middle" refType="userH"/>
      <dgm:constr type="w" for="ch" forName="last" refType="userH" fact="0.6"/>
      <dgm:constr type="h" for="ch" forName="last" refType="userH"/>
      <dgm:constr type="w" for="ch" forName="chevronComposite1" refType="userH" fact="0.22"/>
      <dgm:constr type="h" for="ch" forName="chevronComposite1" refType="userH" fact="0.52"/>
      <dgm:constr type="w" for="ch" forName="chevronComposite2" refType="userH" fact="0.22"/>
      <dgm:constr type="h" for="ch" forName="chevronComposite2" refType="userH" fact="0.52"/>
      <dgm:constr type="w" for="ch" forName="overlap" refType="userH" fact="-0.04"/>
      <dgm:constr type="h" for="ch" forName="overlap" refType="userH" fact="0.06"/>
      <dgm:constr type="primFontSz" for="des" forName="parTx1" op="equ" val="65"/>
      <dgm:constr type="primFontSz" for="des" forName="parTxMid" refType="primFontSz" refFor="des" refForName="parTx1" op="equ"/>
      <dgm:constr type="primFontSz" for="des" forName="circleTx" refType="primFontSz" refFor="des" refForName="parTx1" op="equ"/>
      <dgm:constr type="primFontSz" for="des" forName="desTx1" op="equ" val="65"/>
      <dgm:constr type="primFontSz" for="des" forName="desTxMid" refType="primFontSz" refFor="des" refForName="desTx1" op="equ"/>
      <dgm:constr type="primFontSz" for="des" forName="desTxN" refType="primFontSz" refFor="des" refForName="desTx1" op="equ"/>
    </dgm:constrLst>
    <dgm:forEach name="Name4" axis="ch" ptType="node">
      <dgm:choose name="Name5">
        <dgm:if name="Name6" axis="self" ptType="node" func="pos" op="equ" val="1">
          <dgm:layoutNode name="chaos">
            <dgm:alg type="composite"/>
            <dgm:shape xmlns:r="http://schemas.openxmlformats.org/officeDocument/2006/relationships" r:blip="">
              <dgm:adjLst/>
            </dgm:shape>
            <dgm:presOf/>
            <dgm:constrLst>
              <dgm:constr type="ctrX" for="ch" forName="parTx1" refType="w" fact="0.5"/>
              <dgm:constr type="t" for="ch" forName="parTx1" refType="w" fact="0.32"/>
              <dgm:constr type="w" for="ch" forName="parTx1" refType="w" fact="0.88"/>
              <dgm:constr type="h" for="ch" forName="parTx1" refType="w" fact="0.29"/>
              <dgm:constr type="ctrX" for="ch" forName="desTx1" refType="w" fact="0.5"/>
              <dgm:constr type="b" for="ch" forName="desTx1" refType="h"/>
              <dgm:constr type="w" for="ch" forName="desTx1" refType="w" fact="0.88"/>
              <dgm:constr type="h" for="ch" forName="desTx1" refType="h" fact="0.37"/>
              <dgm:constr type="l" for="ch" forName="c1" refType="w" fact="0.05"/>
              <dgm:constr type="t" for="ch" forName="c1" refType="w" fact="0.23"/>
              <dgm:constr type="w" for="ch" forName="c1" refType="w" fact="0.07"/>
              <dgm:constr type="h" for="ch" forName="c1" refType="w" refFor="ch" refForName="c1"/>
              <dgm:constr type="l" for="ch" forName="c2" refType="w" fact="0.1"/>
              <dgm:constr type="t" for="ch" forName="c2" refType="w" fact="0.13"/>
              <dgm:constr type="w" for="ch" forName="c2" refType="w" fact="0.07"/>
              <dgm:constr type="h" for="ch" forName="c2" refType="w" refFor="ch" refForName="c2"/>
              <dgm:constr type="l" for="ch" forName="c3" refType="w" fact="0.22"/>
              <dgm:constr type="t" for="ch" forName="c3" refType="w" fact="0.15"/>
              <dgm:constr type="w" for="ch" forName="c3" refType="w" fact="0.11"/>
              <dgm:constr type="h" for="ch" forName="c3" refType="w" refFor="ch" refForName="c3"/>
              <dgm:constr type="l" for="ch" forName="c4" refType="w" fact="0.32"/>
              <dgm:constr type="t" for="ch" forName="c4" refType="w" fact="0.04"/>
              <dgm:constr type="w" for="ch" forName="c4" refType="w" fact="0.07"/>
              <dgm:constr type="h" for="ch" forName="c4" refType="w" refFor="ch" refForName="c4"/>
              <dgm:constr type="l" for="ch" forName="c5" refType="w" fact="0.45"/>
              <dgm:constr type="t" for="ch" forName="c5" refType="w" fact="0"/>
              <dgm:constr type="w" for="ch" forName="c5" refType="w" fact="0.07"/>
              <dgm:constr type="h" for="ch" forName="c5" refType="w" refFor="ch" refForName="c5"/>
              <dgm:constr type="l" for="ch" forName="c6" refType="w" fact="0.61"/>
              <dgm:constr type="t" for="ch" forName="c6" refType="w" fact="0.07"/>
              <dgm:constr type="w" for="ch" forName="c6" refType="w" fact="0.07"/>
              <dgm:constr type="h" for="ch" forName="c6" refType="w" refFor="ch" refForName="c6"/>
              <dgm:constr type="l" for="ch" forName="c7" refType="w" fact="0.71"/>
              <dgm:constr type="t" for="ch" forName="c7" refType="w" fact="0.12"/>
              <dgm:constr type="w" for="ch" forName="c7" refType="w" fact="0.11"/>
              <dgm:constr type="h" for="ch" forName="c7" refType="w" refFor="ch" refForName="c7"/>
              <dgm:constr type="l" for="ch" forName="c8" refType="w" fact="0.85"/>
              <dgm:constr type="t" for="ch" forName="c8" refType="w" fact="0.23"/>
              <dgm:constr type="w" for="ch" forName="c8" refType="w" fact="0.07"/>
              <dgm:constr type="h" for="ch" forName="c8" refType="w" refFor="ch" refForName="c8"/>
              <dgm:constr type="l" for="ch" forName="c9" refType="w" fact="0.91"/>
              <dgm:constr type="t" for="ch" forName="c9" refType="w" fact="0.34"/>
              <dgm:constr type="w" for="ch" forName="c9" refType="w" fact="0.07"/>
              <dgm:constr type="h" for="ch" forName="c9" refType="w" refFor="ch" refForName="c9"/>
              <dgm:constr type="l" for="ch" forName="c10" refType="w" fact="0.39"/>
              <dgm:constr type="t" for="ch" forName="c10" refType="w" fact="0.13"/>
              <dgm:constr type="w" for="ch" forName="c10" refType="w" fact="0.18"/>
              <dgm:constr type="h" for="ch" forName="c10" refType="w" refFor="ch" refForName="c10"/>
              <dgm:constr type="l" for="ch" forName="c11" refType="w" fact="0"/>
              <dgm:constr type="t" for="ch" forName="c11" refType="w" fact="0.51"/>
              <dgm:constr type="w" for="ch" forName="c11" refType="w" fact="0.07"/>
              <dgm:constr type="h" for="ch" forName="c11" refType="w" refFor="ch" refForName="c11"/>
              <dgm:constr type="l" for="ch" forName="c12" refType="w" fact="0.06"/>
              <dgm:constr type="t" for="ch" forName="c12" refType="w" fact="0.6"/>
              <dgm:constr type="w" for="ch" forName="c12" refType="w" fact="0.11"/>
              <dgm:constr type="h" for="ch" forName="c12" refType="w" refFor="ch" refForName="c12"/>
              <dgm:constr type="l" for="ch" forName="c13" refType="w" fact="0.21"/>
              <dgm:constr type="t" for="ch" forName="c13" refType="w" fact="0.68"/>
              <dgm:constr type="w" for="ch" forName="c13" refType="w" fact="0.16"/>
              <dgm:constr type="h" for="ch" forName="c13" refType="w" refFor="ch" refForName="c13"/>
              <dgm:constr type="l" for="ch" forName="c14" refType="w" fact="0.42"/>
              <dgm:constr type="t" for="ch" forName="c14" refType="w" fact="0.81"/>
              <dgm:constr type="w" for="ch" forName="c14" refType="w" fact="0.07"/>
              <dgm:constr type="h" for="ch" forName="c14" refType="w" refFor="ch" refForName="c14"/>
              <dgm:constr type="l" for="ch" forName="c15" refType="w" fact="0.46"/>
              <dgm:constr type="t" for="ch" forName="c15" refType="w" fact="0.68"/>
              <dgm:constr type="w" for="ch" forName="c15" refType="w" fact="0.11"/>
              <dgm:constr type="h" for="ch" forName="c15" refType="w" refFor="ch" refForName="c15"/>
              <dgm:constr type="l" for="ch" forName="c16" refType="w" fact="0.56"/>
              <dgm:constr type="t" for="ch" forName="c16" refType="w" fact="0.82"/>
              <dgm:constr type="w" for="ch" forName="c16" refType="w" fact="0.07"/>
              <dgm:constr type="h" for="ch" forName="c16" refType="w" refFor="ch" refForName="c16"/>
              <dgm:constr type="l" for="ch" forName="c17" refType="w" fact="0.65"/>
              <dgm:constr type="t" for="ch" forName="c17" refType="w" fact="0.66"/>
              <dgm:constr type="w" for="ch" forName="c17" refType="w" fact="0.16"/>
              <dgm:constr type="h" for="ch" forName="c17" refType="w" refFor="ch" refForName="c17"/>
              <dgm:constr type="l" for="ch" forName="c18" refType="w" fact="0.87"/>
              <dgm:constr type="t" for="ch" forName="c18" refType="w" fact="0.62"/>
              <dgm:constr type="w" for="ch" forName="c18" refType="w" fact="0.11"/>
              <dgm:constr type="h" for="ch" forName="c18" refType="w" refFor="ch" refForName="c18"/>
            </dgm:constrLst>
            <dgm:layoutNode name="parTx1" styleLbl="revTx">
              <dgm:alg type="tx"/>
              <dgm:shape xmlns:r="http://schemas.openxmlformats.org/officeDocument/2006/relationships" type="rect" r:blip="">
                <dgm:adjLst/>
              </dgm:shape>
              <dgm:presOf axis="self" ptType="node"/>
              <dgm:constrLst>
                <dgm:constr type="lMarg" refType="primFontSz" fact="0.1"/>
                <dgm:constr type="rMarg" refType="primFontSz" fact="0.1"/>
                <dgm:constr type="tMarg" refType="primFontSz" fact="0.1"/>
                <dgm:constr type="bMarg" refType="primFontSz" fact="0.1"/>
              </dgm:constrLst>
              <dgm:ruleLst>
                <dgm:rule type="primFontSz" val="5" fact="NaN" max="NaN"/>
              </dgm:ruleLst>
            </dgm:layoutNode>
            <dgm:choose name="Name7">
              <dgm:if name="Name8" axis="ch" ptType="node" func="cnt" op="gte" val="1">
                <dgm:layoutNode name="desTx1" styleLbl="revTx">
                  <dgm:varLst>
                    <dgm:bulletEnabled val="1"/>
                  </dgm:varLst>
                  <dgm:choose name="Name9">
                    <dgm:if name="Name10" axis="ch" ptType="node" func="cnt" op="equ" val="1">
                      <dgm:alg type="tx">
                        <dgm:param type="shpTxLTRAlignCh" val="l"/>
                      </dgm:alg>
                    </dgm:if>
                    <dgm:else name="Name11">
                      <dgm:alg type="tx">
                        <dgm:param type="shpTxLTRAlignCh" val="l"/>
                        <dgm:param type="stBulletLvl" val="1"/>
                      </dgm:alg>
                    </dgm:else>
                  </dgm:choose>
                  <dgm:shape xmlns:r="http://schemas.openxmlformats.org/officeDocument/2006/relationships" type="rect" r:blip="">
                    <dgm:adjLst/>
                  </dgm:shape>
                  <dgm:presOf axis="des" ptType="node"/>
                  <dgm:constrLst>
                    <dgm:constr type="lMarg" refType="primFontSz" fact="0.1"/>
                    <dgm:constr type="rMarg" refType="primFontSz" fact="0.1"/>
                    <dgm:constr type="tMarg" refType="primFontSz" fact="0.1"/>
                    <dgm:constr type="bMarg" refType="primFontSz" fact="0.1"/>
                  </dgm:constrLst>
                  <dgm:ruleLst>
                    <dgm:rule type="primFontSz" val="5" fact="NaN" max="NaN"/>
                  </dgm:ruleLst>
                </dgm:layoutNode>
              </dgm:if>
              <dgm:else name="Name12"/>
            </dgm:choose>
            <dgm:layoutNode name="c1" styleLbl="node1">
              <dgm:alg type="sp"/>
              <dgm:shape xmlns:r="http://schemas.openxmlformats.org/officeDocument/2006/relationships" type="ellipse" r:blip="">
                <dgm:adjLst/>
              </dgm:shape>
              <dgm:presOf/>
            </dgm:layoutNode>
            <dgm:layoutNode name="c2" styleLbl="node1">
              <dgm:alg type="sp"/>
              <dgm:shape xmlns:r="http://schemas.openxmlformats.org/officeDocument/2006/relationships" type="ellipse" r:blip="">
                <dgm:adjLst/>
              </dgm:shape>
              <dgm:presOf/>
            </dgm:layoutNode>
            <dgm:layoutNode name="c3" styleLbl="node1">
              <dgm:alg type="sp"/>
              <dgm:shape xmlns:r="http://schemas.openxmlformats.org/officeDocument/2006/relationships" type="ellipse" r:blip="">
                <dgm:adjLst/>
              </dgm:shape>
              <dgm:presOf/>
            </dgm:layoutNode>
            <dgm:layoutNode name="c4" styleLbl="node1">
              <dgm:alg type="sp"/>
              <dgm:shape xmlns:r="http://schemas.openxmlformats.org/officeDocument/2006/relationships" type="ellipse" r:blip="">
                <dgm:adjLst/>
              </dgm:shape>
              <dgm:presOf/>
            </dgm:layoutNode>
            <dgm:layoutNode name="c5" styleLbl="node1">
              <dgm:alg type="sp"/>
              <dgm:shape xmlns:r="http://schemas.openxmlformats.org/officeDocument/2006/relationships" type="ellipse" r:blip="">
                <dgm:adjLst/>
              </dgm:shape>
              <dgm:presOf/>
            </dgm:layoutNode>
            <dgm:layoutNode name="c6" styleLbl="node1">
              <dgm:alg type="sp"/>
              <dgm:shape xmlns:r="http://schemas.openxmlformats.org/officeDocument/2006/relationships" type="ellipse" r:blip="">
                <dgm:adjLst/>
              </dgm:shape>
              <dgm:presOf/>
            </dgm:layoutNode>
            <dgm:layoutNode name="c7" styleLbl="node1">
              <dgm:alg type="sp"/>
              <dgm:shape xmlns:r="http://schemas.openxmlformats.org/officeDocument/2006/relationships" type="ellipse" r:blip="">
                <dgm:adjLst/>
              </dgm:shape>
              <dgm:presOf/>
            </dgm:layoutNode>
            <dgm:layoutNode name="c8" styleLbl="node1">
              <dgm:alg type="sp"/>
              <dgm:shape xmlns:r="http://schemas.openxmlformats.org/officeDocument/2006/relationships" type="ellipse" r:blip="">
                <dgm:adjLst/>
              </dgm:shape>
              <dgm:presOf/>
            </dgm:layoutNode>
            <dgm:layoutNode name="c9" styleLbl="node1">
              <dgm:alg type="sp"/>
              <dgm:shape xmlns:r="http://schemas.openxmlformats.org/officeDocument/2006/relationships" type="ellipse" r:blip="">
                <dgm:adjLst/>
              </dgm:shape>
              <dgm:presOf/>
            </dgm:layoutNode>
            <dgm:layoutNode name="c10" styleLbl="node1">
              <dgm:alg type="sp"/>
              <dgm:shape xmlns:r="http://schemas.openxmlformats.org/officeDocument/2006/relationships" type="ellipse" r:blip="">
                <dgm:adjLst/>
              </dgm:shape>
              <dgm:presOf/>
            </dgm:layoutNode>
            <dgm:layoutNode name="c11" styleLbl="node1">
              <dgm:alg type="sp"/>
              <dgm:shape xmlns:r="http://schemas.openxmlformats.org/officeDocument/2006/relationships" type="ellipse" r:blip="">
                <dgm:adjLst/>
              </dgm:shape>
              <dgm:presOf/>
            </dgm:layoutNode>
            <dgm:layoutNode name="c12" styleLbl="node1">
              <dgm:alg type="sp"/>
              <dgm:shape xmlns:r="http://schemas.openxmlformats.org/officeDocument/2006/relationships" type="ellipse" r:blip="">
                <dgm:adjLst/>
              </dgm:shape>
              <dgm:presOf/>
            </dgm:layoutNode>
            <dgm:layoutNode name="c13" styleLbl="node1">
              <dgm:alg type="sp"/>
              <dgm:shape xmlns:r="http://schemas.openxmlformats.org/officeDocument/2006/relationships" type="ellipse" r:blip="">
                <dgm:adjLst/>
              </dgm:shape>
              <dgm:presOf/>
            </dgm:layoutNode>
            <dgm:layoutNode name="c14" styleLbl="node1">
              <dgm:alg type="sp"/>
              <dgm:shape xmlns:r="http://schemas.openxmlformats.org/officeDocument/2006/relationships" type="ellipse" r:blip="">
                <dgm:adjLst/>
              </dgm:shape>
              <dgm:presOf/>
            </dgm:layoutNode>
            <dgm:layoutNode name="c15" styleLbl="node1">
              <dgm:alg type="sp"/>
              <dgm:shape xmlns:r="http://schemas.openxmlformats.org/officeDocument/2006/relationships" type="ellipse" r:blip="">
                <dgm:adjLst/>
              </dgm:shape>
              <dgm:presOf/>
            </dgm:layoutNode>
            <dgm:layoutNode name="c16" styleLbl="node1">
              <dgm:alg type="sp"/>
              <dgm:shape xmlns:r="http://schemas.openxmlformats.org/officeDocument/2006/relationships" type="ellipse" r:blip="">
                <dgm:adjLst/>
              </dgm:shape>
              <dgm:presOf/>
            </dgm:layoutNode>
            <dgm:layoutNode name="c17" styleLbl="node1">
              <dgm:alg type="sp"/>
              <dgm:shape xmlns:r="http://schemas.openxmlformats.org/officeDocument/2006/relationships" type="ellipse" r:blip="">
                <dgm:adjLst/>
              </dgm:shape>
              <dgm:presOf/>
            </dgm:layoutNode>
            <dgm:layoutNode name="c18" styleLbl="node1">
              <dgm:alg type="sp"/>
              <dgm:shape xmlns:r="http://schemas.openxmlformats.org/officeDocument/2006/relationships" type="ellipse" r:blip="">
                <dgm:adjLst/>
              </dgm:shape>
              <dgm:presOf/>
            </dgm:layoutNode>
          </dgm:layoutNode>
        </dgm:if>
        <dgm:if name="Name13" axis="self" ptType="node" func="revPos" op="equ" val="1">
          <dgm:layoutNode name="last">
            <dgm:alg type="composite"/>
            <dgm:shape xmlns:r="http://schemas.openxmlformats.org/officeDocument/2006/relationships" r:blip="">
              <dgm:adjLst/>
            </dgm:shape>
            <dgm:presOf/>
            <dgm:constrLst>
              <dgm:constr type="ctrX" for="ch" forName="circleTx" refType="w" fact="0.5"/>
              <dgm:constr type="t" for="ch" forName="circleTx" refType="w" fact="0.117"/>
              <dgm:constr type="w" for="ch" forName="circleTx" refType="h" refFor="ch" refForName="circleTx"/>
              <dgm:constr type="h" for="ch" forName="circleTx" refType="w" fact="0.85"/>
              <dgm:constr type="l" for="ch" forName="desTxN"/>
              <dgm:constr type="b" for="ch" forName="desTxN" refType="h"/>
              <dgm:constr type="w" for="ch" forName="desTxN" refType="w"/>
              <dgm:constr type="h" for="ch" forName="desTxN" refType="h" fact="0.37"/>
              <dgm:constr type="ctrX" for="ch" forName="spN" refType="w" fact="0.5"/>
              <dgm:constr type="t" for="ch" forName="spN"/>
              <dgm:constr type="w" for="ch" forName="spN" refType="w" fact="0.93"/>
              <dgm:constr type="h" for="ch" forName="spN" refType="h" fact="0.01"/>
            </dgm:constrLst>
            <dgm:layoutNode name="circleTx" styleLbl="node1">
              <dgm:alg type="tx"/>
              <dgm:shape xmlns:r="http://schemas.openxmlformats.org/officeDocument/2006/relationships" type="ellipse" r:blip="">
                <dgm:adjLst/>
              </dgm:shape>
              <dgm:presOf axis="self" ptType="node"/>
              <dgm:constrLst>
                <dgm:constr type="lMarg"/>
                <dgm:constr type="rMarg"/>
                <dgm:constr type="tMarg"/>
                <dgm:constr type="bMarg"/>
              </dgm:constrLst>
              <dgm:ruleLst>
                <dgm:rule type="primFontSz" val="5" fact="NaN" max="NaN"/>
              </dgm:ruleLst>
            </dgm:layoutNode>
            <dgm:choose name="Name14">
              <dgm:if name="Name15" axis="ch" ptType="node" func="cnt" op="gte" val="1">
                <dgm:layoutNode name="desTxN" styleLbl="revTx">
                  <dgm:varLst>
                    <dgm:bulletEnabled val="1"/>
                  </dgm:varLst>
                  <dgm:choose name="Name16">
                    <dgm:if name="Name17" axis="ch" ptType="node" func="cnt" op="equ" val="1">
                      <dgm:alg type="tx">
                        <dgm:param type="shpTxLTRAlignCh" val="l"/>
                      </dgm:alg>
                    </dgm:if>
                    <dgm:else name="Name18">
                      <dgm:alg type="tx">
                        <dgm:param type="shpTxLTRAlignCh" val="l"/>
                        <dgm:param type="stBulletLvl" val="1"/>
                      </dgm:alg>
                    </dgm:else>
                  </dgm:choose>
                  <dgm:shape xmlns:r="http://schemas.openxmlformats.org/officeDocument/2006/relationships" type="rect" r:blip="">
                    <dgm:adjLst/>
                  </dgm:shape>
                  <dgm:presOf axis="des" ptType="node"/>
                  <dgm:constrLst>
                    <dgm:constr type="lMarg" refType="primFontSz" fact="0.1"/>
                    <dgm:constr type="rMarg" refType="primFontSz" fact="0.1"/>
                    <dgm:constr type="tMarg" refType="primFontSz" fact="0.1"/>
                    <dgm:constr type="bMarg" refType="primFontSz" fact="0.1"/>
                  </dgm:constrLst>
                  <dgm:ruleLst>
                    <dgm:rule type="primFontSz" val="5" fact="NaN" max="NaN"/>
                  </dgm:ruleLst>
                </dgm:layoutNode>
              </dgm:if>
              <dgm:else name="Name19"/>
            </dgm:choose>
            <dgm:layoutNode name="spN">
              <dgm:alg type="sp"/>
              <dgm:shape xmlns:r="http://schemas.openxmlformats.org/officeDocument/2006/relationships" r:blip="">
                <dgm:adjLst/>
              </dgm:shape>
              <dgm:presOf/>
            </dgm:layoutNode>
          </dgm:layoutNode>
        </dgm:if>
        <dgm:else name="Name20">
          <dgm:layoutNode name="middle">
            <dgm:alg type="composite"/>
            <dgm:shape xmlns:r="http://schemas.openxmlformats.org/officeDocument/2006/relationships" r:blip="">
              <dgm:adjLst/>
            </dgm:shape>
            <dgm:presOf/>
            <dgm:constrLst>
              <dgm:constr type="l" for="ch" forName="parTxMid"/>
              <dgm:constr type="t" for="ch" forName="parTxMid" refType="w" fact="0.167"/>
              <dgm:constr type="w" for="ch" forName="parTxMid" refType="w"/>
              <dgm:constr type="h" for="ch" forName="parTxMid" refType="w" fact="0.7"/>
              <dgm:constr type="l" for="ch" forName="desTxMid"/>
              <dgm:constr type="b" for="ch" forName="desTxMid" refType="h"/>
              <dgm:constr type="w" for="ch" forName="desTxMid" refType="w"/>
              <dgm:constr type="h" for="ch" forName="desTxMid" refType="h" fact="0.37"/>
              <dgm:constr type="ctrX" for="ch" forName="spMid" refType="w" fact="0.5"/>
              <dgm:constr type="t" for="ch" forName="spMid"/>
              <dgm:constr type="w" for="ch" forName="spMid" refType="w" fact="0.01"/>
              <dgm:constr type="h" for="ch" forName="spMid" refType="h" fact="0.01"/>
            </dgm:constrLst>
            <dgm:layoutNode name="parTxMid" styleLbl="revTx">
              <dgm:alg type="tx"/>
              <dgm:shape xmlns:r="http://schemas.openxmlformats.org/officeDocument/2006/relationships" type="rect" r:blip="">
                <dgm:adjLst/>
              </dgm:shape>
              <dgm:presOf axis="self" ptType="node"/>
              <dgm:constrLst>
                <dgm:constr type="lMarg" refType="primFontSz" fact="0.1"/>
                <dgm:constr type="rMarg" refType="primFontSz" fact="0.1"/>
                <dgm:constr type="tMarg" refType="primFontSz" fact="0.1"/>
                <dgm:constr type="bMarg" refType="primFontSz" fact="0.1"/>
              </dgm:constrLst>
              <dgm:ruleLst>
                <dgm:rule type="primFontSz" val="5" fact="NaN" max="NaN"/>
              </dgm:ruleLst>
            </dgm:layoutNode>
            <dgm:choose name="Name21">
              <dgm:if name="Name22" axis="ch" ptType="node" func="cnt" op="gte" val="1">
                <dgm:layoutNode name="desTxMid" styleLbl="revTx">
                  <dgm:varLst>
                    <dgm:bulletEnabled val="1"/>
                  </dgm:varLst>
                  <dgm:choose name="Name23">
                    <dgm:if name="Name24" axis="ch" ptType="node" func="cnt" op="equ" val="1">
                      <dgm:alg type="tx">
                        <dgm:param type="shpTxLTRAlignCh" val="l"/>
                      </dgm:alg>
                    </dgm:if>
                    <dgm:else name="Name25">
                      <dgm:alg type="tx">
                        <dgm:param type="shpTxLTRAlignCh" val="l"/>
                        <dgm:param type="stBulletLvl" val="1"/>
                      </dgm:alg>
                    </dgm:else>
                  </dgm:choose>
                  <dgm:shape xmlns:r="http://schemas.openxmlformats.org/officeDocument/2006/relationships" type="rect" r:blip="">
                    <dgm:adjLst/>
                  </dgm:shape>
                  <dgm:presOf axis="des" ptType="node"/>
                  <dgm:constrLst>
                    <dgm:constr type="lMarg" refType="primFontSz" fact="0.1"/>
                    <dgm:constr type="rMarg" refType="primFontSz" fact="0.1"/>
                    <dgm:constr type="tMarg" refType="primFontSz" fact="0.1"/>
                    <dgm:constr type="bMarg" refType="primFontSz" fact="0.1"/>
                  </dgm:constrLst>
                  <dgm:ruleLst>
                    <dgm:rule type="primFontSz" val="5" fact="NaN" max="NaN"/>
                  </dgm:ruleLst>
                </dgm:layoutNode>
              </dgm:if>
              <dgm:else name="Name26"/>
            </dgm:choose>
            <dgm:layoutNode name="spMid">
              <dgm:alg type="sp"/>
              <dgm:shape xmlns:r="http://schemas.openxmlformats.org/officeDocument/2006/relationships" r:blip="">
                <dgm:adjLst/>
              </dgm:shape>
              <dgm:presOf/>
            </dgm:layoutNode>
          </dgm:layoutNode>
        </dgm:else>
      </dgm:choose>
      <dgm:forEach name="Name27" axis="followSib" ptType="sibTrans" cnt="1">
        <dgm:layoutNode name="chevronComposite1" styleLbl="alignImgPlace1">
          <dgm:alg type="composite"/>
          <dgm:shape xmlns:r="http://schemas.openxmlformats.org/officeDocument/2006/relationships" r:blip="">
            <dgm:adjLst/>
          </dgm:shape>
          <dgm:presOf/>
          <dgm:constrLst>
            <dgm:constr type="l" for="ch" forName="chevron1"/>
            <dgm:constr type="t" for="ch" forName="chevron1" refType="h" fact="0.1923"/>
            <dgm:constr type="w" for="ch" forName="chevron1" refType="w"/>
            <dgm:constr type="b" for="ch" forName="chevron1" refType="h"/>
            <dgm:constr type="l" for="ch" forName="spChevron1"/>
            <dgm:constr type="t" for="ch" forName="spChevron1"/>
            <dgm:constr type="w" for="ch" forName="spChevron1" refType="w" fact="0.01"/>
            <dgm:constr type="h" for="ch" forName="spChevron1" refType="h" fact="0.01"/>
          </dgm:constrLst>
          <dgm:layoutNode name="chevron1">
            <dgm:alg type="sp"/>
            <dgm:choose name="Name28">
              <dgm:if name="Name29" func="var" arg="dir" op="equ" val="norm">
                <dgm:shape xmlns:r="http://schemas.openxmlformats.org/officeDocument/2006/relationships" type="chevron" r:blip="">
                  <dgm:adjLst>
                    <dgm:adj idx="1" val="0.6231"/>
                  </dgm:adjLst>
                </dgm:shape>
              </dgm:if>
              <dgm:else name="Name30">
                <dgm:shape xmlns:r="http://schemas.openxmlformats.org/officeDocument/2006/relationships" rot="180" type="chevron" r:blip="">
                  <dgm:adjLst>
                    <dgm:adj idx="1" val="0.6231"/>
                  </dgm:adjLst>
                </dgm:shape>
              </dgm:else>
            </dgm:choose>
            <dgm:presOf/>
          </dgm:layoutNode>
          <dgm:layoutNode name="spChevron1">
            <dgm:alg type="sp"/>
            <dgm:shape xmlns:r="http://schemas.openxmlformats.org/officeDocument/2006/relationships" r:blip="">
              <dgm:adjLst/>
            </dgm:shape>
            <dgm:presOf/>
          </dgm:layoutNode>
        </dgm:layoutNode>
        <dgm:choose name="Name31">
          <dgm:if name="Name32" axis="root ch" ptType="all node" func="cnt" op="equ" val="2">
            <dgm:layoutNode name="overlap">
              <dgm:alg type="sp"/>
              <dgm:shape xmlns:r="http://schemas.openxmlformats.org/officeDocument/2006/relationships" r:blip="">
                <dgm:adjLst/>
              </dgm:shape>
              <dgm:presOf/>
            </dgm:layoutNode>
            <dgm:layoutNode name="chevronComposite2" styleLbl="alignImgPlace1">
              <dgm:alg type="composite"/>
              <dgm:shape xmlns:r="http://schemas.openxmlformats.org/officeDocument/2006/relationships" r:blip="">
                <dgm:adjLst/>
              </dgm:shape>
              <dgm:presOf/>
              <dgm:constrLst>
                <dgm:constr type="l" for="ch" forName="chevron2"/>
                <dgm:constr type="t" for="ch" forName="chevron2" refType="h" fact="0.1923"/>
                <dgm:constr type="w" for="ch" forName="chevron2" refType="w"/>
                <dgm:constr type="b" for="ch" forName="chevron2" refType="h"/>
                <dgm:constr type="l" for="ch" forName="spChevron2"/>
                <dgm:constr type="t" for="ch" forName="spChevron2"/>
                <dgm:constr type="w" for="ch" forName="spChevron2" refType="w" fact="0.01"/>
                <dgm:constr type="h" for="ch" forName="spChevron2" refType="h" fact="0.01"/>
              </dgm:constrLst>
              <dgm:layoutNode name="chevron2">
                <dgm:alg type="sp"/>
                <dgm:choose name="Name33">
                  <dgm:if name="Name34" func="var" arg="dir" op="equ" val="norm">
                    <dgm:shape xmlns:r="http://schemas.openxmlformats.org/officeDocument/2006/relationships" type="chevron" r:blip="">
                      <dgm:adjLst>
                        <dgm:adj idx="1" val="0.6231"/>
                      </dgm:adjLst>
                    </dgm:shape>
                  </dgm:if>
                  <dgm:else name="Name35">
                    <dgm:shape xmlns:r="http://schemas.openxmlformats.org/officeDocument/2006/relationships" rot="180" type="chevron" r:blip="">
                      <dgm:adjLst>
                        <dgm:adj idx="1" val="0.6231"/>
                      </dgm:adjLst>
                    </dgm:shape>
                  </dgm:else>
                </dgm:choose>
                <dgm:presOf/>
              </dgm:layoutNode>
              <dgm:layoutNode name="spChevron2">
                <dgm:alg type="sp"/>
                <dgm:shape xmlns:r="http://schemas.openxmlformats.org/officeDocument/2006/relationships" r:blip="">
                  <dgm:adjLst/>
                </dgm:shape>
                <dgm:presOf/>
              </dgm:layoutNode>
            </dgm:layoutNode>
          </dgm:if>
          <dgm:else name="Name36"/>
        </dgm:choose>
      </dgm:forEach>
    </dgm:forEach>
  </dgm:layoutNode>
</dgm:layoutDef>
</file>

<file path=ppt/diagrams/layout10.xml><?xml version="1.0" encoding="utf-8"?>
<dgm:layoutDef xmlns:dgm="http://schemas.openxmlformats.org/drawingml/2006/diagram" xmlns:a="http://schemas.openxmlformats.org/drawingml/2006/main" uniqueId="urn:microsoft.com/office/officeart/2009/3/layout/RandomtoResultProcess">
  <dgm:title val=""/>
  <dgm:desc val=""/>
  <dgm:catLst>
    <dgm:cat type="process" pri="1275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2">
          <dgm:prSet phldr="1"/>
        </dgm:pt>
        <dgm:pt modelId="21">
          <dgm:prSet phldr="1"/>
        </dgm:pt>
      </dgm:ptLst>
      <dgm:cxnLst>
        <dgm:cxn modelId="4" srcId="0" destId="1" srcOrd="0" destOrd="0"/>
        <dgm:cxn modelId="41" srcId="1" destId="11" srcOrd="0" destOrd="0"/>
        <dgm:cxn modelId="5" srcId="0" destId="2" srcOrd="0" destOrd="0"/>
        <dgm:cxn modelId="51" srcId="2" destId="21" srcOrd="0" destOrd="0"/>
      </dgm:cxnLst>
      <dgm:bg/>
      <dgm:whole/>
    </dgm:dataModel>
  </dgm:sampData>
  <dgm:styleData>
    <dgm:dataModel>
      <dgm:ptLst>
        <dgm:pt modelId="0" type="doc"/>
        <dgm:pt modelId="1">
          <dgm:prSet phldr="1"/>
        </dgm:pt>
        <dgm:pt modelId="2">
          <dgm:prSet phldr="1"/>
        </dgm:pt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>
          <dgm:prSet phldr="1"/>
        </dgm:pt>
        <dgm:pt modelId="2">
          <dgm:prSet phldr="1"/>
        </dgm:pt>
      </dgm:ptLst>
      <dgm:cxnLst>
        <dgm:cxn modelId="3" srcId="0" destId="1" srcOrd="0" destOrd="0"/>
        <dgm:cxn modelId="4" srcId="0" destId="2" srcOrd="1" destOrd="0"/>
      </dgm:cxnLst>
      <dgm:bg/>
      <dgm:whole/>
    </dgm:dataModel>
  </dgm:clrData>
  <dgm:layoutNode name="Name0">
    <dgm:varLst>
      <dgm:dir/>
      <dgm:animOne val="branch"/>
      <dgm:animLvl val="lvl"/>
    </dgm:varLst>
    <dgm:choose name="Name1">
      <dgm:if name="Name2" func="var" arg="dir" op="equ" val="norm">
        <dgm:alg type="lin">
          <dgm:param type="fallback" val="2D"/>
          <dgm:param type="nodeVertAlign" val="t"/>
        </dgm:alg>
      </dgm:if>
      <dgm:else name="Name3">
        <dgm:alg type="lin">
          <dgm:param type="fallback" val="2D"/>
          <dgm:param type="nodeVertAlign" val="t"/>
          <dgm:param type="linDir" val="fromR"/>
        </dgm:alg>
      </dgm:else>
    </dgm:choose>
    <dgm:shape xmlns:r="http://schemas.openxmlformats.org/officeDocument/2006/relationships" r:blip="">
      <dgm:adjLst/>
    </dgm:shape>
    <dgm:constrLst>
      <dgm:constr type="userH" refType="h" fact="2"/>
      <dgm:constr type="w" for="ch" forName="chaos" refType="userH" fact="0.681"/>
      <dgm:constr type="h" for="ch" forName="chaos" refType="userH"/>
      <dgm:constr type="w" for="ch" forName="middle" refType="userH" fact="0.6"/>
      <dgm:constr type="h" for="ch" forName="middle" refType="userH"/>
      <dgm:constr type="w" for="ch" forName="last" refType="userH" fact="0.6"/>
      <dgm:constr type="h" for="ch" forName="last" refType="userH"/>
      <dgm:constr type="w" for="ch" forName="chevronComposite1" refType="userH" fact="0.22"/>
      <dgm:constr type="h" for="ch" forName="chevronComposite1" refType="userH" fact="0.52"/>
      <dgm:constr type="w" for="ch" forName="chevronComposite2" refType="userH" fact="0.22"/>
      <dgm:constr type="h" for="ch" forName="chevronComposite2" refType="userH" fact="0.52"/>
      <dgm:constr type="w" for="ch" forName="overlap" refType="userH" fact="-0.04"/>
      <dgm:constr type="h" for="ch" forName="overlap" refType="userH" fact="0.06"/>
      <dgm:constr type="primFontSz" for="des" forName="parTx1" op="equ" val="65"/>
      <dgm:constr type="primFontSz" for="des" forName="parTxMid" refType="primFontSz" refFor="des" refForName="parTx1" op="equ"/>
      <dgm:constr type="primFontSz" for="des" forName="circleTx" refType="primFontSz" refFor="des" refForName="parTx1" op="equ"/>
      <dgm:constr type="primFontSz" for="des" forName="desTx1" op="equ" val="65"/>
      <dgm:constr type="primFontSz" for="des" forName="desTxMid" refType="primFontSz" refFor="des" refForName="desTx1" op="equ"/>
      <dgm:constr type="primFontSz" for="des" forName="desTxN" refType="primFontSz" refFor="des" refForName="desTx1" op="equ"/>
    </dgm:constrLst>
    <dgm:forEach name="Name4" axis="ch" ptType="node">
      <dgm:choose name="Name5">
        <dgm:if name="Name6" axis="self" ptType="node" func="pos" op="equ" val="1">
          <dgm:layoutNode name="chaos">
            <dgm:alg type="composite"/>
            <dgm:shape xmlns:r="http://schemas.openxmlformats.org/officeDocument/2006/relationships" r:blip="">
              <dgm:adjLst/>
            </dgm:shape>
            <dgm:presOf/>
            <dgm:constrLst>
              <dgm:constr type="ctrX" for="ch" forName="parTx1" refType="w" fact="0.5"/>
              <dgm:constr type="t" for="ch" forName="parTx1" refType="w" fact="0.32"/>
              <dgm:constr type="w" for="ch" forName="parTx1" refType="w" fact="0.88"/>
              <dgm:constr type="h" for="ch" forName="parTx1" refType="w" fact="0.29"/>
              <dgm:constr type="ctrX" for="ch" forName="desTx1" refType="w" fact="0.5"/>
              <dgm:constr type="b" for="ch" forName="desTx1" refType="h"/>
              <dgm:constr type="w" for="ch" forName="desTx1" refType="w" fact="0.88"/>
              <dgm:constr type="h" for="ch" forName="desTx1" refType="h" fact="0.37"/>
              <dgm:constr type="l" for="ch" forName="c1" refType="w" fact="0.05"/>
              <dgm:constr type="t" for="ch" forName="c1" refType="w" fact="0.23"/>
              <dgm:constr type="w" for="ch" forName="c1" refType="w" fact="0.07"/>
              <dgm:constr type="h" for="ch" forName="c1" refType="w" refFor="ch" refForName="c1"/>
              <dgm:constr type="l" for="ch" forName="c2" refType="w" fact="0.1"/>
              <dgm:constr type="t" for="ch" forName="c2" refType="w" fact="0.13"/>
              <dgm:constr type="w" for="ch" forName="c2" refType="w" fact="0.07"/>
              <dgm:constr type="h" for="ch" forName="c2" refType="w" refFor="ch" refForName="c2"/>
              <dgm:constr type="l" for="ch" forName="c3" refType="w" fact="0.22"/>
              <dgm:constr type="t" for="ch" forName="c3" refType="w" fact="0.15"/>
              <dgm:constr type="w" for="ch" forName="c3" refType="w" fact="0.11"/>
              <dgm:constr type="h" for="ch" forName="c3" refType="w" refFor="ch" refForName="c3"/>
              <dgm:constr type="l" for="ch" forName="c4" refType="w" fact="0.32"/>
              <dgm:constr type="t" for="ch" forName="c4" refType="w" fact="0.04"/>
              <dgm:constr type="w" for="ch" forName="c4" refType="w" fact="0.07"/>
              <dgm:constr type="h" for="ch" forName="c4" refType="w" refFor="ch" refForName="c4"/>
              <dgm:constr type="l" for="ch" forName="c5" refType="w" fact="0.45"/>
              <dgm:constr type="t" for="ch" forName="c5" refType="w" fact="0"/>
              <dgm:constr type="w" for="ch" forName="c5" refType="w" fact="0.07"/>
              <dgm:constr type="h" for="ch" forName="c5" refType="w" refFor="ch" refForName="c5"/>
              <dgm:constr type="l" for="ch" forName="c6" refType="w" fact="0.61"/>
              <dgm:constr type="t" for="ch" forName="c6" refType="w" fact="0.07"/>
              <dgm:constr type="w" for="ch" forName="c6" refType="w" fact="0.07"/>
              <dgm:constr type="h" for="ch" forName="c6" refType="w" refFor="ch" refForName="c6"/>
              <dgm:constr type="l" for="ch" forName="c7" refType="w" fact="0.71"/>
              <dgm:constr type="t" for="ch" forName="c7" refType="w" fact="0.12"/>
              <dgm:constr type="w" for="ch" forName="c7" refType="w" fact="0.11"/>
              <dgm:constr type="h" for="ch" forName="c7" refType="w" refFor="ch" refForName="c7"/>
              <dgm:constr type="l" for="ch" forName="c8" refType="w" fact="0.85"/>
              <dgm:constr type="t" for="ch" forName="c8" refType="w" fact="0.23"/>
              <dgm:constr type="w" for="ch" forName="c8" refType="w" fact="0.07"/>
              <dgm:constr type="h" for="ch" forName="c8" refType="w" refFor="ch" refForName="c8"/>
              <dgm:constr type="l" for="ch" forName="c9" refType="w" fact="0.91"/>
              <dgm:constr type="t" for="ch" forName="c9" refType="w" fact="0.34"/>
              <dgm:constr type="w" for="ch" forName="c9" refType="w" fact="0.07"/>
              <dgm:constr type="h" for="ch" forName="c9" refType="w" refFor="ch" refForName="c9"/>
              <dgm:constr type="l" for="ch" forName="c10" refType="w" fact="0.39"/>
              <dgm:constr type="t" for="ch" forName="c10" refType="w" fact="0.13"/>
              <dgm:constr type="w" for="ch" forName="c10" refType="w" fact="0.18"/>
              <dgm:constr type="h" for="ch" forName="c10" refType="w" refFor="ch" refForName="c10"/>
              <dgm:constr type="l" for="ch" forName="c11" refType="w" fact="0"/>
              <dgm:constr type="t" for="ch" forName="c11" refType="w" fact="0.51"/>
              <dgm:constr type="w" for="ch" forName="c11" refType="w" fact="0.07"/>
              <dgm:constr type="h" for="ch" forName="c11" refType="w" refFor="ch" refForName="c11"/>
              <dgm:constr type="l" for="ch" forName="c12" refType="w" fact="0.06"/>
              <dgm:constr type="t" for="ch" forName="c12" refType="w" fact="0.6"/>
              <dgm:constr type="w" for="ch" forName="c12" refType="w" fact="0.11"/>
              <dgm:constr type="h" for="ch" forName="c12" refType="w" refFor="ch" refForName="c12"/>
              <dgm:constr type="l" for="ch" forName="c13" refType="w" fact="0.21"/>
              <dgm:constr type="t" for="ch" forName="c13" refType="w" fact="0.68"/>
              <dgm:constr type="w" for="ch" forName="c13" refType="w" fact="0.16"/>
              <dgm:constr type="h" for="ch" forName="c13" refType="w" refFor="ch" refForName="c13"/>
              <dgm:constr type="l" for="ch" forName="c14" refType="w" fact="0.42"/>
              <dgm:constr type="t" for="ch" forName="c14" refType="w" fact="0.81"/>
              <dgm:constr type="w" for="ch" forName="c14" refType="w" fact="0.07"/>
              <dgm:constr type="h" for="ch" forName="c14" refType="w" refFor="ch" refForName="c14"/>
              <dgm:constr type="l" for="ch" forName="c15" refType="w" fact="0.46"/>
              <dgm:constr type="t" for="ch" forName="c15" refType="w" fact="0.68"/>
              <dgm:constr type="w" for="ch" forName="c15" refType="w" fact="0.11"/>
              <dgm:constr type="h" for="ch" forName="c15" refType="w" refFor="ch" refForName="c15"/>
              <dgm:constr type="l" for="ch" forName="c16" refType="w" fact="0.56"/>
              <dgm:constr type="t" for="ch" forName="c16" refType="w" fact="0.82"/>
              <dgm:constr type="w" for="ch" forName="c16" refType="w" fact="0.07"/>
              <dgm:constr type="h" for="ch" forName="c16" refType="w" refFor="ch" refForName="c16"/>
              <dgm:constr type="l" for="ch" forName="c17" refType="w" fact="0.65"/>
              <dgm:constr type="t" for="ch" forName="c17" refType="w" fact="0.66"/>
              <dgm:constr type="w" for="ch" forName="c17" refType="w" fact="0.16"/>
              <dgm:constr type="h" for="ch" forName="c17" refType="w" refFor="ch" refForName="c17"/>
              <dgm:constr type="l" for="ch" forName="c18" refType="w" fact="0.87"/>
              <dgm:constr type="t" for="ch" forName="c18" refType="w" fact="0.62"/>
              <dgm:constr type="w" for="ch" forName="c18" refType="w" fact="0.11"/>
              <dgm:constr type="h" for="ch" forName="c18" refType="w" refFor="ch" refForName="c18"/>
            </dgm:constrLst>
            <dgm:layoutNode name="parTx1" styleLbl="revTx">
              <dgm:alg type="tx"/>
              <dgm:shape xmlns:r="http://schemas.openxmlformats.org/officeDocument/2006/relationships" type="rect" r:blip="">
                <dgm:adjLst/>
              </dgm:shape>
              <dgm:presOf axis="self" ptType="node"/>
              <dgm:constrLst>
                <dgm:constr type="lMarg" refType="primFontSz" fact="0.1"/>
                <dgm:constr type="rMarg" refType="primFontSz" fact="0.1"/>
                <dgm:constr type="tMarg" refType="primFontSz" fact="0.1"/>
                <dgm:constr type="bMarg" refType="primFontSz" fact="0.1"/>
              </dgm:constrLst>
              <dgm:ruleLst>
                <dgm:rule type="primFontSz" val="5" fact="NaN" max="NaN"/>
              </dgm:ruleLst>
            </dgm:layoutNode>
            <dgm:choose name="Name7">
              <dgm:if name="Name8" axis="ch" ptType="node" func="cnt" op="gte" val="1">
                <dgm:layoutNode name="desTx1" styleLbl="revTx">
                  <dgm:varLst>
                    <dgm:bulletEnabled val="1"/>
                  </dgm:varLst>
                  <dgm:choose name="Name9">
                    <dgm:if name="Name10" axis="ch" ptType="node" func="cnt" op="equ" val="1">
                      <dgm:alg type="tx">
                        <dgm:param type="shpTxLTRAlignCh" val="l"/>
                      </dgm:alg>
                    </dgm:if>
                    <dgm:else name="Name11">
                      <dgm:alg type="tx">
                        <dgm:param type="shpTxLTRAlignCh" val="l"/>
                        <dgm:param type="stBulletLvl" val="1"/>
                      </dgm:alg>
                    </dgm:else>
                  </dgm:choose>
                  <dgm:shape xmlns:r="http://schemas.openxmlformats.org/officeDocument/2006/relationships" type="rect" r:blip="">
                    <dgm:adjLst/>
                  </dgm:shape>
                  <dgm:presOf axis="des" ptType="node"/>
                  <dgm:constrLst>
                    <dgm:constr type="lMarg" refType="primFontSz" fact="0.1"/>
                    <dgm:constr type="rMarg" refType="primFontSz" fact="0.1"/>
                    <dgm:constr type="tMarg" refType="primFontSz" fact="0.1"/>
                    <dgm:constr type="bMarg" refType="primFontSz" fact="0.1"/>
                  </dgm:constrLst>
                  <dgm:ruleLst>
                    <dgm:rule type="primFontSz" val="5" fact="NaN" max="NaN"/>
                  </dgm:ruleLst>
                </dgm:layoutNode>
              </dgm:if>
              <dgm:else name="Name12"/>
            </dgm:choose>
            <dgm:layoutNode name="c1" styleLbl="node1">
              <dgm:alg type="sp"/>
              <dgm:shape xmlns:r="http://schemas.openxmlformats.org/officeDocument/2006/relationships" type="ellipse" r:blip="">
                <dgm:adjLst/>
              </dgm:shape>
              <dgm:presOf/>
            </dgm:layoutNode>
            <dgm:layoutNode name="c2" styleLbl="node1">
              <dgm:alg type="sp"/>
              <dgm:shape xmlns:r="http://schemas.openxmlformats.org/officeDocument/2006/relationships" type="ellipse" r:blip="">
                <dgm:adjLst/>
              </dgm:shape>
              <dgm:presOf/>
            </dgm:layoutNode>
            <dgm:layoutNode name="c3" styleLbl="node1">
              <dgm:alg type="sp"/>
              <dgm:shape xmlns:r="http://schemas.openxmlformats.org/officeDocument/2006/relationships" type="ellipse" r:blip="">
                <dgm:adjLst/>
              </dgm:shape>
              <dgm:presOf/>
            </dgm:layoutNode>
            <dgm:layoutNode name="c4" styleLbl="node1">
              <dgm:alg type="sp"/>
              <dgm:shape xmlns:r="http://schemas.openxmlformats.org/officeDocument/2006/relationships" type="ellipse" r:blip="">
                <dgm:adjLst/>
              </dgm:shape>
              <dgm:presOf/>
            </dgm:layoutNode>
            <dgm:layoutNode name="c5" styleLbl="node1">
              <dgm:alg type="sp"/>
              <dgm:shape xmlns:r="http://schemas.openxmlformats.org/officeDocument/2006/relationships" type="ellipse" r:blip="">
                <dgm:adjLst/>
              </dgm:shape>
              <dgm:presOf/>
            </dgm:layoutNode>
            <dgm:layoutNode name="c6" styleLbl="node1">
              <dgm:alg type="sp"/>
              <dgm:shape xmlns:r="http://schemas.openxmlformats.org/officeDocument/2006/relationships" type="ellipse" r:blip="">
                <dgm:adjLst/>
              </dgm:shape>
              <dgm:presOf/>
            </dgm:layoutNode>
            <dgm:layoutNode name="c7" styleLbl="node1">
              <dgm:alg type="sp"/>
              <dgm:shape xmlns:r="http://schemas.openxmlformats.org/officeDocument/2006/relationships" type="ellipse" r:blip="">
                <dgm:adjLst/>
              </dgm:shape>
              <dgm:presOf/>
            </dgm:layoutNode>
            <dgm:layoutNode name="c8" styleLbl="node1">
              <dgm:alg type="sp"/>
              <dgm:shape xmlns:r="http://schemas.openxmlformats.org/officeDocument/2006/relationships" type="ellipse" r:blip="">
                <dgm:adjLst/>
              </dgm:shape>
              <dgm:presOf/>
            </dgm:layoutNode>
            <dgm:layoutNode name="c9" styleLbl="node1">
              <dgm:alg type="sp"/>
              <dgm:shape xmlns:r="http://schemas.openxmlformats.org/officeDocument/2006/relationships" type="ellipse" r:blip="">
                <dgm:adjLst/>
              </dgm:shape>
              <dgm:presOf/>
            </dgm:layoutNode>
            <dgm:layoutNode name="c10" styleLbl="node1">
              <dgm:alg type="sp"/>
              <dgm:shape xmlns:r="http://schemas.openxmlformats.org/officeDocument/2006/relationships" type="ellipse" r:blip="">
                <dgm:adjLst/>
              </dgm:shape>
              <dgm:presOf/>
            </dgm:layoutNode>
            <dgm:layoutNode name="c11" styleLbl="node1">
              <dgm:alg type="sp"/>
              <dgm:shape xmlns:r="http://schemas.openxmlformats.org/officeDocument/2006/relationships" type="ellipse" r:blip="">
                <dgm:adjLst/>
              </dgm:shape>
              <dgm:presOf/>
            </dgm:layoutNode>
            <dgm:layoutNode name="c12" styleLbl="node1">
              <dgm:alg type="sp"/>
              <dgm:shape xmlns:r="http://schemas.openxmlformats.org/officeDocument/2006/relationships" type="ellipse" r:blip="">
                <dgm:adjLst/>
              </dgm:shape>
              <dgm:presOf/>
            </dgm:layoutNode>
            <dgm:layoutNode name="c13" styleLbl="node1">
              <dgm:alg type="sp"/>
              <dgm:shape xmlns:r="http://schemas.openxmlformats.org/officeDocument/2006/relationships" type="ellipse" r:blip="">
                <dgm:adjLst/>
              </dgm:shape>
              <dgm:presOf/>
            </dgm:layoutNode>
            <dgm:layoutNode name="c14" styleLbl="node1">
              <dgm:alg type="sp"/>
              <dgm:shape xmlns:r="http://schemas.openxmlformats.org/officeDocument/2006/relationships" type="ellipse" r:blip="">
                <dgm:adjLst/>
              </dgm:shape>
              <dgm:presOf/>
            </dgm:layoutNode>
            <dgm:layoutNode name="c15" styleLbl="node1">
              <dgm:alg type="sp"/>
              <dgm:shape xmlns:r="http://schemas.openxmlformats.org/officeDocument/2006/relationships" type="ellipse" r:blip="">
                <dgm:adjLst/>
              </dgm:shape>
              <dgm:presOf/>
            </dgm:layoutNode>
            <dgm:layoutNode name="c16" styleLbl="node1">
              <dgm:alg type="sp"/>
              <dgm:shape xmlns:r="http://schemas.openxmlformats.org/officeDocument/2006/relationships" type="ellipse" r:blip="">
                <dgm:adjLst/>
              </dgm:shape>
              <dgm:presOf/>
            </dgm:layoutNode>
            <dgm:layoutNode name="c17" styleLbl="node1">
              <dgm:alg type="sp"/>
              <dgm:shape xmlns:r="http://schemas.openxmlformats.org/officeDocument/2006/relationships" type="ellipse" r:blip="">
                <dgm:adjLst/>
              </dgm:shape>
              <dgm:presOf/>
            </dgm:layoutNode>
            <dgm:layoutNode name="c18" styleLbl="node1">
              <dgm:alg type="sp"/>
              <dgm:shape xmlns:r="http://schemas.openxmlformats.org/officeDocument/2006/relationships" type="ellipse" r:blip="">
                <dgm:adjLst/>
              </dgm:shape>
              <dgm:presOf/>
            </dgm:layoutNode>
          </dgm:layoutNode>
        </dgm:if>
        <dgm:if name="Name13" axis="self" ptType="node" func="revPos" op="equ" val="1">
          <dgm:layoutNode name="last">
            <dgm:alg type="composite"/>
            <dgm:shape xmlns:r="http://schemas.openxmlformats.org/officeDocument/2006/relationships" r:blip="">
              <dgm:adjLst/>
            </dgm:shape>
            <dgm:presOf/>
            <dgm:constrLst>
              <dgm:constr type="ctrX" for="ch" forName="circleTx" refType="w" fact="0.5"/>
              <dgm:constr type="t" for="ch" forName="circleTx" refType="w" fact="0.117"/>
              <dgm:constr type="w" for="ch" forName="circleTx" refType="h" refFor="ch" refForName="circleTx"/>
              <dgm:constr type="h" for="ch" forName="circleTx" refType="w" fact="0.85"/>
              <dgm:constr type="l" for="ch" forName="desTxN"/>
              <dgm:constr type="b" for="ch" forName="desTxN" refType="h"/>
              <dgm:constr type="w" for="ch" forName="desTxN" refType="w"/>
              <dgm:constr type="h" for="ch" forName="desTxN" refType="h" fact="0.37"/>
              <dgm:constr type="ctrX" for="ch" forName="spN" refType="w" fact="0.5"/>
              <dgm:constr type="t" for="ch" forName="spN"/>
              <dgm:constr type="w" for="ch" forName="spN" refType="w" fact="0.93"/>
              <dgm:constr type="h" for="ch" forName="spN" refType="h" fact="0.01"/>
            </dgm:constrLst>
            <dgm:layoutNode name="circleTx" styleLbl="node1">
              <dgm:alg type="tx"/>
              <dgm:shape xmlns:r="http://schemas.openxmlformats.org/officeDocument/2006/relationships" type="ellipse" r:blip="">
                <dgm:adjLst/>
              </dgm:shape>
              <dgm:presOf axis="self" ptType="node"/>
              <dgm:constrLst>
                <dgm:constr type="lMarg"/>
                <dgm:constr type="rMarg"/>
                <dgm:constr type="tMarg"/>
                <dgm:constr type="bMarg"/>
              </dgm:constrLst>
              <dgm:ruleLst>
                <dgm:rule type="primFontSz" val="5" fact="NaN" max="NaN"/>
              </dgm:ruleLst>
            </dgm:layoutNode>
            <dgm:choose name="Name14">
              <dgm:if name="Name15" axis="ch" ptType="node" func="cnt" op="gte" val="1">
                <dgm:layoutNode name="desTxN" styleLbl="revTx">
                  <dgm:varLst>
                    <dgm:bulletEnabled val="1"/>
                  </dgm:varLst>
                  <dgm:choose name="Name16">
                    <dgm:if name="Name17" axis="ch" ptType="node" func="cnt" op="equ" val="1">
                      <dgm:alg type="tx">
                        <dgm:param type="shpTxLTRAlignCh" val="l"/>
                      </dgm:alg>
                    </dgm:if>
                    <dgm:else name="Name18">
                      <dgm:alg type="tx">
                        <dgm:param type="shpTxLTRAlignCh" val="l"/>
                        <dgm:param type="stBulletLvl" val="1"/>
                      </dgm:alg>
                    </dgm:else>
                  </dgm:choose>
                  <dgm:shape xmlns:r="http://schemas.openxmlformats.org/officeDocument/2006/relationships" type="rect" r:blip="">
                    <dgm:adjLst/>
                  </dgm:shape>
                  <dgm:presOf axis="des" ptType="node"/>
                  <dgm:constrLst>
                    <dgm:constr type="lMarg" refType="primFontSz" fact="0.1"/>
                    <dgm:constr type="rMarg" refType="primFontSz" fact="0.1"/>
                    <dgm:constr type="tMarg" refType="primFontSz" fact="0.1"/>
                    <dgm:constr type="bMarg" refType="primFontSz" fact="0.1"/>
                  </dgm:constrLst>
                  <dgm:ruleLst>
                    <dgm:rule type="primFontSz" val="5" fact="NaN" max="NaN"/>
                  </dgm:ruleLst>
                </dgm:layoutNode>
              </dgm:if>
              <dgm:else name="Name19"/>
            </dgm:choose>
            <dgm:layoutNode name="spN">
              <dgm:alg type="sp"/>
              <dgm:shape xmlns:r="http://schemas.openxmlformats.org/officeDocument/2006/relationships" r:blip="">
                <dgm:adjLst/>
              </dgm:shape>
              <dgm:presOf/>
            </dgm:layoutNode>
          </dgm:layoutNode>
        </dgm:if>
        <dgm:else name="Name20">
          <dgm:layoutNode name="middle">
            <dgm:alg type="composite"/>
            <dgm:shape xmlns:r="http://schemas.openxmlformats.org/officeDocument/2006/relationships" r:blip="">
              <dgm:adjLst/>
            </dgm:shape>
            <dgm:presOf/>
            <dgm:constrLst>
              <dgm:constr type="l" for="ch" forName="parTxMid"/>
              <dgm:constr type="t" for="ch" forName="parTxMid" refType="w" fact="0.167"/>
              <dgm:constr type="w" for="ch" forName="parTxMid" refType="w"/>
              <dgm:constr type="h" for="ch" forName="parTxMid" refType="w" fact="0.7"/>
              <dgm:constr type="l" for="ch" forName="desTxMid"/>
              <dgm:constr type="b" for="ch" forName="desTxMid" refType="h"/>
              <dgm:constr type="w" for="ch" forName="desTxMid" refType="w"/>
              <dgm:constr type="h" for="ch" forName="desTxMid" refType="h" fact="0.37"/>
              <dgm:constr type="ctrX" for="ch" forName="spMid" refType="w" fact="0.5"/>
              <dgm:constr type="t" for="ch" forName="spMid"/>
              <dgm:constr type="w" for="ch" forName="spMid" refType="w" fact="0.01"/>
              <dgm:constr type="h" for="ch" forName="spMid" refType="h" fact="0.01"/>
            </dgm:constrLst>
            <dgm:layoutNode name="parTxMid" styleLbl="revTx">
              <dgm:alg type="tx"/>
              <dgm:shape xmlns:r="http://schemas.openxmlformats.org/officeDocument/2006/relationships" type="rect" r:blip="">
                <dgm:adjLst/>
              </dgm:shape>
              <dgm:presOf axis="self" ptType="node"/>
              <dgm:constrLst>
                <dgm:constr type="lMarg" refType="primFontSz" fact="0.1"/>
                <dgm:constr type="rMarg" refType="primFontSz" fact="0.1"/>
                <dgm:constr type="tMarg" refType="primFontSz" fact="0.1"/>
                <dgm:constr type="bMarg" refType="primFontSz" fact="0.1"/>
              </dgm:constrLst>
              <dgm:ruleLst>
                <dgm:rule type="primFontSz" val="5" fact="NaN" max="NaN"/>
              </dgm:ruleLst>
            </dgm:layoutNode>
            <dgm:choose name="Name21">
              <dgm:if name="Name22" axis="ch" ptType="node" func="cnt" op="gte" val="1">
                <dgm:layoutNode name="desTxMid" styleLbl="revTx">
                  <dgm:varLst>
                    <dgm:bulletEnabled val="1"/>
                  </dgm:varLst>
                  <dgm:choose name="Name23">
                    <dgm:if name="Name24" axis="ch" ptType="node" func="cnt" op="equ" val="1">
                      <dgm:alg type="tx">
                        <dgm:param type="shpTxLTRAlignCh" val="l"/>
                      </dgm:alg>
                    </dgm:if>
                    <dgm:else name="Name25">
                      <dgm:alg type="tx">
                        <dgm:param type="shpTxLTRAlignCh" val="l"/>
                        <dgm:param type="stBulletLvl" val="1"/>
                      </dgm:alg>
                    </dgm:else>
                  </dgm:choose>
                  <dgm:shape xmlns:r="http://schemas.openxmlformats.org/officeDocument/2006/relationships" type="rect" r:blip="">
                    <dgm:adjLst/>
                  </dgm:shape>
                  <dgm:presOf axis="des" ptType="node"/>
                  <dgm:constrLst>
                    <dgm:constr type="lMarg" refType="primFontSz" fact="0.1"/>
                    <dgm:constr type="rMarg" refType="primFontSz" fact="0.1"/>
                    <dgm:constr type="tMarg" refType="primFontSz" fact="0.1"/>
                    <dgm:constr type="bMarg" refType="primFontSz" fact="0.1"/>
                  </dgm:constrLst>
                  <dgm:ruleLst>
                    <dgm:rule type="primFontSz" val="5" fact="NaN" max="NaN"/>
                  </dgm:ruleLst>
                </dgm:layoutNode>
              </dgm:if>
              <dgm:else name="Name26"/>
            </dgm:choose>
            <dgm:layoutNode name="spMid">
              <dgm:alg type="sp"/>
              <dgm:shape xmlns:r="http://schemas.openxmlformats.org/officeDocument/2006/relationships" r:blip="">
                <dgm:adjLst/>
              </dgm:shape>
              <dgm:presOf/>
            </dgm:layoutNode>
          </dgm:layoutNode>
        </dgm:else>
      </dgm:choose>
      <dgm:forEach name="Name27" axis="followSib" ptType="sibTrans" cnt="1">
        <dgm:layoutNode name="chevronComposite1" styleLbl="alignImgPlace1">
          <dgm:alg type="composite"/>
          <dgm:shape xmlns:r="http://schemas.openxmlformats.org/officeDocument/2006/relationships" r:blip="">
            <dgm:adjLst/>
          </dgm:shape>
          <dgm:presOf/>
          <dgm:constrLst>
            <dgm:constr type="l" for="ch" forName="chevron1"/>
            <dgm:constr type="t" for="ch" forName="chevron1" refType="h" fact="0.1923"/>
            <dgm:constr type="w" for="ch" forName="chevron1" refType="w"/>
            <dgm:constr type="b" for="ch" forName="chevron1" refType="h"/>
            <dgm:constr type="l" for="ch" forName="spChevron1"/>
            <dgm:constr type="t" for="ch" forName="spChevron1"/>
            <dgm:constr type="w" for="ch" forName="spChevron1" refType="w" fact="0.01"/>
            <dgm:constr type="h" for="ch" forName="spChevron1" refType="h" fact="0.01"/>
          </dgm:constrLst>
          <dgm:layoutNode name="chevron1">
            <dgm:alg type="sp"/>
            <dgm:choose name="Name28">
              <dgm:if name="Name29" func="var" arg="dir" op="equ" val="norm">
                <dgm:shape xmlns:r="http://schemas.openxmlformats.org/officeDocument/2006/relationships" type="chevron" r:blip="">
                  <dgm:adjLst>
                    <dgm:adj idx="1" val="0.6231"/>
                  </dgm:adjLst>
                </dgm:shape>
              </dgm:if>
              <dgm:else name="Name30">
                <dgm:shape xmlns:r="http://schemas.openxmlformats.org/officeDocument/2006/relationships" rot="180" type="chevron" r:blip="">
                  <dgm:adjLst>
                    <dgm:adj idx="1" val="0.6231"/>
                  </dgm:adjLst>
                </dgm:shape>
              </dgm:else>
            </dgm:choose>
            <dgm:presOf/>
          </dgm:layoutNode>
          <dgm:layoutNode name="spChevron1">
            <dgm:alg type="sp"/>
            <dgm:shape xmlns:r="http://schemas.openxmlformats.org/officeDocument/2006/relationships" r:blip="">
              <dgm:adjLst/>
            </dgm:shape>
            <dgm:presOf/>
          </dgm:layoutNode>
        </dgm:layoutNode>
        <dgm:choose name="Name31">
          <dgm:if name="Name32" axis="root ch" ptType="all node" func="cnt" op="equ" val="2">
            <dgm:layoutNode name="overlap">
              <dgm:alg type="sp"/>
              <dgm:shape xmlns:r="http://schemas.openxmlformats.org/officeDocument/2006/relationships" r:blip="">
                <dgm:adjLst/>
              </dgm:shape>
              <dgm:presOf/>
            </dgm:layoutNode>
            <dgm:layoutNode name="chevronComposite2" styleLbl="alignImgPlace1">
              <dgm:alg type="composite"/>
              <dgm:shape xmlns:r="http://schemas.openxmlformats.org/officeDocument/2006/relationships" r:blip="">
                <dgm:adjLst/>
              </dgm:shape>
              <dgm:presOf/>
              <dgm:constrLst>
                <dgm:constr type="l" for="ch" forName="chevron2"/>
                <dgm:constr type="t" for="ch" forName="chevron2" refType="h" fact="0.1923"/>
                <dgm:constr type="w" for="ch" forName="chevron2" refType="w"/>
                <dgm:constr type="b" for="ch" forName="chevron2" refType="h"/>
                <dgm:constr type="l" for="ch" forName="spChevron2"/>
                <dgm:constr type="t" for="ch" forName="spChevron2"/>
                <dgm:constr type="w" for="ch" forName="spChevron2" refType="w" fact="0.01"/>
                <dgm:constr type="h" for="ch" forName="spChevron2" refType="h" fact="0.01"/>
              </dgm:constrLst>
              <dgm:layoutNode name="chevron2">
                <dgm:alg type="sp"/>
                <dgm:choose name="Name33">
                  <dgm:if name="Name34" func="var" arg="dir" op="equ" val="norm">
                    <dgm:shape xmlns:r="http://schemas.openxmlformats.org/officeDocument/2006/relationships" type="chevron" r:blip="">
                      <dgm:adjLst>
                        <dgm:adj idx="1" val="0.6231"/>
                      </dgm:adjLst>
                    </dgm:shape>
                  </dgm:if>
                  <dgm:else name="Name35">
                    <dgm:shape xmlns:r="http://schemas.openxmlformats.org/officeDocument/2006/relationships" rot="180" type="chevron" r:blip="">
                      <dgm:adjLst>
                        <dgm:adj idx="1" val="0.6231"/>
                      </dgm:adjLst>
                    </dgm:shape>
                  </dgm:else>
                </dgm:choose>
                <dgm:presOf/>
              </dgm:layoutNode>
              <dgm:layoutNode name="spChevron2">
                <dgm:alg type="sp"/>
                <dgm:shape xmlns:r="http://schemas.openxmlformats.org/officeDocument/2006/relationships" r:blip="">
                  <dgm:adjLst/>
                </dgm:shape>
                <dgm:presOf/>
              </dgm:layoutNode>
            </dgm:layoutNode>
          </dgm:if>
          <dgm:else name="Name36"/>
        </dgm:choose>
      </dgm:forEach>
    </dgm:forEach>
  </dgm:layoutNode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10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GB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658643B3-DD87-4A33-9877-AFDD60354F20}" type="datetimeFigureOut">
              <a:rPr lang="en-GB" smtClean="0"/>
              <a:t>03/02/2025</a:t>
            </a:fld>
            <a:endParaRPr lang="en-GB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GB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GB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E03EBB18-D41D-4AF0-96DA-54F4CEA9813F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268880193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CAC7507-D71F-16CD-2025-BFC48FBD3F84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71495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GB" dirty="0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807296B9-4C2A-A895-E69D-274325C07F3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4102553"/>
            <a:ext cx="9144000" cy="1655762"/>
          </a:xfrm>
        </p:spPr>
        <p:txBody>
          <a:bodyPr/>
          <a:lstStyle>
            <a:lvl1pPr marL="0" indent="0" algn="ctr">
              <a:buNone/>
              <a:defRPr sz="2400">
                <a:latin typeface="Bahnschrift" panose="020B0502040204020203" pitchFamily="34" charset="0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GB" dirty="0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D7921C8-EA39-791D-07A2-43D05DCC291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6743570-8FF9-43F9-B26E-5B044C9474B2}" type="datetimeFigureOut">
              <a:rPr lang="en-GB" smtClean="0"/>
              <a:t>03/02/2025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43DA3D1-95BE-6E4D-55B1-ED7FC865F4A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0D0F8BA-521B-3994-7166-EF27A8C168B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6E0FC10-0EC3-41B7-804F-B2AB18BBA7D7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084378156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E7E8B77-4098-54EE-E0E3-76CAB20A035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A603119-EDFF-DD0C-FAEB-D4B0A7D3583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>
            <a:lvl1pPr>
              <a:defRPr>
                <a:latin typeface="Bahnschrift" panose="020B0502040204020203" pitchFamily="34" charset="0"/>
              </a:defRPr>
            </a:lvl1pPr>
            <a:lvl2pPr>
              <a:defRPr>
                <a:latin typeface="Bahnschrift" panose="020B0502040204020203" pitchFamily="34" charset="0"/>
              </a:defRPr>
            </a:lvl2pPr>
            <a:lvl4pPr>
              <a:defRPr>
                <a:latin typeface="Bahnschrift" panose="020B0502040204020203" pitchFamily="34" charset="0"/>
              </a:defRPr>
            </a:lvl4pPr>
          </a:lstStyle>
          <a:p>
            <a:pPr lvl="0"/>
            <a:r>
              <a:rPr lang="en-GB" dirty="0"/>
              <a:t>Click to edit Master text styles</a:t>
            </a:r>
          </a:p>
          <a:p>
            <a:pPr lvl="1"/>
            <a:r>
              <a:rPr lang="en-GB" dirty="0"/>
              <a:t>Second level</a:t>
            </a:r>
          </a:p>
          <a:p>
            <a:pPr lvl="2"/>
            <a:r>
              <a:rPr lang="en-GB" dirty="0"/>
              <a:t>Third level</a:t>
            </a:r>
          </a:p>
          <a:p>
            <a:pPr lvl="3"/>
            <a:r>
              <a:rPr lang="en-GB" dirty="0"/>
              <a:t>Fourth level</a:t>
            </a:r>
          </a:p>
          <a:p>
            <a:pPr lvl="4"/>
            <a:r>
              <a:rPr lang="en-GB" dirty="0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0F01585-8ECB-98D8-99D2-96C2C377F93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6743570-8FF9-43F9-B26E-5B044C9474B2}" type="datetimeFigureOut">
              <a:rPr lang="en-GB" smtClean="0"/>
              <a:t>03/02/2025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98AF9E4-F1C7-9E23-3D56-653570E65A3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24952C1-0A09-4D38-FC7E-B1AD313661C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6E0FC10-0EC3-41B7-804F-B2AB18BBA7D7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565869979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CC64E91-9FAB-A3A3-04DB-3DF0B3F8F3F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GB" dirty="0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AD7EE92E-5643-9280-A013-7CEC5C850AB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  <a:latin typeface="Bahnschrift" panose="020B0502040204020203" pitchFamily="34" charset="0"/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GB" dirty="0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0B7D2BF-6C5D-C7D3-DFD9-E3BE0D6FD4F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6743570-8FF9-43F9-B26E-5B044C9474B2}" type="datetimeFigureOut">
              <a:rPr lang="en-GB" smtClean="0"/>
              <a:t>03/02/2025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BA7CFB6-DC85-41DF-AFF6-28EA54C8F7F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59F9199-7029-3BE0-1D2C-211585D021F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6E0FC10-0EC3-41B7-804F-B2AB18BBA7D7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545369503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2B6D090-4060-C39C-F5F2-E7A5FAB7C9B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FDBAEFD-E172-6AF3-F37B-4FC76CCEDAB8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>
            <a:lvl1pPr>
              <a:defRPr>
                <a:latin typeface="Bahnschrift" panose="020B0502040204020203" pitchFamily="34" charset="0"/>
              </a:defRPr>
            </a:lvl1pPr>
            <a:lvl2pPr>
              <a:defRPr>
                <a:latin typeface="Bahnschrift" panose="020B0502040204020203" pitchFamily="34" charset="0"/>
              </a:defRPr>
            </a:lvl2pPr>
            <a:lvl3pPr>
              <a:defRPr>
                <a:latin typeface="Bahnschrift" panose="020B0502040204020203" pitchFamily="34" charset="0"/>
              </a:defRPr>
            </a:lvl3pPr>
            <a:lvl4pPr>
              <a:defRPr>
                <a:latin typeface="Bahnschrift" panose="020B0502040204020203" pitchFamily="34" charset="0"/>
              </a:defRPr>
            </a:lvl4pPr>
          </a:lstStyle>
          <a:p>
            <a:pPr lvl="0"/>
            <a:r>
              <a:rPr lang="en-GB" dirty="0"/>
              <a:t>Click to edit Master text styles</a:t>
            </a:r>
          </a:p>
          <a:p>
            <a:pPr lvl="1"/>
            <a:r>
              <a:rPr lang="en-GB" dirty="0"/>
              <a:t>Second level</a:t>
            </a:r>
          </a:p>
          <a:p>
            <a:pPr lvl="2"/>
            <a:r>
              <a:rPr lang="en-GB" dirty="0"/>
              <a:t>Third level</a:t>
            </a:r>
          </a:p>
          <a:p>
            <a:pPr lvl="3"/>
            <a:r>
              <a:rPr lang="en-GB" dirty="0"/>
              <a:t>Fourth level</a:t>
            </a:r>
          </a:p>
          <a:p>
            <a:pPr lvl="4"/>
            <a:r>
              <a:rPr lang="en-GB" dirty="0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772E16A0-A675-BDDC-D821-1E3BE2C29D95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>
            <a:lvl1pPr>
              <a:defRPr>
                <a:latin typeface="Bahnschrift" panose="020B0502040204020203" pitchFamily="34" charset="0"/>
              </a:defRPr>
            </a:lvl1pPr>
            <a:lvl2pPr>
              <a:defRPr>
                <a:latin typeface="Bahnschrift" panose="020B0502040204020203" pitchFamily="34" charset="0"/>
              </a:defRPr>
            </a:lvl2pPr>
            <a:lvl3pPr>
              <a:defRPr>
                <a:latin typeface="Bahnschrift" panose="020B0502040204020203" pitchFamily="34" charset="0"/>
              </a:defRPr>
            </a:lvl3pPr>
            <a:lvl4pPr>
              <a:defRPr>
                <a:latin typeface="Bahnschrift" panose="020B0502040204020203" pitchFamily="34" charset="0"/>
              </a:defRPr>
            </a:lvl4pPr>
          </a:lstStyle>
          <a:p>
            <a:pPr lvl="0"/>
            <a:r>
              <a:rPr lang="en-GB" dirty="0"/>
              <a:t>Click to edit Master text styles</a:t>
            </a:r>
          </a:p>
          <a:p>
            <a:pPr lvl="1"/>
            <a:r>
              <a:rPr lang="en-GB" dirty="0"/>
              <a:t>Second level</a:t>
            </a:r>
          </a:p>
          <a:p>
            <a:pPr lvl="2"/>
            <a:r>
              <a:rPr lang="en-GB" dirty="0"/>
              <a:t>Third level</a:t>
            </a:r>
          </a:p>
          <a:p>
            <a:pPr lvl="3"/>
            <a:r>
              <a:rPr lang="en-GB" dirty="0"/>
              <a:t>Fourth level</a:t>
            </a:r>
          </a:p>
          <a:p>
            <a:pPr lvl="4"/>
            <a:r>
              <a:rPr lang="en-GB" dirty="0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BE8319BE-318D-784E-177C-30FEB5670D2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6743570-8FF9-43F9-B26E-5B044C9474B2}" type="datetimeFigureOut">
              <a:rPr lang="en-GB" smtClean="0"/>
              <a:t>03/02/2025</a:t>
            </a:fld>
            <a:endParaRPr lang="en-GB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05CF1E76-C288-FA23-43C5-87A49EF9699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2CB3276D-836C-3FB1-8493-5A0283AAE63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6E0FC10-0EC3-41B7-804F-B2AB18BBA7D7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968384986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FEF2690-A817-6D45-55D7-ABDF00D89B7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GB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FC76C5E7-BC49-9F52-5360-9C12551290F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>
                <a:latin typeface="Bahnschrift" panose="020B0502040204020203" pitchFamily="34" charset="0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 dirty="0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2FE4602B-CF37-0F7F-248D-529B8B1A95C5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>
            <a:lvl1pPr>
              <a:defRPr>
                <a:latin typeface="Bahnschrift" panose="020B0502040204020203" pitchFamily="34" charset="0"/>
              </a:defRPr>
            </a:lvl1pPr>
            <a:lvl2pPr>
              <a:defRPr>
                <a:latin typeface="Bahnschrift" panose="020B0502040204020203" pitchFamily="34" charset="0"/>
              </a:defRPr>
            </a:lvl2pPr>
            <a:lvl3pPr>
              <a:defRPr>
                <a:latin typeface="Bahnschrift" panose="020B0502040204020203" pitchFamily="34" charset="0"/>
              </a:defRPr>
            </a:lvl3pPr>
            <a:lvl4pPr>
              <a:defRPr>
                <a:latin typeface="Bahnschrift" panose="020B0502040204020203" pitchFamily="34" charset="0"/>
              </a:defRPr>
            </a:lvl4pPr>
          </a:lstStyle>
          <a:p>
            <a:pPr lvl="0"/>
            <a:r>
              <a:rPr lang="en-GB" dirty="0"/>
              <a:t>Click to edit Master text styles</a:t>
            </a:r>
          </a:p>
          <a:p>
            <a:pPr lvl="1"/>
            <a:r>
              <a:rPr lang="en-GB" dirty="0"/>
              <a:t>Second level</a:t>
            </a:r>
          </a:p>
          <a:p>
            <a:pPr lvl="2"/>
            <a:r>
              <a:rPr lang="en-GB" dirty="0"/>
              <a:t>Third level</a:t>
            </a:r>
          </a:p>
          <a:p>
            <a:pPr lvl="3"/>
            <a:r>
              <a:rPr lang="en-GB" dirty="0"/>
              <a:t>Fourth level</a:t>
            </a:r>
          </a:p>
          <a:p>
            <a:pPr lvl="4"/>
            <a:r>
              <a:rPr lang="en-GB" dirty="0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8676B5A4-C10F-7E83-C20E-07EC76AE81AA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>
                <a:latin typeface="Bahnschrift" panose="020B0502040204020203" pitchFamily="34" charset="0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 dirty="0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56AEFC39-A657-D9EA-7763-5BAEE5C5D56F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>
            <a:lvl1pPr>
              <a:defRPr>
                <a:latin typeface="Bahnschrift" panose="020B0502040204020203" pitchFamily="34" charset="0"/>
              </a:defRPr>
            </a:lvl1pPr>
            <a:lvl2pPr>
              <a:defRPr>
                <a:latin typeface="Bahnschrift" panose="020B0502040204020203" pitchFamily="34" charset="0"/>
              </a:defRPr>
            </a:lvl2pPr>
            <a:lvl3pPr>
              <a:defRPr>
                <a:latin typeface="Bahnschrift" panose="020B0502040204020203" pitchFamily="34" charset="0"/>
              </a:defRPr>
            </a:lvl3pPr>
            <a:lvl4pPr>
              <a:defRPr>
                <a:latin typeface="Bahnschrift" panose="020B0502040204020203" pitchFamily="34" charset="0"/>
              </a:defRPr>
            </a:lvl4pPr>
            <a:lvl5pPr>
              <a:defRPr>
                <a:latin typeface="Bahnschrift" panose="020B0502040204020203" pitchFamily="34" charset="0"/>
              </a:defRPr>
            </a:lvl5pPr>
          </a:lstStyle>
          <a:p>
            <a:pPr lvl="0"/>
            <a:r>
              <a:rPr lang="en-GB" dirty="0"/>
              <a:t>Click to edit Master text styles</a:t>
            </a:r>
          </a:p>
          <a:p>
            <a:pPr lvl="1"/>
            <a:r>
              <a:rPr lang="en-GB" dirty="0"/>
              <a:t>Second level</a:t>
            </a:r>
          </a:p>
          <a:p>
            <a:pPr lvl="2"/>
            <a:r>
              <a:rPr lang="en-GB" dirty="0"/>
              <a:t>Third level</a:t>
            </a:r>
          </a:p>
          <a:p>
            <a:pPr lvl="3"/>
            <a:r>
              <a:rPr lang="en-GB" dirty="0"/>
              <a:t>Fourth level</a:t>
            </a:r>
          </a:p>
          <a:p>
            <a:pPr lvl="4"/>
            <a:r>
              <a:rPr lang="en-GB" dirty="0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C656620C-668D-E678-908B-EDB98A705E1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6743570-8FF9-43F9-B26E-5B044C9474B2}" type="datetimeFigureOut">
              <a:rPr lang="en-GB" smtClean="0"/>
              <a:t>03/02/2025</a:t>
            </a:fld>
            <a:endParaRPr lang="en-GB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E4B06584-08A2-47EE-F0DF-4AFAF7C5B64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0BA9A4A0-0CA4-7512-AE3D-6A75B02F160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6E0FC10-0EC3-41B7-804F-B2AB18BBA7D7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106865780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9A9E628-F0A0-D129-5A46-48DFB73521D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CE1660B6-77E2-0F5A-A677-72C3ADCCAE7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6743570-8FF9-43F9-B26E-5B044C9474B2}" type="datetimeFigureOut">
              <a:rPr lang="en-GB" smtClean="0"/>
              <a:t>03/02/2025</a:t>
            </a:fld>
            <a:endParaRPr lang="en-GB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AA59492F-8821-E30E-3756-685080027B1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1E9D79CB-FED1-2F57-27D3-3B3F398AE12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6E0FC10-0EC3-41B7-804F-B2AB18BBA7D7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005396653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5EC8770C-61C7-C55F-76A5-0F073B38CBB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6743570-8FF9-43F9-B26E-5B044C9474B2}" type="datetimeFigureOut">
              <a:rPr lang="en-GB" smtClean="0"/>
              <a:t>03/02/2025</a:t>
            </a:fld>
            <a:endParaRPr lang="en-GB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AD32E4E4-2F7F-F845-80EC-45C4D9FA1FC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BCBA8E5-4DDA-9110-5541-AFA9D5EC8AE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6E0FC10-0EC3-41B7-804F-B2AB18BBA7D7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341875354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B0B9A2E-EC2B-94E6-ADB2-930A6A591E7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GB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315068E-4472-1AC7-6415-2C9539F5ECF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>
                <a:latin typeface="Bahnschrift" panose="020B0502040204020203" pitchFamily="34" charset="0"/>
              </a:defRPr>
            </a:lvl1pPr>
            <a:lvl2pPr>
              <a:defRPr sz="2800">
                <a:latin typeface="Bahnschrift" panose="020B0502040204020203" pitchFamily="34" charset="0"/>
              </a:defRPr>
            </a:lvl2pPr>
            <a:lvl3pPr>
              <a:defRPr sz="2400">
                <a:latin typeface="Bahnschrift" panose="020B0502040204020203" pitchFamily="34" charset="0"/>
              </a:defRPr>
            </a:lvl3pPr>
            <a:lvl4pPr>
              <a:defRPr sz="2000">
                <a:latin typeface="Bahnschrift" panose="020B0502040204020203" pitchFamily="34" charset="0"/>
              </a:defRPr>
            </a:lvl4pPr>
            <a:lvl5pPr>
              <a:defRPr sz="2000">
                <a:latin typeface="Bahnschrift" panose="020B0502040204020203" pitchFamily="34" charset="0"/>
              </a:defRPr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GB" dirty="0"/>
              <a:t>Click to edit Master text styles</a:t>
            </a:r>
          </a:p>
          <a:p>
            <a:pPr lvl="1"/>
            <a:r>
              <a:rPr lang="en-GB" dirty="0"/>
              <a:t>Second level</a:t>
            </a:r>
          </a:p>
          <a:p>
            <a:pPr lvl="2"/>
            <a:r>
              <a:rPr lang="en-GB" dirty="0"/>
              <a:t>Third level</a:t>
            </a:r>
          </a:p>
          <a:p>
            <a:pPr lvl="3"/>
            <a:r>
              <a:rPr lang="en-GB" dirty="0"/>
              <a:t>Fourth level</a:t>
            </a:r>
          </a:p>
          <a:p>
            <a:pPr lvl="4"/>
            <a:r>
              <a:rPr lang="en-GB" dirty="0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691874CE-1D3C-E343-248F-352C59712A1B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>
                <a:latin typeface="Bahnschrift" panose="020B0502040204020203" pitchFamily="34" charset="0"/>
              </a:defRPr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GB" dirty="0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FDC2EC12-90CE-45A6-7441-72CA81BC226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6743570-8FF9-43F9-B26E-5B044C9474B2}" type="datetimeFigureOut">
              <a:rPr lang="en-GB" smtClean="0"/>
              <a:t>03/02/2025</a:t>
            </a:fld>
            <a:endParaRPr lang="en-GB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B883F95A-AC1E-75C8-D38A-9C9EDA87E01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21C3D48-B0ED-0023-62B2-6AE373CA4F3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6E0FC10-0EC3-41B7-804F-B2AB18BBA7D7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55188942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9B41677-7EFA-E88B-A3B8-10C65278AF4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GB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8A6CBB30-AB17-CC3C-79FF-88CBD366BF9D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>
                <a:latin typeface="Bahnschrift" panose="020B0502040204020203" pitchFamily="34" charset="0"/>
              </a:defRPr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GB" dirty="0"/>
              <a:t>Click icon to add picture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FC238C48-6CAD-91A4-D200-8DB246D7D055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>
                <a:latin typeface="Bahnschrift" panose="020B0502040204020203" pitchFamily="34" charset="0"/>
              </a:defRPr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GB" dirty="0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0E8A72EB-78DC-DDA0-879D-AE5514409C6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6743570-8FF9-43F9-B26E-5B044C9474B2}" type="datetimeFigureOut">
              <a:rPr lang="en-GB" smtClean="0"/>
              <a:t>03/02/2025</a:t>
            </a:fld>
            <a:endParaRPr lang="en-GB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342B282A-7BA1-6036-AA88-9AFA14A930C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F1A98411-B3DD-7659-7F6E-B74B9B2F06B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6E0FC10-0EC3-41B7-804F-B2AB18BBA7D7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035876413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C8FD500-FF98-05B5-10AC-2DBD48577E9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83751D7A-6C58-E4A0-3B1F-36E9B6D4F120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>
            <a:lvl1pPr>
              <a:defRPr>
                <a:latin typeface="Bahnschrift" panose="020B0502040204020203" pitchFamily="34" charset="0"/>
              </a:defRPr>
            </a:lvl1pPr>
            <a:lvl2pPr>
              <a:defRPr>
                <a:latin typeface="Bahnschrift" panose="020B0502040204020203" pitchFamily="34" charset="0"/>
              </a:defRPr>
            </a:lvl2pPr>
            <a:lvl3pPr>
              <a:defRPr>
                <a:latin typeface="Bahnschrift" panose="020B0502040204020203" pitchFamily="34" charset="0"/>
              </a:defRPr>
            </a:lvl3pPr>
            <a:lvl4pPr>
              <a:defRPr>
                <a:latin typeface="Bahnschrift" panose="020B0502040204020203" pitchFamily="34" charset="0"/>
              </a:defRPr>
            </a:lvl4pPr>
            <a:lvl5pPr>
              <a:defRPr>
                <a:latin typeface="Bahnschrift" panose="020B0502040204020203" pitchFamily="34" charset="0"/>
              </a:defRPr>
            </a:lvl5pPr>
          </a:lstStyle>
          <a:p>
            <a:pPr lvl="0"/>
            <a:r>
              <a:rPr lang="en-GB" dirty="0"/>
              <a:t>Click to edit Master text styles</a:t>
            </a:r>
          </a:p>
          <a:p>
            <a:pPr lvl="1"/>
            <a:r>
              <a:rPr lang="en-GB" dirty="0"/>
              <a:t>Second level</a:t>
            </a:r>
          </a:p>
          <a:p>
            <a:pPr lvl="2"/>
            <a:r>
              <a:rPr lang="en-GB" dirty="0"/>
              <a:t>Third level</a:t>
            </a:r>
          </a:p>
          <a:p>
            <a:pPr lvl="3"/>
            <a:r>
              <a:rPr lang="en-GB" dirty="0"/>
              <a:t>Fourth level</a:t>
            </a:r>
          </a:p>
          <a:p>
            <a:pPr lvl="4"/>
            <a:r>
              <a:rPr lang="en-GB" dirty="0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4241341-B221-88D1-0CD9-17AEC38B4EB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6743570-8FF9-43F9-B26E-5B044C9474B2}" type="datetimeFigureOut">
              <a:rPr lang="en-GB" smtClean="0"/>
              <a:t>03/02/2025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9E1E882-435A-7347-0D46-0C02F94CB80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CDED11D-BE43-FD0C-55A3-95363B9CA1A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6E0FC10-0EC3-41B7-804F-B2AB18BBA7D7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696227327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E8C41BDD-C808-5714-E477-C4AFD193511A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GB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1CD41EE4-BA96-C14D-50BC-CEC26812A946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>
            <a:lvl1pPr>
              <a:defRPr>
                <a:latin typeface="Bahnschrift" panose="020B0502040204020203" pitchFamily="34" charset="0"/>
              </a:defRPr>
            </a:lvl1pPr>
            <a:lvl2pPr>
              <a:defRPr>
                <a:latin typeface="Bahnschrift" panose="020B0502040204020203" pitchFamily="34" charset="0"/>
              </a:defRPr>
            </a:lvl2pPr>
            <a:lvl3pPr>
              <a:defRPr>
                <a:latin typeface="Bahnschrift" panose="020B0502040204020203" pitchFamily="34" charset="0"/>
              </a:defRPr>
            </a:lvl3pPr>
            <a:lvl4pPr>
              <a:defRPr>
                <a:latin typeface="Bahnschrift" panose="020B0502040204020203" pitchFamily="34" charset="0"/>
              </a:defRPr>
            </a:lvl4pPr>
            <a:lvl5pPr>
              <a:defRPr>
                <a:latin typeface="Bahnschrift" panose="020B0502040204020203" pitchFamily="34" charset="0"/>
              </a:defRPr>
            </a:lvl5pPr>
          </a:lstStyle>
          <a:p>
            <a:pPr lvl="0"/>
            <a:r>
              <a:rPr lang="en-GB" dirty="0"/>
              <a:t>Click to edit Master text styles</a:t>
            </a:r>
          </a:p>
          <a:p>
            <a:pPr lvl="1"/>
            <a:r>
              <a:rPr lang="en-GB" dirty="0"/>
              <a:t>Second level</a:t>
            </a:r>
          </a:p>
          <a:p>
            <a:pPr lvl="2"/>
            <a:r>
              <a:rPr lang="en-GB" dirty="0"/>
              <a:t>Third level</a:t>
            </a:r>
          </a:p>
          <a:p>
            <a:pPr lvl="3"/>
            <a:r>
              <a:rPr lang="en-GB" dirty="0"/>
              <a:t>Fourth level</a:t>
            </a:r>
          </a:p>
          <a:p>
            <a:pPr lvl="4"/>
            <a:r>
              <a:rPr lang="en-GB" dirty="0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2952A95-8D16-A05E-FBBA-BBA133766C0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6743570-8FF9-43F9-B26E-5B044C9474B2}" type="datetimeFigureOut">
              <a:rPr lang="en-GB" smtClean="0"/>
              <a:t>03/02/2025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21098B6-C424-D4D6-4E91-8EF2A4842AF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C06016C-8545-BF27-90F8-4E79F7661E6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6E0FC10-0EC3-41B7-804F-B2AB18BBA7D7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380567350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C9FEF667-8DC9-3E08-6F98-4DE9B470C43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GB" dirty="0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DF53D6BB-D958-058B-3C0A-92135CE4405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GB" dirty="0"/>
              <a:t>Click to edit Master text styles</a:t>
            </a:r>
          </a:p>
          <a:p>
            <a:pPr lvl="1"/>
            <a:r>
              <a:rPr lang="en-GB" dirty="0"/>
              <a:t>Second level</a:t>
            </a:r>
          </a:p>
          <a:p>
            <a:pPr lvl="2"/>
            <a:r>
              <a:rPr lang="en-GB" dirty="0"/>
              <a:t>Third level</a:t>
            </a:r>
          </a:p>
          <a:p>
            <a:pPr lvl="3"/>
            <a:r>
              <a:rPr lang="en-GB" dirty="0"/>
              <a:t>Fourth level</a:t>
            </a:r>
          </a:p>
          <a:p>
            <a:pPr lvl="4"/>
            <a:r>
              <a:rPr lang="en-GB" dirty="0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6F170F1-EE1E-D3CB-9757-940F920B60DC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accent6">
                    <a:lumMod val="20000"/>
                    <a:lumOff val="80000"/>
                  </a:schemeClr>
                </a:solidFill>
              </a:defRPr>
            </a:lvl1pPr>
          </a:lstStyle>
          <a:p>
            <a:r>
              <a:rPr lang="de-CH"/>
              <a:t>KZU</a:t>
            </a:r>
            <a:endParaRPr lang="en-GB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8C2F5D1-2B74-1926-DFB7-327F826071DD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accent6">
                    <a:lumMod val="20000"/>
                    <a:lumOff val="80000"/>
                  </a:schemeClr>
                </a:solidFill>
              </a:defRPr>
            </a:lvl1pPr>
          </a:lstStyle>
          <a:p>
            <a:r>
              <a:rPr lang="de-CH"/>
              <a:t>Machine Learning</a:t>
            </a:r>
            <a:endParaRPr lang="en-GB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2A2DC4D-0399-B3C3-63ED-C710996D39B5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accent6">
                    <a:lumMod val="20000"/>
                    <a:lumOff val="80000"/>
                  </a:schemeClr>
                </a:solidFill>
              </a:defRPr>
            </a:lvl1pPr>
          </a:lstStyle>
          <a:p>
            <a:fld id="{76E0FC10-0EC3-41B7-804F-B2AB18BBA7D7}" type="slidenum">
              <a:rPr lang="en-GB" smtClean="0"/>
              <a:pPr/>
              <a:t>‹#›</a:t>
            </a:fld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320264853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accent6">
              <a:lumMod val="50000"/>
            </a:schemeClr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accent6">
              <a:lumMod val="50000"/>
            </a:schemeClr>
          </a:solidFill>
          <a:latin typeface="Bahnschrift" panose="020B0502040204020203" pitchFamily="34" charset="0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accent6">
              <a:lumMod val="75000"/>
            </a:schemeClr>
          </a:solidFill>
          <a:latin typeface="Bahnschrift" panose="020B0502040204020203" pitchFamily="34" charset="0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accent6">
              <a:lumMod val="60000"/>
              <a:lumOff val="40000"/>
            </a:schemeClr>
          </a:solidFill>
          <a:latin typeface="Bahnschrift" panose="020B0502040204020203" pitchFamily="34" charset="0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accent6">
              <a:lumMod val="40000"/>
              <a:lumOff val="60000"/>
            </a:schemeClr>
          </a:solidFill>
          <a:latin typeface="Bahnschrift" panose="020B0502040204020203" pitchFamily="34" charset="0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accent6">
              <a:lumMod val="20000"/>
              <a:lumOff val="80000"/>
            </a:schemeClr>
          </a:solidFill>
          <a:latin typeface="Bahnschrift" panose="020B0502040204020203" pitchFamily="34" charset="0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8" Type="http://schemas.openxmlformats.org/officeDocument/2006/relationships/image" Target="../media/image7.png"/><Relationship Id="rId13" Type="http://schemas.openxmlformats.org/officeDocument/2006/relationships/image" Target="../media/image12.svg"/><Relationship Id="rId3" Type="http://schemas.openxmlformats.org/officeDocument/2006/relationships/image" Target="../media/image2.svg"/><Relationship Id="rId7" Type="http://schemas.openxmlformats.org/officeDocument/2006/relationships/image" Target="../media/image6.svg"/><Relationship Id="rId12" Type="http://schemas.openxmlformats.org/officeDocument/2006/relationships/image" Target="../media/image11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5.png"/><Relationship Id="rId11" Type="http://schemas.openxmlformats.org/officeDocument/2006/relationships/image" Target="../media/image10.svg"/><Relationship Id="rId5" Type="http://schemas.openxmlformats.org/officeDocument/2006/relationships/image" Target="../media/image4.svg"/><Relationship Id="rId15" Type="http://schemas.openxmlformats.org/officeDocument/2006/relationships/image" Target="../media/image14.svg"/><Relationship Id="rId10" Type="http://schemas.openxmlformats.org/officeDocument/2006/relationships/image" Target="../media/image9.png"/><Relationship Id="rId4" Type="http://schemas.openxmlformats.org/officeDocument/2006/relationships/image" Target="../media/image3.png"/><Relationship Id="rId9" Type="http://schemas.openxmlformats.org/officeDocument/2006/relationships/image" Target="../media/image8.svg"/><Relationship Id="rId14" Type="http://schemas.openxmlformats.org/officeDocument/2006/relationships/image" Target="../media/image13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17.png"/></Relationships>
</file>

<file path=ppt/slides/_rels/slide7.xml.rels><?xml version="1.0" encoding="UTF-8" standalone="yes"?>
<Relationships xmlns="http://schemas.openxmlformats.org/package/2006/relationships"><Relationship Id="rId8" Type="http://schemas.openxmlformats.org/officeDocument/2006/relationships/diagramLayout" Target="../diagrams/layout10.xml"/><Relationship Id="rId3" Type="http://schemas.openxmlformats.org/officeDocument/2006/relationships/diagramLayout" Target="../diagrams/layout1.xml"/><Relationship Id="rId7" Type="http://schemas.openxmlformats.org/officeDocument/2006/relationships/diagramData" Target="../diagrams/data2.xml"/><Relationship Id="rId2" Type="http://schemas.openxmlformats.org/officeDocument/2006/relationships/diagramData" Target="../diagrams/data1.xml"/><Relationship Id="rId1" Type="http://schemas.openxmlformats.org/officeDocument/2006/relationships/slideLayout" Target="../slideLayouts/slideLayout6.xml"/><Relationship Id="rId6" Type="http://schemas.microsoft.com/office/2007/relationships/diagramDrawing" Target="../diagrams/drawing1.xml"/><Relationship Id="rId5" Type="http://schemas.openxmlformats.org/officeDocument/2006/relationships/diagramColors" Target="../diagrams/colors1.xml"/><Relationship Id="rId10" Type="http://schemas.openxmlformats.org/officeDocument/2006/relationships/diagramColors" Target="../diagrams/colors10.xml"/><Relationship Id="rId4" Type="http://schemas.openxmlformats.org/officeDocument/2006/relationships/diagramQuickStyle" Target="../diagrams/quickStyle1.xml"/><Relationship Id="rId9" Type="http://schemas.openxmlformats.org/officeDocument/2006/relationships/diagramQuickStyle" Target="../diagrams/quickStyle10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6.xml"/><Relationship Id="rId6" Type="http://schemas.openxmlformats.org/officeDocument/2006/relationships/image" Target="../media/image22.png"/><Relationship Id="rId5" Type="http://schemas.openxmlformats.org/officeDocument/2006/relationships/image" Target="../media/image21.png"/><Relationship Id="rId4" Type="http://schemas.openxmlformats.org/officeDocument/2006/relationships/image" Target="../media/image20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4.png"/><Relationship Id="rId2" Type="http://schemas.openxmlformats.org/officeDocument/2006/relationships/image" Target="../media/image23.png"/><Relationship Id="rId1" Type="http://schemas.openxmlformats.org/officeDocument/2006/relationships/slideLayout" Target="../slideLayouts/slideLayout6.xml"/><Relationship Id="rId6" Type="http://schemas.openxmlformats.org/officeDocument/2006/relationships/image" Target="../media/image27.png"/><Relationship Id="rId5" Type="http://schemas.openxmlformats.org/officeDocument/2006/relationships/image" Target="../media/image26.png"/><Relationship Id="rId4" Type="http://schemas.openxmlformats.org/officeDocument/2006/relationships/image" Target="../media/image25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4.png"/><Relationship Id="rId2" Type="http://schemas.openxmlformats.org/officeDocument/2006/relationships/image" Target="../media/image23.png"/><Relationship Id="rId1" Type="http://schemas.openxmlformats.org/officeDocument/2006/relationships/slideLayout" Target="../slideLayouts/slideLayout6.xml"/><Relationship Id="rId6" Type="http://schemas.openxmlformats.org/officeDocument/2006/relationships/image" Target="../media/image27.png"/><Relationship Id="rId5" Type="http://schemas.openxmlformats.org/officeDocument/2006/relationships/image" Target="../media/image26.png"/><Relationship Id="rId4" Type="http://schemas.openxmlformats.org/officeDocument/2006/relationships/image" Target="../media/image25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7.xml"/><Relationship Id="rId2" Type="http://schemas.openxmlformats.org/officeDocument/2006/relationships/video" Target="../media/media1.mp4"/><Relationship Id="rId1" Type="http://schemas.microsoft.com/office/2007/relationships/media" Target="../media/media1.mp4"/><Relationship Id="rId5" Type="http://schemas.openxmlformats.org/officeDocument/2006/relationships/image" Target="../media/image29.png"/><Relationship Id="rId4" Type="http://schemas.openxmlformats.org/officeDocument/2006/relationships/image" Target="../media/image28.png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1.png"/><Relationship Id="rId2" Type="http://schemas.openxmlformats.org/officeDocument/2006/relationships/image" Target="../media/image30.png"/><Relationship Id="rId1" Type="http://schemas.openxmlformats.org/officeDocument/2006/relationships/slideLayout" Target="../slideLayouts/slideLayout7.xml"/></Relationships>
</file>

<file path=ppt/slides/_rels/slide3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1.png"/><Relationship Id="rId2" Type="http://schemas.openxmlformats.org/officeDocument/2006/relationships/image" Target="../media/image32.png"/><Relationship Id="rId1" Type="http://schemas.openxmlformats.org/officeDocument/2006/relationships/slideLayout" Target="../slideLayouts/slideLayout7.xml"/></Relationships>
</file>

<file path=ppt/slides/_rels/slide3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3.pn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31.png"/><Relationship Id="rId4" Type="http://schemas.openxmlformats.org/officeDocument/2006/relationships/image" Target="../media/image35.png"/></Relationships>
</file>

<file path=ppt/slides/_rels/slide3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4.pn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31.png"/><Relationship Id="rId4" Type="http://schemas.openxmlformats.org/officeDocument/2006/relationships/image" Target="../media/image37.png"/></Relationships>
</file>

<file path=ppt/slides/_rels/slide3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1.png"/><Relationship Id="rId2" Type="http://schemas.openxmlformats.org/officeDocument/2006/relationships/image" Target="../media/image36.png"/><Relationship Id="rId1" Type="http://schemas.openxmlformats.org/officeDocument/2006/relationships/slideLayout" Target="../slideLayouts/slideLayout7.xml"/></Relationships>
</file>

<file path=ppt/slides/_rels/slide3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8.pn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31.png"/><Relationship Id="rId4" Type="http://schemas.openxmlformats.org/officeDocument/2006/relationships/image" Target="../media/image40.png"/></Relationships>
</file>

<file path=ppt/slides/_rels/slide3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80.pn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31.png"/><Relationship Id="rId4" Type="http://schemas.openxmlformats.org/officeDocument/2006/relationships/image" Target="../media/image42.png"/></Relationships>
</file>

<file path=ppt/slides/_rels/slide3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1.png"/><Relationship Id="rId2" Type="http://schemas.openxmlformats.org/officeDocument/2006/relationships/image" Target="../media/image30.png"/><Relationship Id="rId1" Type="http://schemas.openxmlformats.org/officeDocument/2006/relationships/slideLayout" Target="../slideLayouts/slideLayout7.xml"/></Relationships>
</file>

<file path=ppt/slides/_rels/slide39.xml.rels><?xml version="1.0" encoding="UTF-8" standalone="yes"?>
<Relationships xmlns="http://schemas.openxmlformats.org/package/2006/relationships"><Relationship Id="rId3" Type="http://schemas.openxmlformats.org/officeDocument/2006/relationships/image" Target="../media/image43.pn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31.png"/><Relationship Id="rId4" Type="http://schemas.openxmlformats.org/officeDocument/2006/relationships/image" Target="../media/image44.png"/></Relationships>
</file>

<file path=ppt/slides/_rels/slide40.xml.rels><?xml version="1.0" encoding="UTF-8" standalone="yes"?>
<Relationships xmlns="http://schemas.openxmlformats.org/package/2006/relationships"><Relationship Id="rId3" Type="http://schemas.openxmlformats.org/officeDocument/2006/relationships/image" Target="../media/image43.pn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31.png"/><Relationship Id="rId4" Type="http://schemas.openxmlformats.org/officeDocument/2006/relationships/image" Target="../media/image44.png"/></Relationships>
</file>

<file path=ppt/slides/_rels/slide4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4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1.png"/><Relationship Id="rId2" Type="http://schemas.openxmlformats.org/officeDocument/2006/relationships/image" Target="../media/image39.png"/><Relationship Id="rId1" Type="http://schemas.openxmlformats.org/officeDocument/2006/relationships/slideLayout" Target="../slideLayouts/slideLayout6.xml"/><Relationship Id="rId6" Type="http://schemas.openxmlformats.org/officeDocument/2006/relationships/image" Target="../media/image46.svg"/><Relationship Id="rId5" Type="http://schemas.openxmlformats.org/officeDocument/2006/relationships/image" Target="../media/image45.png"/><Relationship Id="rId4" Type="http://schemas.openxmlformats.org/officeDocument/2006/relationships/image" Target="../media/image42.svg"/></Relationships>
</file>

<file path=ppt/slides/_rels/slide44.xml.rels><?xml version="1.0" encoding="UTF-8" standalone="yes"?>
<Relationships xmlns="http://schemas.openxmlformats.org/package/2006/relationships"><Relationship Id="rId8" Type="http://schemas.openxmlformats.org/officeDocument/2006/relationships/image" Target="../media/image53.png"/><Relationship Id="rId3" Type="http://schemas.openxmlformats.org/officeDocument/2006/relationships/image" Target="../media/image48.png"/><Relationship Id="rId7" Type="http://schemas.openxmlformats.org/officeDocument/2006/relationships/image" Target="../media/image52.svg"/><Relationship Id="rId2" Type="http://schemas.openxmlformats.org/officeDocument/2006/relationships/image" Target="../media/image47.png"/><Relationship Id="rId1" Type="http://schemas.openxmlformats.org/officeDocument/2006/relationships/slideLayout" Target="../slideLayouts/slideLayout6.xml"/><Relationship Id="rId6" Type="http://schemas.openxmlformats.org/officeDocument/2006/relationships/image" Target="../media/image51.png"/><Relationship Id="rId5" Type="http://schemas.openxmlformats.org/officeDocument/2006/relationships/image" Target="../media/image50.svg"/><Relationship Id="rId4" Type="http://schemas.openxmlformats.org/officeDocument/2006/relationships/image" Target="../media/image49.png"/><Relationship Id="rId9" Type="http://schemas.openxmlformats.org/officeDocument/2006/relationships/image" Target="../media/image54.svg"/></Relationships>
</file>

<file path=ppt/slides/_rels/slide4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6.xml.rels><?xml version="1.0" encoding="UTF-8" standalone="yes"?>
<Relationships xmlns="http://schemas.openxmlformats.org/package/2006/relationships"><Relationship Id="rId2" Type="http://schemas.openxmlformats.org/officeDocument/2006/relationships/image" Target="../media/image55.png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CEDC111-7C8C-2C67-BC31-4B2226B4E674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2235200"/>
            <a:ext cx="9144000" cy="2387600"/>
          </a:xfrm>
        </p:spPr>
        <p:txBody>
          <a:bodyPr anchor="ctr"/>
          <a:lstStyle/>
          <a:p>
            <a:r>
              <a:rPr lang="de-CH" dirty="0"/>
              <a:t>Basics of </a:t>
            </a:r>
            <a:r>
              <a:rPr lang="en-GB" dirty="0"/>
              <a:t>Machine Learning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F3FB9EF5-0C03-8DD3-808B-680C09176346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4237024"/>
            <a:ext cx="9144000" cy="1655762"/>
          </a:xfrm>
        </p:spPr>
        <p:txBody>
          <a:bodyPr/>
          <a:lstStyle/>
          <a:p>
            <a:r>
              <a:rPr lang="de-CH" dirty="0"/>
              <a:t>Chapter 1</a:t>
            </a:r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4017865727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spd="slow">
        <p159:morph option="byObject"/>
      </p:transition>
    </mc:Choice>
    <mc:Fallback xmlns="">
      <p:transition spd="slow">
        <p:fade/>
      </p:transition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7A465D30-D040-9840-8F17-AD5016C670EE}"/>
              </a:ext>
            </a:extLst>
          </p:cNvPr>
          <p:cNvSpPr txBox="1"/>
          <p:nvPr/>
        </p:nvSpPr>
        <p:spPr>
          <a:xfrm>
            <a:off x="427703" y="2459504"/>
            <a:ext cx="11336594" cy="255454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GB" sz="4000" dirty="0">
                <a:effectLst/>
                <a:latin typeface="Bahnschrift" panose="020B0502040204020203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Machine learning is a way for computer systems to perform tasks using </a:t>
            </a:r>
            <a:r>
              <a:rPr lang="en-GB" sz="4000" b="1" dirty="0">
                <a:solidFill>
                  <a:schemeClr val="accent6">
                    <a:lumMod val="75000"/>
                  </a:schemeClr>
                </a:solidFill>
                <a:effectLst/>
                <a:latin typeface="Bahnschrift" panose="020B0502040204020203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algorithms</a:t>
            </a:r>
            <a:r>
              <a:rPr lang="en-GB" sz="4000" dirty="0">
                <a:effectLst/>
                <a:latin typeface="Bahnschrift" panose="020B0502040204020203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 that learn from data, rather than being explicitly programmed with instructions.</a:t>
            </a:r>
            <a:endParaRPr lang="en-GB" sz="4000" dirty="0"/>
          </a:p>
        </p:txBody>
      </p:sp>
    </p:spTree>
    <p:extLst>
      <p:ext uri="{BB962C8B-B14F-4D97-AF65-F5344CB8AC3E}">
        <p14:creationId xmlns:p14="http://schemas.microsoft.com/office/powerpoint/2010/main" val="1939903422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spd="slow">
        <p159:morph option="byObject"/>
      </p:transition>
    </mc:Choice>
    <mc:Fallback xmlns="">
      <p:transition spd="slow">
        <p:fade/>
      </p:transition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F6DCCB0-C8CA-B149-1616-DADC60F28B35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2816264"/>
            <a:ext cx="9144000" cy="1225471"/>
          </a:xfrm>
        </p:spPr>
        <p:txBody>
          <a:bodyPr anchor="ctr"/>
          <a:lstStyle/>
          <a:p>
            <a:r>
              <a:rPr lang="de-CH" dirty="0"/>
              <a:t>Algorithms</a:t>
            </a:r>
            <a:endParaRPr lang="en-CH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F8C9EF7A-4C69-79D9-444A-D25DF7D6ED2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880370"/>
            <a:ext cx="9144000" cy="1655762"/>
          </a:xfrm>
        </p:spPr>
        <p:txBody>
          <a:bodyPr/>
          <a:lstStyle/>
          <a:p>
            <a:r>
              <a:rPr lang="de-CH" dirty="0"/>
              <a:t>Chapter 1.1</a:t>
            </a:r>
            <a:endParaRPr lang="en-CH" dirty="0"/>
          </a:p>
        </p:txBody>
      </p:sp>
    </p:spTree>
    <p:extLst>
      <p:ext uri="{BB962C8B-B14F-4D97-AF65-F5344CB8AC3E}">
        <p14:creationId xmlns:p14="http://schemas.microsoft.com/office/powerpoint/2010/main" val="1425893407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spd="slow">
        <p159:morph option="byObject"/>
      </p:transition>
    </mc:Choice>
    <mc:Fallback xmlns="">
      <p:transition spd="slow">
        <p:fade/>
      </p:transition>
    </mc:Fallback>
  </mc:AlternateContent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lowchart: Data 1">
            <a:extLst>
              <a:ext uri="{FF2B5EF4-FFF2-40B4-BE49-F238E27FC236}">
                <a16:creationId xmlns:a16="http://schemas.microsoft.com/office/drawing/2014/main" id="{AE2F3F57-B01F-9575-4F59-2BB7B322B0E6}"/>
              </a:ext>
            </a:extLst>
          </p:cNvPr>
          <p:cNvSpPr/>
          <p:nvPr/>
        </p:nvSpPr>
        <p:spPr>
          <a:xfrm>
            <a:off x="609600" y="2985317"/>
            <a:ext cx="2782529" cy="887361"/>
          </a:xfrm>
          <a:prstGeom prst="flowChartInputOutput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3" name="Flowchart: Data 2">
            <a:extLst>
              <a:ext uri="{FF2B5EF4-FFF2-40B4-BE49-F238E27FC236}">
                <a16:creationId xmlns:a16="http://schemas.microsoft.com/office/drawing/2014/main" id="{8C917629-96B5-A9D3-E5D9-C1AC9E92521A}"/>
              </a:ext>
            </a:extLst>
          </p:cNvPr>
          <p:cNvSpPr/>
          <p:nvPr/>
        </p:nvSpPr>
        <p:spPr>
          <a:xfrm>
            <a:off x="8799871" y="2985317"/>
            <a:ext cx="2782529" cy="887361"/>
          </a:xfrm>
          <a:prstGeom prst="flowChartInputOutpu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4" name="Flowchart: Process 3">
            <a:extLst>
              <a:ext uri="{FF2B5EF4-FFF2-40B4-BE49-F238E27FC236}">
                <a16:creationId xmlns:a16="http://schemas.microsoft.com/office/drawing/2014/main" id="{DD32DF24-4A65-74FC-EF1D-E22E1D581F18}"/>
              </a:ext>
            </a:extLst>
          </p:cNvPr>
          <p:cNvSpPr/>
          <p:nvPr/>
        </p:nvSpPr>
        <p:spPr>
          <a:xfrm>
            <a:off x="4704735" y="2623981"/>
            <a:ext cx="2782529" cy="1610033"/>
          </a:xfrm>
          <a:prstGeom prst="flowChartProcess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E7D1D3EE-F6E2-F5F1-164D-39644733D3B3}"/>
              </a:ext>
            </a:extLst>
          </p:cNvPr>
          <p:cNvSpPr txBox="1"/>
          <p:nvPr/>
        </p:nvSpPr>
        <p:spPr>
          <a:xfrm>
            <a:off x="1179871" y="3244331"/>
            <a:ext cx="158299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de-CH" dirty="0">
                <a:latin typeface="Bahnschrift" panose="020B0502040204020203" pitchFamily="34" charset="0"/>
              </a:rPr>
              <a:t>Input</a:t>
            </a:r>
            <a:endParaRPr lang="en-GB" dirty="0">
              <a:latin typeface="Bahnschrift" panose="020B0502040204020203" pitchFamily="34" charset="0"/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9D798543-EFCB-7590-0D18-7FE2EAA02A8D}"/>
              </a:ext>
            </a:extLst>
          </p:cNvPr>
          <p:cNvSpPr txBox="1"/>
          <p:nvPr/>
        </p:nvSpPr>
        <p:spPr>
          <a:xfrm>
            <a:off x="9399638" y="3244331"/>
            <a:ext cx="158299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de-CH" dirty="0">
                <a:latin typeface="Bahnschrift" panose="020B0502040204020203" pitchFamily="34" charset="0"/>
              </a:rPr>
              <a:t>Output</a:t>
            </a:r>
            <a:endParaRPr lang="en-GB" dirty="0">
              <a:latin typeface="Bahnschrift" panose="020B0502040204020203" pitchFamily="34" charset="0"/>
            </a:endParaRP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E91F160A-25FF-29A6-6EA4-F36FD5600475}"/>
              </a:ext>
            </a:extLst>
          </p:cNvPr>
          <p:cNvSpPr txBox="1"/>
          <p:nvPr/>
        </p:nvSpPr>
        <p:spPr>
          <a:xfrm>
            <a:off x="5080817" y="3244331"/>
            <a:ext cx="203036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>
                <a:latin typeface="Bahnschrift" panose="020B0502040204020203" pitchFamily="34" charset="0"/>
              </a:rPr>
              <a:t>Transformation</a:t>
            </a:r>
          </a:p>
        </p:txBody>
      </p:sp>
      <p:cxnSp>
        <p:nvCxnSpPr>
          <p:cNvPr id="11" name="Straight Arrow Connector 10">
            <a:extLst>
              <a:ext uri="{FF2B5EF4-FFF2-40B4-BE49-F238E27FC236}">
                <a16:creationId xmlns:a16="http://schemas.microsoft.com/office/drawing/2014/main" id="{C5D3E14D-045B-E36C-1685-8581A398BDC8}"/>
              </a:ext>
            </a:extLst>
          </p:cNvPr>
          <p:cNvCxnSpPr>
            <a:cxnSpLocks/>
          </p:cNvCxnSpPr>
          <p:nvPr/>
        </p:nvCxnSpPr>
        <p:spPr>
          <a:xfrm>
            <a:off x="3113876" y="3425924"/>
            <a:ext cx="1590859" cy="0"/>
          </a:xfrm>
          <a:prstGeom prst="straightConnector1">
            <a:avLst/>
          </a:prstGeom>
          <a:ln>
            <a:solidFill>
              <a:schemeClr val="accent6">
                <a:lumMod val="50000"/>
              </a:schemeClr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" name="Straight Arrow Connector 11">
            <a:extLst>
              <a:ext uri="{FF2B5EF4-FFF2-40B4-BE49-F238E27FC236}">
                <a16:creationId xmlns:a16="http://schemas.microsoft.com/office/drawing/2014/main" id="{BDA2C3CE-3F25-6F81-8B45-834AC5457801}"/>
              </a:ext>
            </a:extLst>
          </p:cNvPr>
          <p:cNvCxnSpPr>
            <a:cxnSpLocks/>
          </p:cNvCxnSpPr>
          <p:nvPr/>
        </p:nvCxnSpPr>
        <p:spPr>
          <a:xfrm flipV="1">
            <a:off x="7487262" y="3425924"/>
            <a:ext cx="1590859" cy="6147"/>
          </a:xfrm>
          <a:prstGeom prst="straightConnector1">
            <a:avLst/>
          </a:prstGeom>
          <a:ln>
            <a:solidFill>
              <a:schemeClr val="accent6">
                <a:lumMod val="50000"/>
              </a:schemeClr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5" name="TextBox 14">
            <a:extLst>
              <a:ext uri="{FF2B5EF4-FFF2-40B4-BE49-F238E27FC236}">
                <a16:creationId xmlns:a16="http://schemas.microsoft.com/office/drawing/2014/main" id="{B00A54B4-BF77-FD29-E0B0-FF43B435B517}"/>
              </a:ext>
            </a:extLst>
          </p:cNvPr>
          <p:cNvSpPr txBox="1"/>
          <p:nvPr/>
        </p:nvSpPr>
        <p:spPr>
          <a:xfrm>
            <a:off x="2620293" y="4861735"/>
            <a:ext cx="6951407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GB" sz="2400" dirty="0">
                <a:solidFill>
                  <a:schemeClr val="accent6">
                    <a:lumMod val="50000"/>
                  </a:schemeClr>
                </a:solidFill>
                <a:latin typeface="Bahnschrift" panose="020B0502040204020203" pitchFamily="34" charset="0"/>
              </a:rPr>
              <a:t>An algorithm performs a series of defined steps or transformations on an input to produce a desired output.</a:t>
            </a:r>
            <a:endParaRPr lang="en-US" sz="2400" dirty="0">
              <a:solidFill>
                <a:schemeClr val="accent6">
                  <a:lumMod val="50000"/>
                </a:schemeClr>
              </a:solidFill>
              <a:latin typeface="Bahnschrift" panose="020B0502040204020203" pitchFamily="34" charset="0"/>
            </a:endParaRPr>
          </a:p>
        </p:txBody>
      </p:sp>
      <p:sp>
        <p:nvSpPr>
          <p:cNvPr id="8" name="Title 1">
            <a:extLst>
              <a:ext uri="{FF2B5EF4-FFF2-40B4-BE49-F238E27FC236}">
                <a16:creationId xmlns:a16="http://schemas.microsoft.com/office/drawing/2014/main" id="{36641D71-5D4D-3AF6-A28E-8D7DC0A6A68D}"/>
              </a:ext>
            </a:extLst>
          </p:cNvPr>
          <p:cNvSpPr txBox="1">
            <a:spLocks/>
          </p:cNvSpPr>
          <p:nvPr/>
        </p:nvSpPr>
        <p:spPr>
          <a:xfrm>
            <a:off x="990600" y="517525"/>
            <a:ext cx="10515600" cy="1325563"/>
          </a:xfrm>
          <a:prstGeom prst="rect">
            <a:avLst/>
          </a:prstGeom>
        </p:spPr>
        <p:txBody>
          <a:bodyPr/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accent6">
                    <a:lumMod val="50000"/>
                  </a:schemeClr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lang="en-GB" dirty="0"/>
              <a:t>Definition: Algorithm</a:t>
            </a:r>
          </a:p>
        </p:txBody>
      </p:sp>
    </p:spTree>
    <p:extLst>
      <p:ext uri="{BB962C8B-B14F-4D97-AF65-F5344CB8AC3E}">
        <p14:creationId xmlns:p14="http://schemas.microsoft.com/office/powerpoint/2010/main" val="899327401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spd="slow">
        <p159:morph option="byObject"/>
      </p:transition>
    </mc:Choice>
    <mc:Fallback xmlns="">
      <p:transition spd="slow">
        <p:fade/>
      </p:transition>
    </mc:Fallback>
  </mc:AlternateContent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lowchart: Data 1">
            <a:extLst>
              <a:ext uri="{FF2B5EF4-FFF2-40B4-BE49-F238E27FC236}">
                <a16:creationId xmlns:a16="http://schemas.microsoft.com/office/drawing/2014/main" id="{AE2F3F57-B01F-9575-4F59-2BB7B322B0E6}"/>
              </a:ext>
            </a:extLst>
          </p:cNvPr>
          <p:cNvSpPr/>
          <p:nvPr/>
        </p:nvSpPr>
        <p:spPr>
          <a:xfrm>
            <a:off x="609600" y="2991464"/>
            <a:ext cx="2782529" cy="887361"/>
          </a:xfrm>
          <a:prstGeom prst="flowChartInputOutput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3" name="Flowchart: Data 2">
            <a:extLst>
              <a:ext uri="{FF2B5EF4-FFF2-40B4-BE49-F238E27FC236}">
                <a16:creationId xmlns:a16="http://schemas.microsoft.com/office/drawing/2014/main" id="{8C917629-96B5-A9D3-E5D9-C1AC9E92521A}"/>
              </a:ext>
            </a:extLst>
          </p:cNvPr>
          <p:cNvSpPr/>
          <p:nvPr/>
        </p:nvSpPr>
        <p:spPr>
          <a:xfrm>
            <a:off x="8799871" y="2985318"/>
            <a:ext cx="2782529" cy="887361"/>
          </a:xfrm>
          <a:prstGeom prst="flowChartInputOutpu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4" name="Flowchart: Process 3">
            <a:extLst>
              <a:ext uri="{FF2B5EF4-FFF2-40B4-BE49-F238E27FC236}">
                <a16:creationId xmlns:a16="http://schemas.microsoft.com/office/drawing/2014/main" id="{DD32DF24-4A65-74FC-EF1D-E22E1D581F18}"/>
              </a:ext>
            </a:extLst>
          </p:cNvPr>
          <p:cNvSpPr/>
          <p:nvPr/>
        </p:nvSpPr>
        <p:spPr>
          <a:xfrm>
            <a:off x="4704735" y="2623981"/>
            <a:ext cx="2782529" cy="1610033"/>
          </a:xfrm>
          <a:prstGeom prst="flowChartProcess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cxnSp>
        <p:nvCxnSpPr>
          <p:cNvPr id="11" name="Straight Arrow Connector 10">
            <a:extLst>
              <a:ext uri="{FF2B5EF4-FFF2-40B4-BE49-F238E27FC236}">
                <a16:creationId xmlns:a16="http://schemas.microsoft.com/office/drawing/2014/main" id="{C5D3E14D-045B-E36C-1685-8581A398BDC8}"/>
              </a:ext>
            </a:extLst>
          </p:cNvPr>
          <p:cNvCxnSpPr>
            <a:cxnSpLocks/>
            <a:stCxn id="2" idx="5"/>
          </p:cNvCxnSpPr>
          <p:nvPr/>
        </p:nvCxnSpPr>
        <p:spPr>
          <a:xfrm flipV="1">
            <a:off x="3113876" y="3428998"/>
            <a:ext cx="1590859" cy="6147"/>
          </a:xfrm>
          <a:prstGeom prst="straightConnector1">
            <a:avLst/>
          </a:prstGeom>
          <a:ln>
            <a:solidFill>
              <a:schemeClr val="accent6">
                <a:lumMod val="50000"/>
              </a:schemeClr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" name="Straight Arrow Connector 11">
            <a:extLst>
              <a:ext uri="{FF2B5EF4-FFF2-40B4-BE49-F238E27FC236}">
                <a16:creationId xmlns:a16="http://schemas.microsoft.com/office/drawing/2014/main" id="{BDA2C3CE-3F25-6F81-8B45-834AC5457801}"/>
              </a:ext>
            </a:extLst>
          </p:cNvPr>
          <p:cNvCxnSpPr/>
          <p:nvPr/>
        </p:nvCxnSpPr>
        <p:spPr>
          <a:xfrm flipV="1">
            <a:off x="7487262" y="3422850"/>
            <a:ext cx="1590859" cy="6147"/>
          </a:xfrm>
          <a:prstGeom prst="straightConnector1">
            <a:avLst/>
          </a:prstGeom>
          <a:ln>
            <a:solidFill>
              <a:schemeClr val="accent6">
                <a:lumMod val="50000"/>
              </a:schemeClr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5" name="TextBox 14">
            <a:extLst>
              <a:ext uri="{FF2B5EF4-FFF2-40B4-BE49-F238E27FC236}">
                <a16:creationId xmlns:a16="http://schemas.microsoft.com/office/drawing/2014/main" id="{B00A54B4-BF77-FD29-E0B0-FF43B435B517}"/>
              </a:ext>
            </a:extLst>
          </p:cNvPr>
          <p:cNvSpPr txBox="1"/>
          <p:nvPr/>
        </p:nvSpPr>
        <p:spPr>
          <a:xfrm>
            <a:off x="2620293" y="4861735"/>
            <a:ext cx="6951407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GB" sz="2400" dirty="0">
                <a:solidFill>
                  <a:schemeClr val="accent6">
                    <a:lumMod val="50000"/>
                  </a:schemeClr>
                </a:solidFill>
                <a:latin typeface="Bahnschrift" panose="020B0502040204020203" pitchFamily="34" charset="0"/>
              </a:rPr>
              <a:t>Ingredients (input) undergo baking (transformation) and become a cake (output)</a:t>
            </a:r>
            <a:endParaRPr lang="en-US" sz="2400" dirty="0">
              <a:solidFill>
                <a:schemeClr val="accent6">
                  <a:lumMod val="50000"/>
                </a:schemeClr>
              </a:solidFill>
              <a:latin typeface="Bahnschrift" panose="020B0502040204020203" pitchFamily="34" charset="0"/>
            </a:endParaRPr>
          </a:p>
        </p:txBody>
      </p:sp>
      <p:pic>
        <p:nvPicPr>
          <p:cNvPr id="14" name="Graphic 13" descr="Pie outline">
            <a:extLst>
              <a:ext uri="{FF2B5EF4-FFF2-40B4-BE49-F238E27FC236}">
                <a16:creationId xmlns:a16="http://schemas.microsoft.com/office/drawing/2014/main" id="{15F047D7-67AB-C341-F801-8A077726F066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9733935" y="2985318"/>
            <a:ext cx="914400" cy="914400"/>
          </a:xfrm>
          <a:prstGeom prst="rect">
            <a:avLst/>
          </a:prstGeom>
        </p:spPr>
      </p:pic>
      <p:pic>
        <p:nvPicPr>
          <p:cNvPr id="17" name="Graphic 16" descr="Dairy outline">
            <a:extLst>
              <a:ext uri="{FF2B5EF4-FFF2-40B4-BE49-F238E27FC236}">
                <a16:creationId xmlns:a16="http://schemas.microsoft.com/office/drawing/2014/main" id="{82A813D6-E3FC-09F8-DD92-6CCA2DC99F11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1681849" y="3027101"/>
            <a:ext cx="637569" cy="637569"/>
          </a:xfrm>
          <a:prstGeom prst="rect">
            <a:avLst/>
          </a:prstGeom>
        </p:spPr>
      </p:pic>
      <p:pic>
        <p:nvPicPr>
          <p:cNvPr id="19" name="Graphic 18" descr="Egg outline">
            <a:extLst>
              <a:ext uri="{FF2B5EF4-FFF2-40B4-BE49-F238E27FC236}">
                <a16:creationId xmlns:a16="http://schemas.microsoft.com/office/drawing/2014/main" id="{45AA0C6C-82CB-BEBB-0CFB-76780ED88277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1389479" y="3251702"/>
            <a:ext cx="292370" cy="292370"/>
          </a:xfrm>
          <a:prstGeom prst="rect">
            <a:avLst/>
          </a:prstGeom>
        </p:spPr>
      </p:pic>
      <p:pic>
        <p:nvPicPr>
          <p:cNvPr id="20" name="Graphic 19" descr="Egg outline">
            <a:extLst>
              <a:ext uri="{FF2B5EF4-FFF2-40B4-BE49-F238E27FC236}">
                <a16:creationId xmlns:a16="http://schemas.microsoft.com/office/drawing/2014/main" id="{C4A8F18B-CDCF-9F1E-40A9-A10FAAB1E5B0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1571201" y="3199701"/>
            <a:ext cx="292370" cy="292370"/>
          </a:xfrm>
          <a:prstGeom prst="rect">
            <a:avLst/>
          </a:prstGeom>
        </p:spPr>
      </p:pic>
      <p:pic>
        <p:nvPicPr>
          <p:cNvPr id="22" name="Graphic 21" descr="Blueberry outline">
            <a:extLst>
              <a:ext uri="{FF2B5EF4-FFF2-40B4-BE49-F238E27FC236}">
                <a16:creationId xmlns:a16="http://schemas.microsoft.com/office/drawing/2014/main" id="{8C73D098-6410-6BB2-0A7D-9F86717E29D1}"/>
              </a:ext>
            </a:extLst>
          </p:cNvPr>
          <p:cNvPicPr>
            <a:picLocks noChangeAspect="1"/>
          </p:cNvPicPr>
          <p:nvPr/>
        </p:nvPicPr>
        <p:blipFill>
          <a:blip r:embed="rId8">
            <a:extLst>
              <a:ext uri="{96DAC541-7B7A-43D3-8B79-37D633B846F1}">
                <asvg:svgBlip xmlns:asvg="http://schemas.microsoft.com/office/drawing/2016/SVG/main" r:embed="rId9"/>
              </a:ext>
            </a:extLst>
          </a:blip>
          <a:stretch>
            <a:fillRect/>
          </a:stretch>
        </p:blipFill>
        <p:spPr>
          <a:xfrm>
            <a:off x="1267409" y="3251702"/>
            <a:ext cx="194288" cy="194288"/>
          </a:xfrm>
          <a:prstGeom prst="rect">
            <a:avLst/>
          </a:prstGeom>
        </p:spPr>
      </p:pic>
      <p:pic>
        <p:nvPicPr>
          <p:cNvPr id="24" name="Graphic 23" descr="Salt And Pepper outline">
            <a:extLst>
              <a:ext uri="{FF2B5EF4-FFF2-40B4-BE49-F238E27FC236}">
                <a16:creationId xmlns:a16="http://schemas.microsoft.com/office/drawing/2014/main" id="{020C965A-884A-2E31-7AB2-F111CD8FAFE3}"/>
              </a:ext>
            </a:extLst>
          </p:cNvPr>
          <p:cNvPicPr>
            <a:picLocks noChangeAspect="1"/>
          </p:cNvPicPr>
          <p:nvPr/>
        </p:nvPicPr>
        <p:blipFill>
          <a:blip r:embed="rId10">
            <a:extLst>
              <a:ext uri="{96DAC541-7B7A-43D3-8B79-37D633B846F1}">
                <asvg:svgBlip xmlns:asvg="http://schemas.microsoft.com/office/drawing/2016/SVG/main" r:embed="rId11"/>
              </a:ext>
            </a:extLst>
          </a:blip>
          <a:stretch>
            <a:fillRect/>
          </a:stretch>
        </p:blipFill>
        <p:spPr>
          <a:xfrm>
            <a:off x="2155959" y="3261788"/>
            <a:ext cx="363426" cy="363426"/>
          </a:xfrm>
          <a:prstGeom prst="rect">
            <a:avLst/>
          </a:prstGeom>
        </p:spPr>
      </p:pic>
      <p:pic>
        <p:nvPicPr>
          <p:cNvPr id="26" name="Graphic 25" descr="Menu outline">
            <a:extLst>
              <a:ext uri="{FF2B5EF4-FFF2-40B4-BE49-F238E27FC236}">
                <a16:creationId xmlns:a16="http://schemas.microsoft.com/office/drawing/2014/main" id="{4AF114F7-8162-EA73-D2E6-3E1AE80F433E}"/>
              </a:ext>
            </a:extLst>
          </p:cNvPr>
          <p:cNvPicPr>
            <a:picLocks noChangeAspect="1"/>
          </p:cNvPicPr>
          <p:nvPr/>
        </p:nvPicPr>
        <p:blipFill>
          <a:blip r:embed="rId12">
            <a:extLst>
              <a:ext uri="{96DAC541-7B7A-43D3-8B79-37D633B846F1}">
                <asvg:svgBlip xmlns:asvg="http://schemas.microsoft.com/office/drawing/2016/SVG/main" r:embed="rId13"/>
              </a:ext>
            </a:extLst>
          </a:blip>
          <a:stretch>
            <a:fillRect/>
          </a:stretch>
        </p:blipFill>
        <p:spPr>
          <a:xfrm>
            <a:off x="6068884" y="2940687"/>
            <a:ext cx="914400" cy="914400"/>
          </a:xfrm>
          <a:prstGeom prst="rect">
            <a:avLst/>
          </a:prstGeom>
        </p:spPr>
      </p:pic>
      <p:pic>
        <p:nvPicPr>
          <p:cNvPr id="28" name="Graphic 27" descr="Chef male outline">
            <a:extLst>
              <a:ext uri="{FF2B5EF4-FFF2-40B4-BE49-F238E27FC236}">
                <a16:creationId xmlns:a16="http://schemas.microsoft.com/office/drawing/2014/main" id="{A93842B9-8795-0072-F166-1E3F9A45320D}"/>
              </a:ext>
            </a:extLst>
          </p:cNvPr>
          <p:cNvPicPr>
            <a:picLocks noChangeAspect="1"/>
          </p:cNvPicPr>
          <p:nvPr/>
        </p:nvPicPr>
        <p:blipFill>
          <a:blip r:embed="rId14">
            <a:extLst>
              <a:ext uri="{96DAC541-7B7A-43D3-8B79-37D633B846F1}">
                <asvg:svgBlip xmlns:asvg="http://schemas.microsoft.com/office/drawing/2016/SVG/main" r:embed="rId15"/>
              </a:ext>
            </a:extLst>
          </a:blip>
          <a:stretch>
            <a:fillRect/>
          </a:stretch>
        </p:blipFill>
        <p:spPr>
          <a:xfrm>
            <a:off x="5208713" y="2973974"/>
            <a:ext cx="914400" cy="914400"/>
          </a:xfrm>
          <a:prstGeom prst="rect">
            <a:avLst/>
          </a:prstGeom>
        </p:spPr>
      </p:pic>
      <p:sp>
        <p:nvSpPr>
          <p:cNvPr id="6" name="Title 1">
            <a:extLst>
              <a:ext uri="{FF2B5EF4-FFF2-40B4-BE49-F238E27FC236}">
                <a16:creationId xmlns:a16="http://schemas.microsoft.com/office/drawing/2014/main" id="{14E6E16C-CBEA-C555-F9D9-B3B8915E2E45}"/>
              </a:ext>
            </a:extLst>
          </p:cNvPr>
          <p:cNvSpPr txBox="1">
            <a:spLocks/>
          </p:cNvSpPr>
          <p:nvPr/>
        </p:nvSpPr>
        <p:spPr>
          <a:xfrm>
            <a:off x="990600" y="517525"/>
            <a:ext cx="10515600" cy="1325563"/>
          </a:xfrm>
          <a:prstGeom prst="rect">
            <a:avLst/>
          </a:prstGeom>
        </p:spPr>
        <p:txBody>
          <a:bodyPr/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accent6">
                    <a:lumMod val="50000"/>
                  </a:schemeClr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lang="en-GB" dirty="0"/>
              <a:t>Example: Recipe</a:t>
            </a:r>
          </a:p>
        </p:txBody>
      </p:sp>
    </p:spTree>
    <p:extLst>
      <p:ext uri="{BB962C8B-B14F-4D97-AF65-F5344CB8AC3E}">
        <p14:creationId xmlns:p14="http://schemas.microsoft.com/office/powerpoint/2010/main" val="983740364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spd="slow">
        <p159:morph option="byObject"/>
      </p:transition>
    </mc:Choice>
    <mc:Fallback xmlns="">
      <p:transition spd="slow">
        <p:fade/>
      </p:transition>
    </mc:Fallback>
  </mc:AlternateContent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lowchart: Data 1">
            <a:extLst>
              <a:ext uri="{FF2B5EF4-FFF2-40B4-BE49-F238E27FC236}">
                <a16:creationId xmlns:a16="http://schemas.microsoft.com/office/drawing/2014/main" id="{AE2F3F57-B01F-9575-4F59-2BB7B322B0E6}"/>
              </a:ext>
            </a:extLst>
          </p:cNvPr>
          <p:cNvSpPr/>
          <p:nvPr/>
        </p:nvSpPr>
        <p:spPr>
          <a:xfrm>
            <a:off x="609600" y="2991464"/>
            <a:ext cx="2782529" cy="887361"/>
          </a:xfrm>
          <a:prstGeom prst="flowChartInputOutput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3" name="Flowchart: Data 2">
            <a:extLst>
              <a:ext uri="{FF2B5EF4-FFF2-40B4-BE49-F238E27FC236}">
                <a16:creationId xmlns:a16="http://schemas.microsoft.com/office/drawing/2014/main" id="{8C917629-96B5-A9D3-E5D9-C1AC9E92521A}"/>
              </a:ext>
            </a:extLst>
          </p:cNvPr>
          <p:cNvSpPr/>
          <p:nvPr/>
        </p:nvSpPr>
        <p:spPr>
          <a:xfrm>
            <a:off x="8799871" y="2985318"/>
            <a:ext cx="2782529" cy="887361"/>
          </a:xfrm>
          <a:prstGeom prst="flowChartInputOutpu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4" name="Flowchart: Process 3">
            <a:extLst>
              <a:ext uri="{FF2B5EF4-FFF2-40B4-BE49-F238E27FC236}">
                <a16:creationId xmlns:a16="http://schemas.microsoft.com/office/drawing/2014/main" id="{DD32DF24-4A65-74FC-EF1D-E22E1D581F18}"/>
              </a:ext>
            </a:extLst>
          </p:cNvPr>
          <p:cNvSpPr/>
          <p:nvPr/>
        </p:nvSpPr>
        <p:spPr>
          <a:xfrm>
            <a:off x="4704735" y="2623981"/>
            <a:ext cx="2782529" cy="1610033"/>
          </a:xfrm>
          <a:prstGeom prst="flowChartProcess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6" name="TextBox 5">
                <a:extLst>
                  <a:ext uri="{FF2B5EF4-FFF2-40B4-BE49-F238E27FC236}">
                    <a16:creationId xmlns:a16="http://schemas.microsoft.com/office/drawing/2014/main" id="{E7D1D3EE-F6E2-F5F1-164D-39644733D3B3}"/>
                  </a:ext>
                </a:extLst>
              </p:cNvPr>
              <p:cNvSpPr txBox="1"/>
              <p:nvPr/>
            </p:nvSpPr>
            <p:spPr>
              <a:xfrm>
                <a:off x="1209368" y="3068907"/>
                <a:ext cx="1582994" cy="707886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de-CH" sz="4000" i="1" dirty="0" smtClean="0">
                          <a:latin typeface="Cambria Math" panose="02040503050406030204" pitchFamily="18" charset="0"/>
                        </a:rPr>
                        <m:t>10</m:t>
                      </m:r>
                    </m:oMath>
                  </m:oMathPara>
                </a14:m>
                <a:endParaRPr lang="en-GB" sz="4000" dirty="0">
                  <a:latin typeface="Bahnschrift" panose="020B0502040204020203" pitchFamily="34" charset="0"/>
                </a:endParaRPr>
              </a:p>
            </p:txBody>
          </p:sp>
        </mc:Choice>
        <mc:Fallback xmlns="">
          <p:sp>
            <p:nvSpPr>
              <p:cNvPr id="6" name="TextBox 5">
                <a:extLst>
                  <a:ext uri="{FF2B5EF4-FFF2-40B4-BE49-F238E27FC236}">
                    <a16:creationId xmlns:a16="http://schemas.microsoft.com/office/drawing/2014/main" id="{E7D1D3EE-F6E2-F5F1-164D-39644733D3B3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209368" y="3068907"/>
                <a:ext cx="1582994" cy="707886"/>
              </a:xfrm>
              <a:prstGeom prst="rect">
                <a:avLst/>
              </a:prstGeom>
              <a:blipFill>
                <a:blip r:embed="rId2"/>
                <a:stretch>
                  <a:fillRect t="-16239" b="-34188"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7" name="TextBox 6">
                <a:extLst>
                  <a:ext uri="{FF2B5EF4-FFF2-40B4-BE49-F238E27FC236}">
                    <a16:creationId xmlns:a16="http://schemas.microsoft.com/office/drawing/2014/main" id="{9D798543-EFCB-7590-0D18-7FE2EAA02A8D}"/>
                  </a:ext>
                </a:extLst>
              </p:cNvPr>
              <p:cNvSpPr txBox="1"/>
              <p:nvPr/>
            </p:nvSpPr>
            <p:spPr>
              <a:xfrm>
                <a:off x="9538763" y="3068907"/>
                <a:ext cx="1582994" cy="707886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de-CH" sz="4000" i="1" dirty="0" smtClean="0">
                          <a:latin typeface="Cambria Math" panose="02040503050406030204" pitchFamily="18" charset="0"/>
                        </a:rPr>
                        <m:t>30</m:t>
                      </m:r>
                    </m:oMath>
                  </m:oMathPara>
                </a14:m>
                <a:endParaRPr lang="en-GB" sz="4000" dirty="0">
                  <a:latin typeface="Bahnschrift" panose="020B0502040204020203" pitchFamily="34" charset="0"/>
                </a:endParaRPr>
              </a:p>
            </p:txBody>
          </p:sp>
        </mc:Choice>
        <mc:Fallback xmlns="">
          <p:sp>
            <p:nvSpPr>
              <p:cNvPr id="7" name="TextBox 6">
                <a:extLst>
                  <a:ext uri="{FF2B5EF4-FFF2-40B4-BE49-F238E27FC236}">
                    <a16:creationId xmlns:a16="http://schemas.microsoft.com/office/drawing/2014/main" id="{9D798543-EFCB-7590-0D18-7FE2EAA02A8D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538763" y="3068907"/>
                <a:ext cx="1582994" cy="707886"/>
              </a:xfrm>
              <a:prstGeom prst="rect">
                <a:avLst/>
              </a:prstGeom>
              <a:blipFill>
                <a:blip r:embed="rId3"/>
                <a:stretch>
                  <a:fillRect t="-16239" b="-34188"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11" name="Straight Arrow Connector 10">
            <a:extLst>
              <a:ext uri="{FF2B5EF4-FFF2-40B4-BE49-F238E27FC236}">
                <a16:creationId xmlns:a16="http://schemas.microsoft.com/office/drawing/2014/main" id="{C5D3E14D-045B-E36C-1685-8581A398BDC8}"/>
              </a:ext>
            </a:extLst>
          </p:cNvPr>
          <p:cNvCxnSpPr>
            <a:cxnSpLocks/>
            <a:stCxn id="2" idx="5"/>
          </p:cNvCxnSpPr>
          <p:nvPr/>
        </p:nvCxnSpPr>
        <p:spPr>
          <a:xfrm flipV="1">
            <a:off x="3113876" y="3428998"/>
            <a:ext cx="1590859" cy="6147"/>
          </a:xfrm>
          <a:prstGeom prst="straightConnector1">
            <a:avLst/>
          </a:prstGeom>
          <a:ln>
            <a:solidFill>
              <a:schemeClr val="accent6">
                <a:lumMod val="50000"/>
              </a:schemeClr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" name="Straight Arrow Connector 11">
            <a:extLst>
              <a:ext uri="{FF2B5EF4-FFF2-40B4-BE49-F238E27FC236}">
                <a16:creationId xmlns:a16="http://schemas.microsoft.com/office/drawing/2014/main" id="{BDA2C3CE-3F25-6F81-8B45-834AC5457801}"/>
              </a:ext>
            </a:extLst>
          </p:cNvPr>
          <p:cNvCxnSpPr/>
          <p:nvPr/>
        </p:nvCxnSpPr>
        <p:spPr>
          <a:xfrm flipV="1">
            <a:off x="7487262" y="3422850"/>
            <a:ext cx="1590859" cy="6147"/>
          </a:xfrm>
          <a:prstGeom prst="straightConnector1">
            <a:avLst/>
          </a:prstGeom>
          <a:ln>
            <a:solidFill>
              <a:schemeClr val="accent6">
                <a:lumMod val="50000"/>
              </a:schemeClr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TextBox 4">
                <a:extLst>
                  <a:ext uri="{FF2B5EF4-FFF2-40B4-BE49-F238E27FC236}">
                    <a16:creationId xmlns:a16="http://schemas.microsoft.com/office/drawing/2014/main" id="{8CA8B34D-653F-E6BD-8CFA-BACB7487313F}"/>
                  </a:ext>
                </a:extLst>
              </p:cNvPr>
              <p:cNvSpPr txBox="1"/>
              <p:nvPr/>
            </p:nvSpPr>
            <p:spPr>
              <a:xfrm>
                <a:off x="4873020" y="3068907"/>
                <a:ext cx="2445957" cy="707886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GB" sz="400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∙</m:t>
                      </m:r>
                      <m:r>
                        <a:rPr lang="fr-CH" sz="40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3/+20</m:t>
                      </m:r>
                    </m:oMath>
                  </m:oMathPara>
                </a14:m>
                <a:endParaRPr lang="en-GB" sz="4000" dirty="0">
                  <a:latin typeface="Bahnschrift" panose="020B0502040204020203" pitchFamily="34" charset="0"/>
                </a:endParaRPr>
              </a:p>
            </p:txBody>
          </p:sp>
        </mc:Choice>
        <mc:Fallback xmlns="">
          <p:sp>
            <p:nvSpPr>
              <p:cNvPr id="5" name="TextBox 4">
                <a:extLst>
                  <a:ext uri="{FF2B5EF4-FFF2-40B4-BE49-F238E27FC236}">
                    <a16:creationId xmlns:a16="http://schemas.microsoft.com/office/drawing/2014/main" id="{8CA8B34D-653F-E6BD-8CFA-BACB7487313F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873020" y="3068907"/>
                <a:ext cx="2445957" cy="707886"/>
              </a:xfrm>
              <a:prstGeom prst="rect">
                <a:avLst/>
              </a:prstGeom>
              <a:blipFill>
                <a:blip r:embed="rId4"/>
                <a:stretch>
                  <a:fillRect t="-16239" r="-498" b="-34188"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9" name="Title 1">
            <a:extLst>
              <a:ext uri="{FF2B5EF4-FFF2-40B4-BE49-F238E27FC236}">
                <a16:creationId xmlns:a16="http://schemas.microsoft.com/office/drawing/2014/main" id="{9FAA9721-B96E-972E-B88E-E5DA7EFCED09}"/>
              </a:ext>
            </a:extLst>
          </p:cNvPr>
          <p:cNvSpPr txBox="1">
            <a:spLocks/>
          </p:cNvSpPr>
          <p:nvPr/>
        </p:nvSpPr>
        <p:spPr>
          <a:xfrm>
            <a:off x="990600" y="517525"/>
            <a:ext cx="10515600" cy="1325563"/>
          </a:xfrm>
          <a:prstGeom prst="rect">
            <a:avLst/>
          </a:prstGeom>
        </p:spPr>
        <p:txBody>
          <a:bodyPr/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accent6">
                    <a:lumMod val="50000"/>
                  </a:schemeClr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lang="en-GB" dirty="0"/>
              <a:t>Example: Numbers</a:t>
            </a:r>
          </a:p>
        </p:txBody>
      </p:sp>
    </p:spTree>
    <p:extLst>
      <p:ext uri="{BB962C8B-B14F-4D97-AF65-F5344CB8AC3E}">
        <p14:creationId xmlns:p14="http://schemas.microsoft.com/office/powerpoint/2010/main" val="3449536885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spd="slow">
        <p159:morph option="byObject"/>
      </p:transition>
    </mc:Choice>
    <mc:Fallback xmlns="">
      <p:transition spd="slow">
        <p:fade/>
      </p:transition>
    </mc:Fallback>
  </mc:AlternateContent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BEAB8EF-573D-F7BA-F615-91E6DC87DE0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GB" dirty="0"/>
              <a:t>All Good Things Come In Threes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graphicFrame>
            <p:nvGraphicFramePr>
              <p:cNvPr id="4" name="Diagram 3">
                <a:extLst>
                  <a:ext uri="{FF2B5EF4-FFF2-40B4-BE49-F238E27FC236}">
                    <a16:creationId xmlns:a16="http://schemas.microsoft.com/office/drawing/2014/main" id="{92300A55-15AE-5438-D222-3E08CBA54D7D}"/>
                  </a:ext>
                </a:extLst>
              </p:cNvPr>
              <p:cNvGraphicFramePr/>
              <p:nvPr>
                <p:extLst>
                  <p:ext uri="{D42A27DB-BD31-4B8C-83A1-F6EECF244321}">
                    <p14:modId xmlns:p14="http://schemas.microsoft.com/office/powerpoint/2010/main" val="2075157805"/>
                  </p:ext>
                </p:extLst>
              </p:nvPr>
            </p:nvGraphicFramePr>
            <p:xfrm>
              <a:off x="591164" y="1775200"/>
              <a:ext cx="11009671" cy="3307599"/>
            </p:xfrm>
            <a:graphic>
              <a:graphicData uri="http://schemas.openxmlformats.org/drawingml/2006/diagram">
                <dgm:relIds xmlns:dgm="http://schemas.openxmlformats.org/drawingml/2006/diagram" xmlns:r="http://schemas.openxmlformats.org/officeDocument/2006/relationships" r:dm="rId2" r:lo="rId3" r:qs="rId4" r:cs="rId5"/>
              </a:graphicData>
            </a:graphic>
          </p:graphicFrame>
        </mc:Choice>
        <mc:Fallback xmlns="">
          <p:graphicFrame>
            <p:nvGraphicFramePr>
              <p:cNvPr id="4" name="Diagram 3">
                <a:extLst>
                  <a:ext uri="{FF2B5EF4-FFF2-40B4-BE49-F238E27FC236}">
                    <a16:creationId xmlns:a16="http://schemas.microsoft.com/office/drawing/2014/main" id="{92300A55-15AE-5438-D222-3E08CBA54D7D}"/>
                  </a:ext>
                </a:extLst>
              </p:cNvPr>
              <p:cNvGraphicFramePr/>
              <p:nvPr>
                <p:extLst>
                  <p:ext uri="{D42A27DB-BD31-4B8C-83A1-F6EECF244321}">
                    <p14:modId xmlns:p14="http://schemas.microsoft.com/office/powerpoint/2010/main" val="2075157805"/>
                  </p:ext>
                </p:extLst>
              </p:nvPr>
            </p:nvGraphicFramePr>
            <p:xfrm>
              <a:off x="591164" y="1775200"/>
              <a:ext cx="11009671" cy="3307599"/>
            </p:xfrm>
            <a:graphic>
              <a:graphicData uri="http://schemas.openxmlformats.org/drawingml/2006/diagram">
                <dgm:relIds xmlns:dgm="http://schemas.openxmlformats.org/drawingml/2006/diagram" xmlns:r="http://schemas.openxmlformats.org/officeDocument/2006/relationships" r:dm="rId7" r:lo="rId8" r:qs="rId9" r:cs="rId10"/>
              </a:graphicData>
            </a:graphic>
          </p:graphicFrame>
        </mc:Fallback>
      </mc:AlternateContent>
    </p:spTree>
    <p:extLst>
      <p:ext uri="{BB962C8B-B14F-4D97-AF65-F5344CB8AC3E}">
        <p14:creationId xmlns:p14="http://schemas.microsoft.com/office/powerpoint/2010/main" val="3860231791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spd="slow">
        <p159:morph option="byObject"/>
      </p:transition>
    </mc:Choice>
    <mc:Fallback xmlns="">
      <p:transition spd="slow">
        <p:fade/>
      </p:transition>
    </mc:Fallback>
  </mc:AlternateContent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BEAB8EF-573D-F7BA-F615-91E6DC87DE0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GB" dirty="0"/>
              <a:t>Collatz Conjecture</a:t>
            </a:r>
          </a:p>
        </p:txBody>
      </p:sp>
      <p:sp>
        <p:nvSpPr>
          <p:cNvPr id="6" name="Flowchart: Data 5">
            <a:extLst>
              <a:ext uri="{FF2B5EF4-FFF2-40B4-BE49-F238E27FC236}">
                <a16:creationId xmlns:a16="http://schemas.microsoft.com/office/drawing/2014/main" id="{AB2AEC04-0C72-AD59-A602-DC9AB3EEF731}"/>
              </a:ext>
            </a:extLst>
          </p:cNvPr>
          <p:cNvSpPr/>
          <p:nvPr/>
        </p:nvSpPr>
        <p:spPr>
          <a:xfrm>
            <a:off x="307259" y="3728468"/>
            <a:ext cx="2534263" cy="887361"/>
          </a:xfrm>
          <a:prstGeom prst="flowChartInputOutput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8" name="Flowchart: Decision 7">
            <a:extLst>
              <a:ext uri="{FF2B5EF4-FFF2-40B4-BE49-F238E27FC236}">
                <a16:creationId xmlns:a16="http://schemas.microsoft.com/office/drawing/2014/main" id="{EC38AADB-953F-DC8A-2EA4-E5A137D8C6D7}"/>
              </a:ext>
            </a:extLst>
          </p:cNvPr>
          <p:cNvSpPr/>
          <p:nvPr/>
        </p:nvSpPr>
        <p:spPr>
          <a:xfrm>
            <a:off x="3723660" y="3503222"/>
            <a:ext cx="2357897" cy="1325563"/>
          </a:xfrm>
          <a:prstGeom prst="flowChartDecision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CH" dirty="0">
                <a:latin typeface="Bahnschrift" panose="020B0502040204020203" pitchFamily="34" charset="0"/>
              </a:rPr>
              <a:t>/</a:t>
            </a:r>
            <a:endParaRPr lang="en-GB" dirty="0">
              <a:latin typeface="Bahnschrift" panose="020B0502040204020203" pitchFamily="34" charset="0"/>
            </a:endParaRPr>
          </a:p>
        </p:txBody>
      </p:sp>
      <p:sp>
        <p:nvSpPr>
          <p:cNvPr id="9" name="Flowchart: Process 8">
            <a:extLst>
              <a:ext uri="{FF2B5EF4-FFF2-40B4-BE49-F238E27FC236}">
                <a16:creationId xmlns:a16="http://schemas.microsoft.com/office/drawing/2014/main" id="{202FDA4B-4BF6-E914-95EF-0C80EE65E1E2}"/>
              </a:ext>
            </a:extLst>
          </p:cNvPr>
          <p:cNvSpPr/>
          <p:nvPr/>
        </p:nvSpPr>
        <p:spPr>
          <a:xfrm>
            <a:off x="6715432" y="2698869"/>
            <a:ext cx="2010697" cy="1042503"/>
          </a:xfrm>
          <a:prstGeom prst="flowChartProcess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10" name="Flowchart: Process 9">
            <a:extLst>
              <a:ext uri="{FF2B5EF4-FFF2-40B4-BE49-F238E27FC236}">
                <a16:creationId xmlns:a16="http://schemas.microsoft.com/office/drawing/2014/main" id="{93907593-FDE7-39B1-D2F3-5252D3AC90B1}"/>
              </a:ext>
            </a:extLst>
          </p:cNvPr>
          <p:cNvSpPr/>
          <p:nvPr/>
        </p:nvSpPr>
        <p:spPr>
          <a:xfrm>
            <a:off x="6715431" y="4590635"/>
            <a:ext cx="2010697" cy="1054792"/>
          </a:xfrm>
          <a:prstGeom prst="flowChartProcess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12" name="Flowchart: Terminator 11">
            <a:extLst>
              <a:ext uri="{FF2B5EF4-FFF2-40B4-BE49-F238E27FC236}">
                <a16:creationId xmlns:a16="http://schemas.microsoft.com/office/drawing/2014/main" id="{50DB7268-31B7-C200-173B-4D7FD6B7544F}"/>
              </a:ext>
            </a:extLst>
          </p:cNvPr>
          <p:cNvSpPr/>
          <p:nvPr/>
        </p:nvSpPr>
        <p:spPr>
          <a:xfrm>
            <a:off x="9979897" y="3741373"/>
            <a:ext cx="1799303" cy="849262"/>
          </a:xfrm>
          <a:prstGeom prst="flowChartTerminator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3" name="TextBox 12">
                <a:extLst>
                  <a:ext uri="{FF2B5EF4-FFF2-40B4-BE49-F238E27FC236}">
                    <a16:creationId xmlns:a16="http://schemas.microsoft.com/office/drawing/2014/main" id="{298C3BCA-2B07-46B1-EAA1-BB2D6E101C84}"/>
                  </a:ext>
                </a:extLst>
              </p:cNvPr>
              <p:cNvSpPr txBox="1"/>
              <p:nvPr/>
            </p:nvSpPr>
            <p:spPr>
              <a:xfrm>
                <a:off x="1200518" y="3702126"/>
                <a:ext cx="884904" cy="830997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"/>
                    </m:oMathParaPr>
                    <m:oMath xmlns:m="http://schemas.openxmlformats.org/officeDocument/2006/math">
                      <m:r>
                        <a:rPr lang="de-CH" sz="4800" i="1" dirty="0" smtClean="0">
                          <a:latin typeface="Cambria Math" panose="02040503050406030204" pitchFamily="18" charset="0"/>
                        </a:rPr>
                        <m:t>𝑛</m:t>
                      </m:r>
                    </m:oMath>
                  </m:oMathPara>
                </a14:m>
                <a:endParaRPr lang="en-GB" sz="4800" dirty="0">
                  <a:latin typeface="Bahnschrift" panose="020B0502040204020203" pitchFamily="34" charset="0"/>
                </a:endParaRPr>
              </a:p>
            </p:txBody>
          </p:sp>
        </mc:Choice>
        <mc:Fallback xmlns="">
          <p:sp>
            <p:nvSpPr>
              <p:cNvPr id="13" name="TextBox 12">
                <a:extLst>
                  <a:ext uri="{FF2B5EF4-FFF2-40B4-BE49-F238E27FC236}">
                    <a16:creationId xmlns:a16="http://schemas.microsoft.com/office/drawing/2014/main" id="{298C3BCA-2B07-46B1-EAA1-BB2D6E101C84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200518" y="3702126"/>
                <a:ext cx="884904" cy="830997"/>
              </a:xfrm>
              <a:prstGeom prst="rect">
                <a:avLst/>
              </a:prstGeom>
              <a:blipFill>
                <a:blip r:embed="rId2"/>
                <a:stretch>
                  <a:fillRect t="-18248" r="-21379" b="-35766"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4" name="TextBox 13">
            <a:extLst>
              <a:ext uri="{FF2B5EF4-FFF2-40B4-BE49-F238E27FC236}">
                <a16:creationId xmlns:a16="http://schemas.microsoft.com/office/drawing/2014/main" id="{22008C9F-4187-E0F4-00EE-988AAE280787}"/>
              </a:ext>
            </a:extLst>
          </p:cNvPr>
          <p:cNvSpPr txBox="1"/>
          <p:nvPr/>
        </p:nvSpPr>
        <p:spPr>
          <a:xfrm>
            <a:off x="4176557" y="3704026"/>
            <a:ext cx="1445342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>
                <a:latin typeface="Bahnschrift" panose="020B0502040204020203" pitchFamily="34" charset="0"/>
              </a:rPr>
              <a:t>odd</a:t>
            </a:r>
            <a:br>
              <a:rPr lang="en-US" dirty="0">
                <a:latin typeface="Bahnschrift" panose="020B0502040204020203" pitchFamily="34" charset="0"/>
              </a:rPr>
            </a:br>
            <a:r>
              <a:rPr lang="en-US" dirty="0">
                <a:latin typeface="Bahnschrift" panose="020B0502040204020203" pitchFamily="34" charset="0"/>
              </a:rPr>
              <a:t>or</a:t>
            </a:r>
            <a:br>
              <a:rPr lang="en-US" dirty="0">
                <a:latin typeface="Bahnschrift" panose="020B0502040204020203" pitchFamily="34" charset="0"/>
              </a:rPr>
            </a:br>
            <a:r>
              <a:rPr lang="en-US" dirty="0">
                <a:latin typeface="Bahnschrift" panose="020B0502040204020203" pitchFamily="34" charset="0"/>
              </a:rPr>
              <a:t>even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5" name="TextBox 14">
                <a:extLst>
                  <a:ext uri="{FF2B5EF4-FFF2-40B4-BE49-F238E27FC236}">
                    <a16:creationId xmlns:a16="http://schemas.microsoft.com/office/drawing/2014/main" id="{D89E18F1-77A2-4C90-17A2-33A7A3A54CD3}"/>
                  </a:ext>
                </a:extLst>
              </p:cNvPr>
              <p:cNvSpPr txBox="1"/>
              <p:nvPr/>
            </p:nvSpPr>
            <p:spPr>
              <a:xfrm>
                <a:off x="6983361" y="3035454"/>
                <a:ext cx="1504336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fr-CH" sz="18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∙</m:t>
                      </m:r>
                      <m:r>
                        <a:rPr lang="fr-CH" sz="1800" b="0" i="1" smtClean="0">
                          <a:latin typeface="Cambria Math" panose="02040503050406030204" pitchFamily="18" charset="0"/>
                        </a:rPr>
                        <m:t>3+1</m:t>
                      </m:r>
                    </m:oMath>
                  </m:oMathPara>
                </a14:m>
                <a:endParaRPr lang="en-GB" dirty="0">
                  <a:latin typeface="Bahnschrift" panose="020B0502040204020203" pitchFamily="34" charset="0"/>
                </a:endParaRPr>
              </a:p>
            </p:txBody>
          </p:sp>
        </mc:Choice>
        <mc:Fallback xmlns="">
          <p:sp>
            <p:nvSpPr>
              <p:cNvPr id="15" name="TextBox 14">
                <a:extLst>
                  <a:ext uri="{FF2B5EF4-FFF2-40B4-BE49-F238E27FC236}">
                    <a16:creationId xmlns:a16="http://schemas.microsoft.com/office/drawing/2014/main" id="{D89E18F1-77A2-4C90-17A2-33A7A3A54CD3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983361" y="3035454"/>
                <a:ext cx="1504336" cy="369332"/>
              </a:xfrm>
              <a:prstGeom prst="rect">
                <a:avLst/>
              </a:prstGeom>
              <a:blipFill>
                <a:blip r:embed="rId3"/>
                <a:stretch>
                  <a:fillRect t="-11475" b="-22951"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6" name="TextBox 15">
                <a:extLst>
                  <a:ext uri="{FF2B5EF4-FFF2-40B4-BE49-F238E27FC236}">
                    <a16:creationId xmlns:a16="http://schemas.microsoft.com/office/drawing/2014/main" id="{A96A34C2-4241-43FB-5D99-13189B100333}"/>
                  </a:ext>
                </a:extLst>
              </p:cNvPr>
              <p:cNvSpPr txBox="1"/>
              <p:nvPr/>
            </p:nvSpPr>
            <p:spPr>
              <a:xfrm>
                <a:off x="6939116" y="4933365"/>
                <a:ext cx="1592826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fr-CH" sz="18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÷2</m:t>
                      </m:r>
                    </m:oMath>
                  </m:oMathPara>
                </a14:m>
                <a:endParaRPr lang="en-GB" dirty="0">
                  <a:latin typeface="Bahnschrift" panose="020B0502040204020203" pitchFamily="34" charset="0"/>
                </a:endParaRPr>
              </a:p>
            </p:txBody>
          </p:sp>
        </mc:Choice>
        <mc:Fallback xmlns="">
          <p:sp>
            <p:nvSpPr>
              <p:cNvPr id="16" name="TextBox 15">
                <a:extLst>
                  <a:ext uri="{FF2B5EF4-FFF2-40B4-BE49-F238E27FC236}">
                    <a16:creationId xmlns:a16="http://schemas.microsoft.com/office/drawing/2014/main" id="{A96A34C2-4241-43FB-5D99-13189B100333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939116" y="4933365"/>
                <a:ext cx="1592826" cy="369332"/>
              </a:xfrm>
              <a:prstGeom prst="rect">
                <a:avLst/>
              </a:prstGeom>
              <a:blipFill>
                <a:blip r:embed="rId4"/>
                <a:stretch>
                  <a:fillRect t="-9836" b="-22951"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7" name="TextBox 16">
                <a:extLst>
                  <a:ext uri="{FF2B5EF4-FFF2-40B4-BE49-F238E27FC236}">
                    <a16:creationId xmlns:a16="http://schemas.microsoft.com/office/drawing/2014/main" id="{C5DA5DA1-6C46-43B6-D0C4-3EB7E17207BE}"/>
                  </a:ext>
                </a:extLst>
              </p:cNvPr>
              <p:cNvSpPr txBox="1"/>
              <p:nvPr/>
            </p:nvSpPr>
            <p:spPr>
              <a:xfrm>
                <a:off x="10265031" y="3981025"/>
                <a:ext cx="1349214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i="1" dirty="0" smtClean="0">
                          <a:latin typeface="Cambria Math" panose="02040503050406030204" pitchFamily="18" charset="0"/>
                        </a:rPr>
                        <m:t>𝑢𝑛𝑡𝑖𝑙</m:t>
                      </m:r>
                      <m:r>
                        <a:rPr lang="en-US" i="1" dirty="0" smtClean="0">
                          <a:latin typeface="Cambria Math" panose="02040503050406030204" pitchFamily="18" charset="0"/>
                        </a:rPr>
                        <m:t> </m:t>
                      </m:r>
                      <m:r>
                        <a:rPr lang="en-US" i="1" dirty="0" smtClean="0">
                          <a:latin typeface="Cambria Math" panose="02040503050406030204" pitchFamily="18" charset="0"/>
                        </a:rPr>
                        <m:t>𝑛</m:t>
                      </m:r>
                      <m:r>
                        <a:rPr lang="en-US" i="1" dirty="0" smtClean="0">
                          <a:latin typeface="Cambria Math" panose="02040503050406030204" pitchFamily="18" charset="0"/>
                        </a:rPr>
                        <m:t>=1</m:t>
                      </m:r>
                    </m:oMath>
                  </m:oMathPara>
                </a14:m>
                <a:endParaRPr lang="en-US" dirty="0">
                  <a:latin typeface="Bahnschrift" panose="020B0502040204020203" pitchFamily="34" charset="0"/>
                </a:endParaRPr>
              </a:p>
            </p:txBody>
          </p:sp>
        </mc:Choice>
        <mc:Fallback xmlns="">
          <p:sp>
            <p:nvSpPr>
              <p:cNvPr id="17" name="TextBox 16">
                <a:extLst>
                  <a:ext uri="{FF2B5EF4-FFF2-40B4-BE49-F238E27FC236}">
                    <a16:creationId xmlns:a16="http://schemas.microsoft.com/office/drawing/2014/main" id="{C5DA5DA1-6C46-43B6-D0C4-3EB7E17207BE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0265031" y="3981025"/>
                <a:ext cx="1349214" cy="369332"/>
              </a:xfrm>
              <a:prstGeom prst="rect">
                <a:avLst/>
              </a:prstGeom>
              <a:blipFill>
                <a:blip r:embed="rId5"/>
                <a:stretch>
                  <a:fillRect t="-9836" r="-4072" b="-22951"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21" name="Straight Arrow Connector 20">
            <a:extLst>
              <a:ext uri="{FF2B5EF4-FFF2-40B4-BE49-F238E27FC236}">
                <a16:creationId xmlns:a16="http://schemas.microsoft.com/office/drawing/2014/main" id="{47D2F58D-05C9-3D40-07B1-1719494E0A1C}"/>
              </a:ext>
            </a:extLst>
          </p:cNvPr>
          <p:cNvCxnSpPr>
            <a:cxnSpLocks/>
            <a:stCxn id="6" idx="5"/>
            <a:endCxn id="8" idx="1"/>
          </p:cNvCxnSpPr>
          <p:nvPr/>
        </p:nvCxnSpPr>
        <p:spPr>
          <a:xfrm flipV="1">
            <a:off x="2588096" y="4166004"/>
            <a:ext cx="1135564" cy="6145"/>
          </a:xfrm>
          <a:prstGeom prst="straightConnector1">
            <a:avLst/>
          </a:prstGeom>
          <a:ln>
            <a:solidFill>
              <a:schemeClr val="accent6">
                <a:lumMod val="50000"/>
              </a:schemeClr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3" name="Straight Arrow Connector 22">
            <a:extLst>
              <a:ext uri="{FF2B5EF4-FFF2-40B4-BE49-F238E27FC236}">
                <a16:creationId xmlns:a16="http://schemas.microsoft.com/office/drawing/2014/main" id="{1E95EFFE-1468-4AB0-6F5B-7BD0BDB41236}"/>
              </a:ext>
            </a:extLst>
          </p:cNvPr>
          <p:cNvCxnSpPr>
            <a:cxnSpLocks/>
            <a:stCxn id="8" idx="0"/>
            <a:endCxn id="9" idx="1"/>
          </p:cNvCxnSpPr>
          <p:nvPr/>
        </p:nvCxnSpPr>
        <p:spPr>
          <a:xfrm flipV="1">
            <a:off x="4902609" y="3220121"/>
            <a:ext cx="1812823" cy="283101"/>
          </a:xfrm>
          <a:prstGeom prst="straightConnector1">
            <a:avLst/>
          </a:prstGeom>
          <a:ln>
            <a:solidFill>
              <a:schemeClr val="accent6">
                <a:lumMod val="50000"/>
              </a:schemeClr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5" name="Straight Arrow Connector 24">
            <a:extLst>
              <a:ext uri="{FF2B5EF4-FFF2-40B4-BE49-F238E27FC236}">
                <a16:creationId xmlns:a16="http://schemas.microsoft.com/office/drawing/2014/main" id="{B7FAA5B0-67D1-4A2A-3DC3-5672A7DCD666}"/>
              </a:ext>
            </a:extLst>
          </p:cNvPr>
          <p:cNvCxnSpPr>
            <a:cxnSpLocks/>
            <a:stCxn id="8" idx="2"/>
            <a:endCxn id="10" idx="1"/>
          </p:cNvCxnSpPr>
          <p:nvPr/>
        </p:nvCxnSpPr>
        <p:spPr>
          <a:xfrm>
            <a:off x="4902609" y="4828785"/>
            <a:ext cx="1812822" cy="289246"/>
          </a:xfrm>
          <a:prstGeom prst="straightConnector1">
            <a:avLst/>
          </a:prstGeom>
          <a:ln>
            <a:solidFill>
              <a:schemeClr val="accent6">
                <a:lumMod val="50000"/>
              </a:schemeClr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0" name="TextBox 29">
            <a:extLst>
              <a:ext uri="{FF2B5EF4-FFF2-40B4-BE49-F238E27FC236}">
                <a16:creationId xmlns:a16="http://schemas.microsoft.com/office/drawing/2014/main" id="{D952DC17-80D0-F281-CD10-9D353C590015}"/>
              </a:ext>
            </a:extLst>
          </p:cNvPr>
          <p:cNvSpPr txBox="1"/>
          <p:nvPr/>
        </p:nvSpPr>
        <p:spPr>
          <a:xfrm rot="577411">
            <a:off x="5361175" y="4603232"/>
            <a:ext cx="86984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>
                <a:latin typeface="Bahnschrift" panose="020B0502040204020203" pitchFamily="34" charset="0"/>
              </a:rPr>
              <a:t>even</a:t>
            </a:r>
          </a:p>
        </p:txBody>
      </p:sp>
      <p:sp>
        <p:nvSpPr>
          <p:cNvPr id="31" name="TextBox 30">
            <a:extLst>
              <a:ext uri="{FF2B5EF4-FFF2-40B4-BE49-F238E27FC236}">
                <a16:creationId xmlns:a16="http://schemas.microsoft.com/office/drawing/2014/main" id="{14261227-0BCE-3439-056B-0C44F8DCDA1A}"/>
              </a:ext>
            </a:extLst>
          </p:cNvPr>
          <p:cNvSpPr txBox="1"/>
          <p:nvPr/>
        </p:nvSpPr>
        <p:spPr>
          <a:xfrm rot="21064957">
            <a:off x="5374097" y="2991964"/>
            <a:ext cx="86984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>
                <a:latin typeface="Bahnschrift" panose="020B0502040204020203" pitchFamily="34" charset="0"/>
              </a:rPr>
              <a:t>odd</a:t>
            </a:r>
          </a:p>
        </p:txBody>
      </p:sp>
      <p:cxnSp>
        <p:nvCxnSpPr>
          <p:cNvPr id="34" name="Connector: Curved 33">
            <a:extLst>
              <a:ext uri="{FF2B5EF4-FFF2-40B4-BE49-F238E27FC236}">
                <a16:creationId xmlns:a16="http://schemas.microsoft.com/office/drawing/2014/main" id="{7D715D53-6177-A626-E39F-09C35F961426}"/>
              </a:ext>
            </a:extLst>
          </p:cNvPr>
          <p:cNvCxnSpPr>
            <a:cxnSpLocks/>
            <a:stCxn id="10" idx="2"/>
            <a:endCxn id="8" idx="1"/>
          </p:cNvCxnSpPr>
          <p:nvPr/>
        </p:nvCxnSpPr>
        <p:spPr>
          <a:xfrm rot="5400000" flipH="1">
            <a:off x="4982508" y="2907156"/>
            <a:ext cx="1479423" cy="3997120"/>
          </a:xfrm>
          <a:prstGeom prst="curvedConnector4">
            <a:avLst>
              <a:gd name="adj1" fmla="val -36719"/>
              <a:gd name="adj2" fmla="val 120970"/>
            </a:avLst>
          </a:prstGeom>
          <a:ln w="19050" cap="flat" cmpd="sng" algn="ctr">
            <a:solidFill>
              <a:schemeClr val="accent6">
                <a:lumMod val="50000"/>
              </a:schemeClr>
            </a:solidFill>
            <a:prstDash val="dash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cxnSp>
        <p:nvCxnSpPr>
          <p:cNvPr id="41" name="Connector: Curved 40">
            <a:extLst>
              <a:ext uri="{FF2B5EF4-FFF2-40B4-BE49-F238E27FC236}">
                <a16:creationId xmlns:a16="http://schemas.microsoft.com/office/drawing/2014/main" id="{3F369AC3-570E-CD91-85CE-DE202C190A51}"/>
              </a:ext>
            </a:extLst>
          </p:cNvPr>
          <p:cNvCxnSpPr>
            <a:cxnSpLocks/>
            <a:stCxn id="9" idx="0"/>
            <a:endCxn id="8" idx="1"/>
          </p:cNvCxnSpPr>
          <p:nvPr/>
        </p:nvCxnSpPr>
        <p:spPr>
          <a:xfrm rot="16200000" flipH="1" flipV="1">
            <a:off x="4988653" y="1433875"/>
            <a:ext cx="1467135" cy="3997121"/>
          </a:xfrm>
          <a:prstGeom prst="curvedConnector4">
            <a:avLst>
              <a:gd name="adj1" fmla="val -38367"/>
              <a:gd name="adj2" fmla="val 121462"/>
            </a:avLst>
          </a:prstGeom>
          <a:ln w="19050" cap="flat" cmpd="sng" algn="ctr">
            <a:solidFill>
              <a:schemeClr val="accent6">
                <a:lumMod val="50000"/>
              </a:schemeClr>
            </a:solidFill>
            <a:prstDash val="dash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sp>
        <p:nvSpPr>
          <p:cNvPr id="49" name="TextBox 48">
            <a:extLst>
              <a:ext uri="{FF2B5EF4-FFF2-40B4-BE49-F238E27FC236}">
                <a16:creationId xmlns:a16="http://schemas.microsoft.com/office/drawing/2014/main" id="{AC33A5A1-E3D6-A402-C52C-FFB2AFE8D8A3}"/>
              </a:ext>
            </a:extLst>
          </p:cNvPr>
          <p:cNvSpPr txBox="1"/>
          <p:nvPr/>
        </p:nvSpPr>
        <p:spPr>
          <a:xfrm>
            <a:off x="4752052" y="1719053"/>
            <a:ext cx="86984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>
                <a:latin typeface="Bahnschrift" panose="020B0502040204020203" pitchFamily="34" charset="0"/>
              </a:rPr>
              <a:t>repeat</a:t>
            </a:r>
          </a:p>
        </p:txBody>
      </p:sp>
      <p:sp>
        <p:nvSpPr>
          <p:cNvPr id="50" name="TextBox 49">
            <a:extLst>
              <a:ext uri="{FF2B5EF4-FFF2-40B4-BE49-F238E27FC236}">
                <a16:creationId xmlns:a16="http://schemas.microsoft.com/office/drawing/2014/main" id="{1B030C3E-A560-F489-D50E-912E5C71AC80}"/>
              </a:ext>
            </a:extLst>
          </p:cNvPr>
          <p:cNvSpPr txBox="1"/>
          <p:nvPr/>
        </p:nvSpPr>
        <p:spPr>
          <a:xfrm>
            <a:off x="4752052" y="6198606"/>
            <a:ext cx="86984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>
                <a:latin typeface="Bahnschrift" panose="020B0502040204020203" pitchFamily="34" charset="0"/>
              </a:rPr>
              <a:t>repeat</a:t>
            </a:r>
          </a:p>
        </p:txBody>
      </p:sp>
      <p:sp>
        <p:nvSpPr>
          <p:cNvPr id="51" name="Arrow: Chevron 50">
            <a:extLst>
              <a:ext uri="{FF2B5EF4-FFF2-40B4-BE49-F238E27FC236}">
                <a16:creationId xmlns:a16="http://schemas.microsoft.com/office/drawing/2014/main" id="{451122C2-BECF-08E5-8B81-9A3807763C21}"/>
              </a:ext>
            </a:extLst>
          </p:cNvPr>
          <p:cNvSpPr/>
          <p:nvPr/>
        </p:nvSpPr>
        <p:spPr>
          <a:xfrm>
            <a:off x="9077633" y="3852019"/>
            <a:ext cx="550760" cy="627344"/>
          </a:xfrm>
          <a:prstGeom prst="chevron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tx1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2" name="TextBox 51">
                <a:extLst>
                  <a:ext uri="{FF2B5EF4-FFF2-40B4-BE49-F238E27FC236}">
                    <a16:creationId xmlns:a16="http://schemas.microsoft.com/office/drawing/2014/main" id="{3453E670-5910-2071-EBB1-5A497186B0C3}"/>
                  </a:ext>
                </a:extLst>
              </p:cNvPr>
              <p:cNvSpPr txBox="1"/>
              <p:nvPr/>
            </p:nvSpPr>
            <p:spPr>
              <a:xfrm>
                <a:off x="838200" y="3419115"/>
                <a:ext cx="1880111" cy="276999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1200" i="1" dirty="0" smtClean="0">
                          <a:latin typeface="Cambria Math" panose="02040503050406030204" pitchFamily="18" charset="0"/>
                        </a:rPr>
                        <m:t>𝑛</m:t>
                      </m:r>
                      <m:r>
                        <a:rPr lang="en-US" sz="1200" i="1" dirty="0" smtClean="0">
                          <a:latin typeface="Cambria Math" panose="02040503050406030204" pitchFamily="18" charset="0"/>
                        </a:rPr>
                        <m:t> : </m:t>
                      </m:r>
                      <m:r>
                        <a:rPr lang="en-US" sz="1200" i="1" dirty="0" smtClean="0">
                          <a:latin typeface="Cambria Math" panose="02040503050406030204" pitchFamily="18" charset="0"/>
                        </a:rPr>
                        <m:t>𝑝𝑜𝑠𝑖𝑡𝑖𝑣𝑒</m:t>
                      </m:r>
                      <m:r>
                        <a:rPr lang="en-US" sz="1200" i="1" dirty="0" smtClean="0">
                          <a:latin typeface="Cambria Math" panose="02040503050406030204" pitchFamily="18" charset="0"/>
                        </a:rPr>
                        <m:t> </m:t>
                      </m:r>
                      <m:r>
                        <a:rPr lang="en-US" sz="1200" i="1" dirty="0" smtClean="0">
                          <a:latin typeface="Cambria Math" panose="02040503050406030204" pitchFamily="18" charset="0"/>
                        </a:rPr>
                        <m:t>𝑖𝑛𝑡𝑒𝑔𝑒𝑟</m:t>
                      </m:r>
                    </m:oMath>
                  </m:oMathPara>
                </a14:m>
                <a:endParaRPr lang="en-US" sz="1200" dirty="0">
                  <a:latin typeface="Bahnschrift" panose="020B0502040204020203" pitchFamily="34" charset="0"/>
                </a:endParaRPr>
              </a:p>
            </p:txBody>
          </p:sp>
        </mc:Choice>
        <mc:Fallback xmlns="">
          <p:sp>
            <p:nvSpPr>
              <p:cNvPr id="52" name="TextBox 51">
                <a:extLst>
                  <a:ext uri="{FF2B5EF4-FFF2-40B4-BE49-F238E27FC236}">
                    <a16:creationId xmlns:a16="http://schemas.microsoft.com/office/drawing/2014/main" id="{3453E670-5910-2071-EBB1-5A497186B0C3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38200" y="3419115"/>
                <a:ext cx="1880111" cy="276999"/>
              </a:xfrm>
              <a:prstGeom prst="rect">
                <a:avLst/>
              </a:prstGeom>
              <a:blipFill>
                <a:blip r:embed="rId6"/>
                <a:stretch>
                  <a:fillRect t="-2222" b="-17778"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563318697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spd="slow">
        <p159:morph option="byObject"/>
      </p:transition>
    </mc:Choice>
    <mc:Fallback xmlns="">
      <p:transition spd="slow">
        <p:fade/>
      </p:transition>
    </mc:Fallback>
  </mc:AlternateContent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BEAB8EF-573D-F7BA-F615-91E6DC87DE0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GB" dirty="0"/>
              <a:t>Collatz Conjecture</a:t>
            </a:r>
          </a:p>
        </p:txBody>
      </p:sp>
      <p:sp>
        <p:nvSpPr>
          <p:cNvPr id="6" name="Flowchart: Data 5">
            <a:extLst>
              <a:ext uri="{FF2B5EF4-FFF2-40B4-BE49-F238E27FC236}">
                <a16:creationId xmlns:a16="http://schemas.microsoft.com/office/drawing/2014/main" id="{AB2AEC04-0C72-AD59-A602-DC9AB3EEF731}"/>
              </a:ext>
            </a:extLst>
          </p:cNvPr>
          <p:cNvSpPr/>
          <p:nvPr/>
        </p:nvSpPr>
        <p:spPr>
          <a:xfrm>
            <a:off x="307259" y="3728468"/>
            <a:ext cx="2534263" cy="887361"/>
          </a:xfrm>
          <a:prstGeom prst="flowChartInputOutput">
            <a:avLst/>
          </a:prstGeom>
          <a:noFill/>
          <a:ln>
            <a:solidFill>
              <a:schemeClr val="bg1">
                <a:lumMod val="8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>
              <a:solidFill>
                <a:schemeClr val="bg1">
                  <a:lumMod val="85000"/>
                </a:schemeClr>
              </a:solidFill>
            </a:endParaRPr>
          </a:p>
        </p:txBody>
      </p:sp>
      <p:sp>
        <p:nvSpPr>
          <p:cNvPr id="8" name="Flowchart: Decision 7">
            <a:extLst>
              <a:ext uri="{FF2B5EF4-FFF2-40B4-BE49-F238E27FC236}">
                <a16:creationId xmlns:a16="http://schemas.microsoft.com/office/drawing/2014/main" id="{EC38AADB-953F-DC8A-2EA4-E5A137D8C6D7}"/>
              </a:ext>
            </a:extLst>
          </p:cNvPr>
          <p:cNvSpPr/>
          <p:nvPr/>
        </p:nvSpPr>
        <p:spPr>
          <a:xfrm>
            <a:off x="3723660" y="3503222"/>
            <a:ext cx="2357897" cy="1325563"/>
          </a:xfrm>
          <a:prstGeom prst="flowChartDecision">
            <a:avLst/>
          </a:prstGeom>
          <a:noFill/>
          <a:ln>
            <a:solidFill>
              <a:schemeClr val="accent6">
                <a:lumMod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CH" dirty="0">
                <a:latin typeface="Bahnschrift" panose="020B0502040204020203" pitchFamily="34" charset="0"/>
              </a:rPr>
              <a:t>/</a:t>
            </a:r>
            <a:endParaRPr lang="en-GB" dirty="0">
              <a:latin typeface="Bahnschrift" panose="020B0502040204020203" pitchFamily="34" charset="0"/>
            </a:endParaRPr>
          </a:p>
        </p:txBody>
      </p:sp>
      <p:sp>
        <p:nvSpPr>
          <p:cNvPr id="9" name="Flowchart: Process 8">
            <a:extLst>
              <a:ext uri="{FF2B5EF4-FFF2-40B4-BE49-F238E27FC236}">
                <a16:creationId xmlns:a16="http://schemas.microsoft.com/office/drawing/2014/main" id="{202FDA4B-4BF6-E914-95EF-0C80EE65E1E2}"/>
              </a:ext>
            </a:extLst>
          </p:cNvPr>
          <p:cNvSpPr/>
          <p:nvPr/>
        </p:nvSpPr>
        <p:spPr>
          <a:xfrm>
            <a:off x="6715432" y="2698869"/>
            <a:ext cx="2010697" cy="1042503"/>
          </a:xfrm>
          <a:prstGeom prst="flowChartProcess">
            <a:avLst/>
          </a:prstGeom>
          <a:noFill/>
          <a:ln>
            <a:solidFill>
              <a:schemeClr val="bg1">
                <a:lumMod val="8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>
              <a:solidFill>
                <a:schemeClr val="bg1">
                  <a:lumMod val="85000"/>
                </a:schemeClr>
              </a:solidFill>
            </a:endParaRPr>
          </a:p>
        </p:txBody>
      </p:sp>
      <p:sp>
        <p:nvSpPr>
          <p:cNvPr id="10" name="Flowchart: Process 9">
            <a:extLst>
              <a:ext uri="{FF2B5EF4-FFF2-40B4-BE49-F238E27FC236}">
                <a16:creationId xmlns:a16="http://schemas.microsoft.com/office/drawing/2014/main" id="{93907593-FDE7-39B1-D2F3-5252D3AC90B1}"/>
              </a:ext>
            </a:extLst>
          </p:cNvPr>
          <p:cNvSpPr/>
          <p:nvPr/>
        </p:nvSpPr>
        <p:spPr>
          <a:xfrm>
            <a:off x="6715431" y="4590635"/>
            <a:ext cx="2010697" cy="1054792"/>
          </a:xfrm>
          <a:prstGeom prst="flowChartProcess">
            <a:avLst/>
          </a:prstGeom>
          <a:noFill/>
          <a:ln>
            <a:solidFill>
              <a:schemeClr val="bg1">
                <a:lumMod val="8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>
              <a:solidFill>
                <a:schemeClr val="bg1">
                  <a:lumMod val="85000"/>
                </a:schemeClr>
              </a:solidFill>
            </a:endParaRPr>
          </a:p>
        </p:txBody>
      </p:sp>
      <p:sp>
        <p:nvSpPr>
          <p:cNvPr id="12" name="Flowchart: Terminator 11">
            <a:extLst>
              <a:ext uri="{FF2B5EF4-FFF2-40B4-BE49-F238E27FC236}">
                <a16:creationId xmlns:a16="http://schemas.microsoft.com/office/drawing/2014/main" id="{50DB7268-31B7-C200-173B-4D7FD6B7544F}"/>
              </a:ext>
            </a:extLst>
          </p:cNvPr>
          <p:cNvSpPr/>
          <p:nvPr/>
        </p:nvSpPr>
        <p:spPr>
          <a:xfrm>
            <a:off x="9979897" y="3741373"/>
            <a:ext cx="1799303" cy="849262"/>
          </a:xfrm>
          <a:prstGeom prst="flowChartTerminator">
            <a:avLst/>
          </a:prstGeom>
          <a:noFill/>
          <a:ln>
            <a:solidFill>
              <a:schemeClr val="bg1">
                <a:lumMod val="8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>
              <a:solidFill>
                <a:schemeClr val="bg1">
                  <a:lumMod val="85000"/>
                </a:schemeClr>
              </a:solidFill>
            </a:endParaRP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22008C9F-4187-E0F4-00EE-988AAE280787}"/>
              </a:ext>
            </a:extLst>
          </p:cNvPr>
          <p:cNvSpPr txBox="1"/>
          <p:nvPr/>
        </p:nvSpPr>
        <p:spPr>
          <a:xfrm>
            <a:off x="4176557" y="3704026"/>
            <a:ext cx="1445342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>
                <a:solidFill>
                  <a:schemeClr val="accent6">
                    <a:lumMod val="50000"/>
                  </a:schemeClr>
                </a:solidFill>
                <a:latin typeface="Bahnschrift" panose="020B0502040204020203" pitchFamily="34" charset="0"/>
              </a:rPr>
              <a:t>odd</a:t>
            </a:r>
            <a:br>
              <a:rPr lang="en-US" dirty="0">
                <a:solidFill>
                  <a:schemeClr val="accent6">
                    <a:lumMod val="50000"/>
                  </a:schemeClr>
                </a:solidFill>
                <a:latin typeface="Bahnschrift" panose="020B0502040204020203" pitchFamily="34" charset="0"/>
              </a:rPr>
            </a:br>
            <a:r>
              <a:rPr lang="en-US" dirty="0">
                <a:solidFill>
                  <a:schemeClr val="accent6">
                    <a:lumMod val="50000"/>
                  </a:schemeClr>
                </a:solidFill>
                <a:latin typeface="Bahnschrift" panose="020B0502040204020203" pitchFamily="34" charset="0"/>
              </a:rPr>
              <a:t>or</a:t>
            </a:r>
            <a:br>
              <a:rPr lang="en-US" dirty="0">
                <a:solidFill>
                  <a:schemeClr val="accent6">
                    <a:lumMod val="50000"/>
                  </a:schemeClr>
                </a:solidFill>
                <a:latin typeface="Bahnschrift" panose="020B0502040204020203" pitchFamily="34" charset="0"/>
              </a:rPr>
            </a:br>
            <a:r>
              <a:rPr lang="en-US" dirty="0">
                <a:solidFill>
                  <a:schemeClr val="accent6">
                    <a:lumMod val="50000"/>
                  </a:schemeClr>
                </a:solidFill>
                <a:latin typeface="Bahnschrift" panose="020B0502040204020203" pitchFamily="34" charset="0"/>
              </a:rPr>
              <a:t>even</a:t>
            </a:r>
          </a:p>
        </p:txBody>
      </p:sp>
      <p:cxnSp>
        <p:nvCxnSpPr>
          <p:cNvPr id="21" name="Straight Arrow Connector 20">
            <a:extLst>
              <a:ext uri="{FF2B5EF4-FFF2-40B4-BE49-F238E27FC236}">
                <a16:creationId xmlns:a16="http://schemas.microsoft.com/office/drawing/2014/main" id="{47D2F58D-05C9-3D40-07B1-1719494E0A1C}"/>
              </a:ext>
            </a:extLst>
          </p:cNvPr>
          <p:cNvCxnSpPr>
            <a:cxnSpLocks/>
            <a:stCxn id="6" idx="5"/>
            <a:endCxn id="8" idx="1"/>
          </p:cNvCxnSpPr>
          <p:nvPr/>
        </p:nvCxnSpPr>
        <p:spPr>
          <a:xfrm flipV="1">
            <a:off x="2588096" y="4166004"/>
            <a:ext cx="1135564" cy="6145"/>
          </a:xfrm>
          <a:prstGeom prst="straightConnector1">
            <a:avLst/>
          </a:prstGeom>
          <a:ln>
            <a:solidFill>
              <a:schemeClr val="bg1">
                <a:lumMod val="85000"/>
              </a:schemeClr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3" name="Straight Arrow Connector 22">
            <a:extLst>
              <a:ext uri="{FF2B5EF4-FFF2-40B4-BE49-F238E27FC236}">
                <a16:creationId xmlns:a16="http://schemas.microsoft.com/office/drawing/2014/main" id="{1E95EFFE-1468-4AB0-6F5B-7BD0BDB41236}"/>
              </a:ext>
            </a:extLst>
          </p:cNvPr>
          <p:cNvCxnSpPr>
            <a:cxnSpLocks/>
            <a:stCxn id="8" idx="0"/>
            <a:endCxn id="9" idx="1"/>
          </p:cNvCxnSpPr>
          <p:nvPr/>
        </p:nvCxnSpPr>
        <p:spPr>
          <a:xfrm flipV="1">
            <a:off x="4902609" y="3220121"/>
            <a:ext cx="1812823" cy="283101"/>
          </a:xfrm>
          <a:prstGeom prst="straightConnector1">
            <a:avLst/>
          </a:prstGeom>
          <a:ln>
            <a:solidFill>
              <a:schemeClr val="accent6">
                <a:lumMod val="50000"/>
              </a:schemeClr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5" name="Straight Arrow Connector 24">
            <a:extLst>
              <a:ext uri="{FF2B5EF4-FFF2-40B4-BE49-F238E27FC236}">
                <a16:creationId xmlns:a16="http://schemas.microsoft.com/office/drawing/2014/main" id="{B7FAA5B0-67D1-4A2A-3DC3-5672A7DCD666}"/>
              </a:ext>
            </a:extLst>
          </p:cNvPr>
          <p:cNvCxnSpPr>
            <a:cxnSpLocks/>
            <a:stCxn id="8" idx="2"/>
            <a:endCxn id="10" idx="1"/>
          </p:cNvCxnSpPr>
          <p:nvPr/>
        </p:nvCxnSpPr>
        <p:spPr>
          <a:xfrm>
            <a:off x="4902609" y="4828785"/>
            <a:ext cx="1812822" cy="289246"/>
          </a:xfrm>
          <a:prstGeom prst="straightConnector1">
            <a:avLst/>
          </a:prstGeom>
          <a:ln>
            <a:solidFill>
              <a:schemeClr val="accent6">
                <a:lumMod val="50000"/>
              </a:schemeClr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0" name="TextBox 29">
            <a:extLst>
              <a:ext uri="{FF2B5EF4-FFF2-40B4-BE49-F238E27FC236}">
                <a16:creationId xmlns:a16="http://schemas.microsoft.com/office/drawing/2014/main" id="{D952DC17-80D0-F281-CD10-9D353C590015}"/>
              </a:ext>
            </a:extLst>
          </p:cNvPr>
          <p:cNvSpPr txBox="1"/>
          <p:nvPr/>
        </p:nvSpPr>
        <p:spPr>
          <a:xfrm rot="577411">
            <a:off x="5361175" y="4603232"/>
            <a:ext cx="869847" cy="369332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pPr algn="ctr"/>
            <a:r>
              <a:rPr lang="en-US" dirty="0">
                <a:solidFill>
                  <a:schemeClr val="accent6">
                    <a:lumMod val="50000"/>
                  </a:schemeClr>
                </a:solidFill>
                <a:latin typeface="Bahnschrift" panose="020B0502040204020203" pitchFamily="34" charset="0"/>
              </a:rPr>
              <a:t>even</a:t>
            </a:r>
          </a:p>
        </p:txBody>
      </p:sp>
      <p:sp>
        <p:nvSpPr>
          <p:cNvPr id="31" name="TextBox 30">
            <a:extLst>
              <a:ext uri="{FF2B5EF4-FFF2-40B4-BE49-F238E27FC236}">
                <a16:creationId xmlns:a16="http://schemas.microsoft.com/office/drawing/2014/main" id="{14261227-0BCE-3439-056B-0C44F8DCDA1A}"/>
              </a:ext>
            </a:extLst>
          </p:cNvPr>
          <p:cNvSpPr txBox="1"/>
          <p:nvPr/>
        </p:nvSpPr>
        <p:spPr>
          <a:xfrm rot="21064957">
            <a:off x="5374097" y="2991964"/>
            <a:ext cx="869847" cy="369332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pPr algn="ctr"/>
            <a:r>
              <a:rPr lang="en-US" dirty="0">
                <a:solidFill>
                  <a:schemeClr val="accent6">
                    <a:lumMod val="50000"/>
                  </a:schemeClr>
                </a:solidFill>
                <a:latin typeface="Bahnschrift" panose="020B0502040204020203" pitchFamily="34" charset="0"/>
              </a:rPr>
              <a:t>odd</a:t>
            </a:r>
          </a:p>
        </p:txBody>
      </p:sp>
      <p:cxnSp>
        <p:nvCxnSpPr>
          <p:cNvPr id="34" name="Connector: Curved 33">
            <a:extLst>
              <a:ext uri="{FF2B5EF4-FFF2-40B4-BE49-F238E27FC236}">
                <a16:creationId xmlns:a16="http://schemas.microsoft.com/office/drawing/2014/main" id="{7D715D53-6177-A626-E39F-09C35F961426}"/>
              </a:ext>
            </a:extLst>
          </p:cNvPr>
          <p:cNvCxnSpPr>
            <a:cxnSpLocks/>
            <a:stCxn id="10" idx="2"/>
            <a:endCxn id="8" idx="1"/>
          </p:cNvCxnSpPr>
          <p:nvPr/>
        </p:nvCxnSpPr>
        <p:spPr>
          <a:xfrm rot="5400000" flipH="1">
            <a:off x="4982508" y="2907156"/>
            <a:ext cx="1479423" cy="3997120"/>
          </a:xfrm>
          <a:prstGeom prst="curvedConnector4">
            <a:avLst>
              <a:gd name="adj1" fmla="val -36719"/>
              <a:gd name="adj2" fmla="val 120970"/>
            </a:avLst>
          </a:prstGeom>
          <a:ln w="19050" cap="flat" cmpd="sng" algn="ctr">
            <a:solidFill>
              <a:schemeClr val="bg1">
                <a:lumMod val="85000"/>
              </a:schemeClr>
            </a:solidFill>
            <a:prstDash val="dash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cxnSp>
        <p:nvCxnSpPr>
          <p:cNvPr id="41" name="Connector: Curved 40">
            <a:extLst>
              <a:ext uri="{FF2B5EF4-FFF2-40B4-BE49-F238E27FC236}">
                <a16:creationId xmlns:a16="http://schemas.microsoft.com/office/drawing/2014/main" id="{3F369AC3-570E-CD91-85CE-DE202C190A51}"/>
              </a:ext>
            </a:extLst>
          </p:cNvPr>
          <p:cNvCxnSpPr>
            <a:cxnSpLocks/>
            <a:stCxn id="9" idx="0"/>
            <a:endCxn id="8" idx="1"/>
          </p:cNvCxnSpPr>
          <p:nvPr/>
        </p:nvCxnSpPr>
        <p:spPr>
          <a:xfrm rot="16200000" flipH="1" flipV="1">
            <a:off x="4988653" y="1433875"/>
            <a:ext cx="1467135" cy="3997121"/>
          </a:xfrm>
          <a:prstGeom prst="curvedConnector4">
            <a:avLst>
              <a:gd name="adj1" fmla="val -38367"/>
              <a:gd name="adj2" fmla="val 121462"/>
            </a:avLst>
          </a:prstGeom>
          <a:ln w="19050" cap="flat" cmpd="sng" algn="ctr">
            <a:solidFill>
              <a:schemeClr val="bg1">
                <a:lumMod val="85000"/>
              </a:schemeClr>
            </a:solidFill>
            <a:prstDash val="dash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sp>
        <p:nvSpPr>
          <p:cNvPr id="49" name="TextBox 48">
            <a:extLst>
              <a:ext uri="{FF2B5EF4-FFF2-40B4-BE49-F238E27FC236}">
                <a16:creationId xmlns:a16="http://schemas.microsoft.com/office/drawing/2014/main" id="{AC33A5A1-E3D6-A402-C52C-FFB2AFE8D8A3}"/>
              </a:ext>
            </a:extLst>
          </p:cNvPr>
          <p:cNvSpPr txBox="1"/>
          <p:nvPr/>
        </p:nvSpPr>
        <p:spPr>
          <a:xfrm>
            <a:off x="4752052" y="1719053"/>
            <a:ext cx="869847" cy="369332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pPr algn="ctr"/>
            <a:r>
              <a:rPr lang="en-US" dirty="0">
                <a:solidFill>
                  <a:schemeClr val="bg1">
                    <a:lumMod val="85000"/>
                  </a:schemeClr>
                </a:solidFill>
                <a:latin typeface="Bahnschrift" panose="020B0502040204020203" pitchFamily="34" charset="0"/>
              </a:rPr>
              <a:t>repeat</a:t>
            </a:r>
          </a:p>
        </p:txBody>
      </p:sp>
      <p:sp>
        <p:nvSpPr>
          <p:cNvPr id="50" name="TextBox 49">
            <a:extLst>
              <a:ext uri="{FF2B5EF4-FFF2-40B4-BE49-F238E27FC236}">
                <a16:creationId xmlns:a16="http://schemas.microsoft.com/office/drawing/2014/main" id="{1B030C3E-A560-F489-D50E-912E5C71AC80}"/>
              </a:ext>
            </a:extLst>
          </p:cNvPr>
          <p:cNvSpPr txBox="1"/>
          <p:nvPr/>
        </p:nvSpPr>
        <p:spPr>
          <a:xfrm>
            <a:off x="4752052" y="6123543"/>
            <a:ext cx="869847" cy="369332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pPr algn="ctr"/>
            <a:r>
              <a:rPr lang="en-US" dirty="0">
                <a:solidFill>
                  <a:schemeClr val="bg1">
                    <a:lumMod val="85000"/>
                  </a:schemeClr>
                </a:solidFill>
                <a:latin typeface="Bahnschrift" panose="020B0502040204020203" pitchFamily="34" charset="0"/>
              </a:rPr>
              <a:t>repeat</a:t>
            </a:r>
          </a:p>
        </p:txBody>
      </p:sp>
      <p:sp>
        <p:nvSpPr>
          <p:cNvPr id="51" name="Arrow: Chevron 50">
            <a:extLst>
              <a:ext uri="{FF2B5EF4-FFF2-40B4-BE49-F238E27FC236}">
                <a16:creationId xmlns:a16="http://schemas.microsoft.com/office/drawing/2014/main" id="{451122C2-BECF-08E5-8B81-9A3807763C21}"/>
              </a:ext>
            </a:extLst>
          </p:cNvPr>
          <p:cNvSpPr/>
          <p:nvPr/>
        </p:nvSpPr>
        <p:spPr>
          <a:xfrm>
            <a:off x="9077633" y="3852019"/>
            <a:ext cx="550760" cy="627344"/>
          </a:xfrm>
          <a:prstGeom prst="chevron">
            <a:avLst/>
          </a:prstGeom>
          <a:noFill/>
          <a:ln>
            <a:solidFill>
              <a:schemeClr val="bg1">
                <a:lumMod val="8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bg1">
                  <a:lumMod val="85000"/>
                </a:schemeClr>
              </a:solidFill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8D01FD3B-8A58-BE2E-6E14-CE8213B7D1FC}"/>
              </a:ext>
            </a:extLst>
          </p:cNvPr>
          <p:cNvSpPr txBox="1"/>
          <p:nvPr/>
        </p:nvSpPr>
        <p:spPr>
          <a:xfrm>
            <a:off x="6968611" y="1486891"/>
            <a:ext cx="4946563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4000" dirty="0">
                <a:solidFill>
                  <a:schemeClr val="accent5">
                    <a:lumMod val="60000"/>
                    <a:lumOff val="40000"/>
                  </a:schemeClr>
                </a:solidFill>
                <a:latin typeface="Bahnschrift" panose="020B0502040204020203" pitchFamily="34" charset="0"/>
              </a:rPr>
              <a:t>Decision-Making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TextBox 4">
                <a:extLst>
                  <a:ext uri="{FF2B5EF4-FFF2-40B4-BE49-F238E27FC236}">
                    <a16:creationId xmlns:a16="http://schemas.microsoft.com/office/drawing/2014/main" id="{FE104045-1906-B2AC-FBE3-601E5F9E3519}"/>
                  </a:ext>
                </a:extLst>
              </p:cNvPr>
              <p:cNvSpPr txBox="1"/>
              <p:nvPr/>
            </p:nvSpPr>
            <p:spPr>
              <a:xfrm>
                <a:off x="1200518" y="3702126"/>
                <a:ext cx="884904" cy="830997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"/>
                    </m:oMathParaPr>
                    <m:oMath xmlns:m="http://schemas.openxmlformats.org/officeDocument/2006/math">
                      <m:r>
                        <a:rPr lang="de-CH" sz="4800" i="1" dirty="0" smtClean="0">
                          <a:solidFill>
                            <a:schemeClr val="bg1">
                              <a:lumMod val="85000"/>
                            </a:schemeClr>
                          </a:solidFill>
                          <a:latin typeface="Cambria Math" panose="02040503050406030204" pitchFamily="18" charset="0"/>
                        </a:rPr>
                        <m:t>𝑛</m:t>
                      </m:r>
                    </m:oMath>
                  </m:oMathPara>
                </a14:m>
                <a:endParaRPr lang="en-GB" sz="4800" dirty="0">
                  <a:solidFill>
                    <a:schemeClr val="bg1">
                      <a:lumMod val="85000"/>
                    </a:schemeClr>
                  </a:solidFill>
                  <a:latin typeface="Bahnschrift" panose="020B0502040204020203" pitchFamily="34" charset="0"/>
                </a:endParaRPr>
              </a:p>
            </p:txBody>
          </p:sp>
        </mc:Choice>
        <mc:Fallback xmlns="">
          <p:sp>
            <p:nvSpPr>
              <p:cNvPr id="5" name="TextBox 4">
                <a:extLst>
                  <a:ext uri="{FF2B5EF4-FFF2-40B4-BE49-F238E27FC236}">
                    <a16:creationId xmlns:a16="http://schemas.microsoft.com/office/drawing/2014/main" id="{FE104045-1906-B2AC-FBE3-601E5F9E3519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200518" y="3702126"/>
                <a:ext cx="884904" cy="830997"/>
              </a:xfrm>
              <a:prstGeom prst="rect">
                <a:avLst/>
              </a:prstGeom>
              <a:blipFill>
                <a:blip r:embed="rId2"/>
                <a:stretch>
                  <a:fillRect t="-18248" r="-21379" b="-35766"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7" name="TextBox 6">
                <a:extLst>
                  <a:ext uri="{FF2B5EF4-FFF2-40B4-BE49-F238E27FC236}">
                    <a16:creationId xmlns:a16="http://schemas.microsoft.com/office/drawing/2014/main" id="{A5668023-B507-C973-7CC9-BC10F52E4613}"/>
                  </a:ext>
                </a:extLst>
              </p:cNvPr>
              <p:cNvSpPr txBox="1"/>
              <p:nvPr/>
            </p:nvSpPr>
            <p:spPr>
              <a:xfrm>
                <a:off x="6983361" y="3035454"/>
                <a:ext cx="1504336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fr-CH" sz="1800" b="0" i="1" smtClean="0">
                          <a:solidFill>
                            <a:schemeClr val="bg1">
                              <a:lumMod val="85000"/>
                            </a:schemeClr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∙</m:t>
                      </m:r>
                      <m:r>
                        <a:rPr lang="fr-CH" sz="1800" b="0" i="1" smtClean="0">
                          <a:solidFill>
                            <a:schemeClr val="bg1">
                              <a:lumMod val="85000"/>
                            </a:schemeClr>
                          </a:solidFill>
                          <a:latin typeface="Cambria Math" panose="02040503050406030204" pitchFamily="18" charset="0"/>
                        </a:rPr>
                        <m:t>3+1</m:t>
                      </m:r>
                    </m:oMath>
                  </m:oMathPara>
                </a14:m>
                <a:endParaRPr lang="en-GB" dirty="0">
                  <a:solidFill>
                    <a:schemeClr val="bg1">
                      <a:lumMod val="85000"/>
                    </a:schemeClr>
                  </a:solidFill>
                  <a:latin typeface="Bahnschrift" panose="020B0502040204020203" pitchFamily="34" charset="0"/>
                </a:endParaRPr>
              </a:p>
            </p:txBody>
          </p:sp>
        </mc:Choice>
        <mc:Fallback xmlns="">
          <p:sp>
            <p:nvSpPr>
              <p:cNvPr id="7" name="TextBox 6">
                <a:extLst>
                  <a:ext uri="{FF2B5EF4-FFF2-40B4-BE49-F238E27FC236}">
                    <a16:creationId xmlns:a16="http://schemas.microsoft.com/office/drawing/2014/main" id="{A5668023-B507-C973-7CC9-BC10F52E4613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983361" y="3035454"/>
                <a:ext cx="1504336" cy="369332"/>
              </a:xfrm>
              <a:prstGeom prst="rect">
                <a:avLst/>
              </a:prstGeom>
              <a:blipFill>
                <a:blip r:embed="rId3"/>
                <a:stretch>
                  <a:fillRect t="-11475" b="-22951"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1" name="TextBox 10">
                <a:extLst>
                  <a:ext uri="{FF2B5EF4-FFF2-40B4-BE49-F238E27FC236}">
                    <a16:creationId xmlns:a16="http://schemas.microsoft.com/office/drawing/2014/main" id="{8BAC9204-C9C7-9E87-1C06-306EA0896312}"/>
                  </a:ext>
                </a:extLst>
              </p:cNvPr>
              <p:cNvSpPr txBox="1"/>
              <p:nvPr/>
            </p:nvSpPr>
            <p:spPr>
              <a:xfrm>
                <a:off x="6939116" y="4933365"/>
                <a:ext cx="1592826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fr-CH" sz="1800" b="0" i="1" smtClean="0">
                          <a:solidFill>
                            <a:schemeClr val="bg1">
                              <a:lumMod val="85000"/>
                            </a:schemeClr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÷2</m:t>
                      </m:r>
                    </m:oMath>
                  </m:oMathPara>
                </a14:m>
                <a:endParaRPr lang="en-GB" dirty="0">
                  <a:solidFill>
                    <a:schemeClr val="bg1">
                      <a:lumMod val="85000"/>
                    </a:schemeClr>
                  </a:solidFill>
                  <a:latin typeface="Bahnschrift" panose="020B0502040204020203" pitchFamily="34" charset="0"/>
                </a:endParaRPr>
              </a:p>
            </p:txBody>
          </p:sp>
        </mc:Choice>
        <mc:Fallback xmlns="">
          <p:sp>
            <p:nvSpPr>
              <p:cNvPr id="11" name="TextBox 10">
                <a:extLst>
                  <a:ext uri="{FF2B5EF4-FFF2-40B4-BE49-F238E27FC236}">
                    <a16:creationId xmlns:a16="http://schemas.microsoft.com/office/drawing/2014/main" id="{8BAC9204-C9C7-9E87-1C06-306EA0896312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939116" y="4933365"/>
                <a:ext cx="1592826" cy="369332"/>
              </a:xfrm>
              <a:prstGeom prst="rect">
                <a:avLst/>
              </a:prstGeom>
              <a:blipFill>
                <a:blip r:embed="rId4"/>
                <a:stretch>
                  <a:fillRect t="-9836" b="-22951"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8" name="TextBox 17">
                <a:extLst>
                  <a:ext uri="{FF2B5EF4-FFF2-40B4-BE49-F238E27FC236}">
                    <a16:creationId xmlns:a16="http://schemas.microsoft.com/office/drawing/2014/main" id="{A32ACE94-8209-D7F8-8365-0003BB923EEA}"/>
                  </a:ext>
                </a:extLst>
              </p:cNvPr>
              <p:cNvSpPr txBox="1"/>
              <p:nvPr/>
            </p:nvSpPr>
            <p:spPr>
              <a:xfrm>
                <a:off x="10265031" y="3981025"/>
                <a:ext cx="1349214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i="1" dirty="0" smtClean="0">
                          <a:solidFill>
                            <a:schemeClr val="bg1">
                              <a:lumMod val="85000"/>
                            </a:schemeClr>
                          </a:solidFill>
                          <a:latin typeface="Cambria Math" panose="02040503050406030204" pitchFamily="18" charset="0"/>
                        </a:rPr>
                        <m:t>𝑢𝑛𝑡𝑖𝑙</m:t>
                      </m:r>
                      <m:r>
                        <a:rPr lang="en-US" i="1" dirty="0" smtClean="0">
                          <a:solidFill>
                            <a:schemeClr val="bg1">
                              <a:lumMod val="85000"/>
                            </a:schemeClr>
                          </a:solidFill>
                          <a:latin typeface="Cambria Math" panose="02040503050406030204" pitchFamily="18" charset="0"/>
                        </a:rPr>
                        <m:t> </m:t>
                      </m:r>
                      <m:r>
                        <a:rPr lang="en-US" i="1" dirty="0" smtClean="0">
                          <a:solidFill>
                            <a:schemeClr val="bg1">
                              <a:lumMod val="85000"/>
                            </a:schemeClr>
                          </a:solidFill>
                          <a:latin typeface="Cambria Math" panose="02040503050406030204" pitchFamily="18" charset="0"/>
                        </a:rPr>
                        <m:t>𝑛</m:t>
                      </m:r>
                      <m:r>
                        <a:rPr lang="en-US" i="1" dirty="0" smtClean="0">
                          <a:solidFill>
                            <a:schemeClr val="bg1">
                              <a:lumMod val="85000"/>
                            </a:schemeClr>
                          </a:solidFill>
                          <a:latin typeface="Cambria Math" panose="02040503050406030204" pitchFamily="18" charset="0"/>
                        </a:rPr>
                        <m:t>=1</m:t>
                      </m:r>
                    </m:oMath>
                  </m:oMathPara>
                </a14:m>
                <a:endParaRPr lang="en-US" dirty="0">
                  <a:solidFill>
                    <a:schemeClr val="bg1">
                      <a:lumMod val="85000"/>
                    </a:schemeClr>
                  </a:solidFill>
                  <a:latin typeface="Bahnschrift" panose="020B0502040204020203" pitchFamily="34" charset="0"/>
                </a:endParaRPr>
              </a:p>
            </p:txBody>
          </p:sp>
        </mc:Choice>
        <mc:Fallback xmlns="">
          <p:sp>
            <p:nvSpPr>
              <p:cNvPr id="18" name="TextBox 17">
                <a:extLst>
                  <a:ext uri="{FF2B5EF4-FFF2-40B4-BE49-F238E27FC236}">
                    <a16:creationId xmlns:a16="http://schemas.microsoft.com/office/drawing/2014/main" id="{A32ACE94-8209-D7F8-8365-0003BB923EE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0265031" y="3981025"/>
                <a:ext cx="1349214" cy="369332"/>
              </a:xfrm>
              <a:prstGeom prst="rect">
                <a:avLst/>
              </a:prstGeom>
              <a:blipFill>
                <a:blip r:embed="rId5"/>
                <a:stretch>
                  <a:fillRect t="-9836" r="-4072" b="-22951"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9" name="TextBox 18">
                <a:extLst>
                  <a:ext uri="{FF2B5EF4-FFF2-40B4-BE49-F238E27FC236}">
                    <a16:creationId xmlns:a16="http://schemas.microsoft.com/office/drawing/2014/main" id="{DE8B6DD4-1FD1-B5D0-4D86-7FDDDF06C358}"/>
                  </a:ext>
                </a:extLst>
              </p:cNvPr>
              <p:cNvSpPr txBox="1"/>
              <p:nvPr/>
            </p:nvSpPr>
            <p:spPr>
              <a:xfrm>
                <a:off x="838200" y="3419115"/>
                <a:ext cx="1880111" cy="276999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1200" i="1" dirty="0" smtClean="0">
                          <a:solidFill>
                            <a:schemeClr val="bg1">
                              <a:lumMod val="85000"/>
                            </a:schemeClr>
                          </a:solidFill>
                          <a:latin typeface="Cambria Math" panose="02040503050406030204" pitchFamily="18" charset="0"/>
                        </a:rPr>
                        <m:t>𝑛</m:t>
                      </m:r>
                      <m:r>
                        <a:rPr lang="en-US" sz="1200" i="1" dirty="0" smtClean="0">
                          <a:solidFill>
                            <a:schemeClr val="bg1">
                              <a:lumMod val="85000"/>
                            </a:schemeClr>
                          </a:solidFill>
                          <a:latin typeface="Cambria Math" panose="02040503050406030204" pitchFamily="18" charset="0"/>
                        </a:rPr>
                        <m:t> : </m:t>
                      </m:r>
                      <m:r>
                        <a:rPr lang="en-US" sz="1200" i="1" dirty="0" smtClean="0">
                          <a:solidFill>
                            <a:schemeClr val="bg1">
                              <a:lumMod val="85000"/>
                            </a:schemeClr>
                          </a:solidFill>
                          <a:latin typeface="Cambria Math" panose="02040503050406030204" pitchFamily="18" charset="0"/>
                        </a:rPr>
                        <m:t>𝑝𝑜𝑠𝑖𝑡𝑖𝑣𝑒</m:t>
                      </m:r>
                      <m:r>
                        <a:rPr lang="en-US" sz="1200" i="1" dirty="0" smtClean="0">
                          <a:solidFill>
                            <a:schemeClr val="bg1">
                              <a:lumMod val="85000"/>
                            </a:schemeClr>
                          </a:solidFill>
                          <a:latin typeface="Cambria Math" panose="02040503050406030204" pitchFamily="18" charset="0"/>
                        </a:rPr>
                        <m:t> </m:t>
                      </m:r>
                      <m:r>
                        <a:rPr lang="en-US" sz="1200" i="1" dirty="0" smtClean="0">
                          <a:solidFill>
                            <a:schemeClr val="bg1">
                              <a:lumMod val="85000"/>
                            </a:schemeClr>
                          </a:solidFill>
                          <a:latin typeface="Cambria Math" panose="02040503050406030204" pitchFamily="18" charset="0"/>
                        </a:rPr>
                        <m:t>𝑖𝑛𝑡𝑒𝑔𝑒𝑟</m:t>
                      </m:r>
                    </m:oMath>
                  </m:oMathPara>
                </a14:m>
                <a:endParaRPr lang="en-US" sz="1200" dirty="0">
                  <a:solidFill>
                    <a:schemeClr val="bg1">
                      <a:lumMod val="85000"/>
                    </a:schemeClr>
                  </a:solidFill>
                  <a:latin typeface="Bahnschrift" panose="020B0502040204020203" pitchFamily="34" charset="0"/>
                </a:endParaRPr>
              </a:p>
            </p:txBody>
          </p:sp>
        </mc:Choice>
        <mc:Fallback xmlns="">
          <p:sp>
            <p:nvSpPr>
              <p:cNvPr id="19" name="TextBox 18">
                <a:extLst>
                  <a:ext uri="{FF2B5EF4-FFF2-40B4-BE49-F238E27FC236}">
                    <a16:creationId xmlns:a16="http://schemas.microsoft.com/office/drawing/2014/main" id="{DE8B6DD4-1FD1-B5D0-4D86-7FDDDF06C358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38200" y="3419115"/>
                <a:ext cx="1880111" cy="276999"/>
              </a:xfrm>
              <a:prstGeom prst="rect">
                <a:avLst/>
              </a:prstGeom>
              <a:blipFill>
                <a:blip r:embed="rId6"/>
                <a:stretch>
                  <a:fillRect t="-2222" b="-17778"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4205715898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spd="slow">
        <p159:morph option="byObject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BEAB8EF-573D-F7BA-F615-91E6DC87DE0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GB" dirty="0"/>
              <a:t>Collatz Conjecture</a:t>
            </a:r>
          </a:p>
        </p:txBody>
      </p:sp>
      <p:sp>
        <p:nvSpPr>
          <p:cNvPr id="6" name="Flowchart: Data 5">
            <a:extLst>
              <a:ext uri="{FF2B5EF4-FFF2-40B4-BE49-F238E27FC236}">
                <a16:creationId xmlns:a16="http://schemas.microsoft.com/office/drawing/2014/main" id="{AB2AEC04-0C72-AD59-A602-DC9AB3EEF731}"/>
              </a:ext>
            </a:extLst>
          </p:cNvPr>
          <p:cNvSpPr/>
          <p:nvPr/>
        </p:nvSpPr>
        <p:spPr>
          <a:xfrm>
            <a:off x="307259" y="3728468"/>
            <a:ext cx="2534263" cy="887361"/>
          </a:xfrm>
          <a:prstGeom prst="flowChartInputOutput">
            <a:avLst/>
          </a:prstGeom>
          <a:noFill/>
          <a:ln>
            <a:solidFill>
              <a:schemeClr val="bg1">
                <a:lumMod val="8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>
              <a:solidFill>
                <a:schemeClr val="bg1">
                  <a:lumMod val="85000"/>
                </a:schemeClr>
              </a:solidFill>
            </a:endParaRPr>
          </a:p>
        </p:txBody>
      </p:sp>
      <p:sp>
        <p:nvSpPr>
          <p:cNvPr id="8" name="Flowchart: Decision 7">
            <a:extLst>
              <a:ext uri="{FF2B5EF4-FFF2-40B4-BE49-F238E27FC236}">
                <a16:creationId xmlns:a16="http://schemas.microsoft.com/office/drawing/2014/main" id="{EC38AADB-953F-DC8A-2EA4-E5A137D8C6D7}"/>
              </a:ext>
            </a:extLst>
          </p:cNvPr>
          <p:cNvSpPr/>
          <p:nvPr/>
        </p:nvSpPr>
        <p:spPr>
          <a:xfrm>
            <a:off x="3723660" y="3503222"/>
            <a:ext cx="2357897" cy="1325563"/>
          </a:xfrm>
          <a:prstGeom prst="flowChartDecision">
            <a:avLst/>
          </a:prstGeom>
          <a:noFill/>
          <a:ln>
            <a:solidFill>
              <a:schemeClr val="bg1">
                <a:lumMod val="8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CH" dirty="0">
                <a:latin typeface="Bahnschrift" panose="020B0502040204020203" pitchFamily="34" charset="0"/>
              </a:rPr>
              <a:t>/</a:t>
            </a:r>
            <a:endParaRPr lang="en-GB" dirty="0">
              <a:latin typeface="Bahnschrift" panose="020B0502040204020203" pitchFamily="34" charset="0"/>
            </a:endParaRPr>
          </a:p>
        </p:txBody>
      </p:sp>
      <p:sp>
        <p:nvSpPr>
          <p:cNvPr id="9" name="Flowchart: Process 8">
            <a:extLst>
              <a:ext uri="{FF2B5EF4-FFF2-40B4-BE49-F238E27FC236}">
                <a16:creationId xmlns:a16="http://schemas.microsoft.com/office/drawing/2014/main" id="{202FDA4B-4BF6-E914-95EF-0C80EE65E1E2}"/>
              </a:ext>
            </a:extLst>
          </p:cNvPr>
          <p:cNvSpPr/>
          <p:nvPr/>
        </p:nvSpPr>
        <p:spPr>
          <a:xfrm>
            <a:off x="6715432" y="2698869"/>
            <a:ext cx="2010697" cy="1042503"/>
          </a:xfrm>
          <a:prstGeom prst="flowChartProcess">
            <a:avLst/>
          </a:prstGeom>
          <a:noFill/>
          <a:ln>
            <a:solidFill>
              <a:schemeClr val="bg1">
                <a:lumMod val="8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>
              <a:solidFill>
                <a:schemeClr val="bg1">
                  <a:lumMod val="85000"/>
                </a:schemeClr>
              </a:solidFill>
            </a:endParaRPr>
          </a:p>
        </p:txBody>
      </p:sp>
      <p:sp>
        <p:nvSpPr>
          <p:cNvPr id="10" name="Flowchart: Process 9">
            <a:extLst>
              <a:ext uri="{FF2B5EF4-FFF2-40B4-BE49-F238E27FC236}">
                <a16:creationId xmlns:a16="http://schemas.microsoft.com/office/drawing/2014/main" id="{93907593-FDE7-39B1-D2F3-5252D3AC90B1}"/>
              </a:ext>
            </a:extLst>
          </p:cNvPr>
          <p:cNvSpPr/>
          <p:nvPr/>
        </p:nvSpPr>
        <p:spPr>
          <a:xfrm>
            <a:off x="6715431" y="4590635"/>
            <a:ext cx="2010697" cy="1054792"/>
          </a:xfrm>
          <a:prstGeom prst="flowChartProcess">
            <a:avLst/>
          </a:prstGeom>
          <a:noFill/>
          <a:ln>
            <a:solidFill>
              <a:schemeClr val="bg1">
                <a:lumMod val="8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>
              <a:solidFill>
                <a:schemeClr val="bg1">
                  <a:lumMod val="85000"/>
                </a:schemeClr>
              </a:solidFill>
            </a:endParaRPr>
          </a:p>
        </p:txBody>
      </p:sp>
      <p:sp>
        <p:nvSpPr>
          <p:cNvPr id="12" name="Flowchart: Terminator 11">
            <a:extLst>
              <a:ext uri="{FF2B5EF4-FFF2-40B4-BE49-F238E27FC236}">
                <a16:creationId xmlns:a16="http://schemas.microsoft.com/office/drawing/2014/main" id="{50DB7268-31B7-C200-173B-4D7FD6B7544F}"/>
              </a:ext>
            </a:extLst>
          </p:cNvPr>
          <p:cNvSpPr/>
          <p:nvPr/>
        </p:nvSpPr>
        <p:spPr>
          <a:xfrm>
            <a:off x="9979897" y="3741373"/>
            <a:ext cx="1799303" cy="849262"/>
          </a:xfrm>
          <a:prstGeom prst="flowChartTerminator">
            <a:avLst/>
          </a:prstGeom>
          <a:noFill/>
          <a:ln>
            <a:solidFill>
              <a:schemeClr val="bg1">
                <a:lumMod val="8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>
              <a:solidFill>
                <a:schemeClr val="bg1">
                  <a:lumMod val="85000"/>
                </a:schemeClr>
              </a:solidFill>
            </a:endParaRP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22008C9F-4187-E0F4-00EE-988AAE280787}"/>
              </a:ext>
            </a:extLst>
          </p:cNvPr>
          <p:cNvSpPr txBox="1"/>
          <p:nvPr/>
        </p:nvSpPr>
        <p:spPr>
          <a:xfrm>
            <a:off x="4176557" y="3704026"/>
            <a:ext cx="1445342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>
                <a:solidFill>
                  <a:schemeClr val="bg1">
                    <a:lumMod val="85000"/>
                  </a:schemeClr>
                </a:solidFill>
                <a:latin typeface="Bahnschrift" panose="020B0502040204020203" pitchFamily="34" charset="0"/>
              </a:rPr>
              <a:t>odd</a:t>
            </a:r>
            <a:br>
              <a:rPr lang="en-US" dirty="0">
                <a:solidFill>
                  <a:schemeClr val="bg1">
                    <a:lumMod val="85000"/>
                  </a:schemeClr>
                </a:solidFill>
                <a:latin typeface="Bahnschrift" panose="020B0502040204020203" pitchFamily="34" charset="0"/>
              </a:rPr>
            </a:br>
            <a:r>
              <a:rPr lang="en-US" dirty="0">
                <a:solidFill>
                  <a:schemeClr val="bg1">
                    <a:lumMod val="85000"/>
                  </a:schemeClr>
                </a:solidFill>
                <a:latin typeface="Bahnschrift" panose="020B0502040204020203" pitchFamily="34" charset="0"/>
              </a:rPr>
              <a:t>or</a:t>
            </a:r>
            <a:br>
              <a:rPr lang="en-US" dirty="0">
                <a:solidFill>
                  <a:schemeClr val="bg1">
                    <a:lumMod val="85000"/>
                  </a:schemeClr>
                </a:solidFill>
                <a:latin typeface="Bahnschrift" panose="020B0502040204020203" pitchFamily="34" charset="0"/>
              </a:rPr>
            </a:br>
            <a:r>
              <a:rPr lang="en-US" dirty="0">
                <a:solidFill>
                  <a:schemeClr val="bg1">
                    <a:lumMod val="85000"/>
                  </a:schemeClr>
                </a:solidFill>
                <a:latin typeface="Bahnschrift" panose="020B0502040204020203" pitchFamily="34" charset="0"/>
              </a:rPr>
              <a:t>even</a:t>
            </a:r>
          </a:p>
        </p:txBody>
      </p:sp>
      <p:cxnSp>
        <p:nvCxnSpPr>
          <p:cNvPr id="21" name="Straight Arrow Connector 20">
            <a:extLst>
              <a:ext uri="{FF2B5EF4-FFF2-40B4-BE49-F238E27FC236}">
                <a16:creationId xmlns:a16="http://schemas.microsoft.com/office/drawing/2014/main" id="{47D2F58D-05C9-3D40-07B1-1719494E0A1C}"/>
              </a:ext>
            </a:extLst>
          </p:cNvPr>
          <p:cNvCxnSpPr>
            <a:cxnSpLocks/>
            <a:stCxn id="6" idx="5"/>
            <a:endCxn id="8" idx="1"/>
          </p:cNvCxnSpPr>
          <p:nvPr/>
        </p:nvCxnSpPr>
        <p:spPr>
          <a:xfrm flipV="1">
            <a:off x="2588096" y="4166004"/>
            <a:ext cx="1135564" cy="6145"/>
          </a:xfrm>
          <a:prstGeom prst="straightConnector1">
            <a:avLst/>
          </a:prstGeom>
          <a:ln>
            <a:solidFill>
              <a:schemeClr val="bg1">
                <a:lumMod val="85000"/>
              </a:schemeClr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3" name="Straight Arrow Connector 22">
            <a:extLst>
              <a:ext uri="{FF2B5EF4-FFF2-40B4-BE49-F238E27FC236}">
                <a16:creationId xmlns:a16="http://schemas.microsoft.com/office/drawing/2014/main" id="{1E95EFFE-1468-4AB0-6F5B-7BD0BDB41236}"/>
              </a:ext>
            </a:extLst>
          </p:cNvPr>
          <p:cNvCxnSpPr>
            <a:cxnSpLocks/>
            <a:stCxn id="8" idx="0"/>
            <a:endCxn id="9" idx="1"/>
          </p:cNvCxnSpPr>
          <p:nvPr/>
        </p:nvCxnSpPr>
        <p:spPr>
          <a:xfrm flipV="1">
            <a:off x="4902609" y="3220121"/>
            <a:ext cx="1812823" cy="283101"/>
          </a:xfrm>
          <a:prstGeom prst="straightConnector1">
            <a:avLst/>
          </a:prstGeom>
          <a:ln>
            <a:solidFill>
              <a:schemeClr val="bg1">
                <a:lumMod val="85000"/>
              </a:schemeClr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5" name="Straight Arrow Connector 24">
            <a:extLst>
              <a:ext uri="{FF2B5EF4-FFF2-40B4-BE49-F238E27FC236}">
                <a16:creationId xmlns:a16="http://schemas.microsoft.com/office/drawing/2014/main" id="{B7FAA5B0-67D1-4A2A-3DC3-5672A7DCD666}"/>
              </a:ext>
            </a:extLst>
          </p:cNvPr>
          <p:cNvCxnSpPr>
            <a:cxnSpLocks/>
            <a:stCxn id="8" idx="2"/>
            <a:endCxn id="10" idx="1"/>
          </p:cNvCxnSpPr>
          <p:nvPr/>
        </p:nvCxnSpPr>
        <p:spPr>
          <a:xfrm>
            <a:off x="4902609" y="4828785"/>
            <a:ext cx="1812822" cy="289246"/>
          </a:xfrm>
          <a:prstGeom prst="straightConnector1">
            <a:avLst/>
          </a:prstGeom>
          <a:ln>
            <a:solidFill>
              <a:schemeClr val="bg1">
                <a:lumMod val="85000"/>
              </a:schemeClr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0" name="TextBox 29">
            <a:extLst>
              <a:ext uri="{FF2B5EF4-FFF2-40B4-BE49-F238E27FC236}">
                <a16:creationId xmlns:a16="http://schemas.microsoft.com/office/drawing/2014/main" id="{D952DC17-80D0-F281-CD10-9D353C590015}"/>
              </a:ext>
            </a:extLst>
          </p:cNvPr>
          <p:cNvSpPr txBox="1"/>
          <p:nvPr/>
        </p:nvSpPr>
        <p:spPr>
          <a:xfrm rot="577411">
            <a:off x="5361175" y="4603232"/>
            <a:ext cx="869847" cy="369332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pPr algn="ctr"/>
            <a:r>
              <a:rPr lang="en-US" dirty="0">
                <a:solidFill>
                  <a:schemeClr val="bg1">
                    <a:lumMod val="85000"/>
                  </a:schemeClr>
                </a:solidFill>
                <a:latin typeface="Bahnschrift" panose="020B0502040204020203" pitchFamily="34" charset="0"/>
              </a:rPr>
              <a:t>even</a:t>
            </a:r>
          </a:p>
        </p:txBody>
      </p:sp>
      <p:sp>
        <p:nvSpPr>
          <p:cNvPr id="31" name="TextBox 30">
            <a:extLst>
              <a:ext uri="{FF2B5EF4-FFF2-40B4-BE49-F238E27FC236}">
                <a16:creationId xmlns:a16="http://schemas.microsoft.com/office/drawing/2014/main" id="{14261227-0BCE-3439-056B-0C44F8DCDA1A}"/>
              </a:ext>
            </a:extLst>
          </p:cNvPr>
          <p:cNvSpPr txBox="1"/>
          <p:nvPr/>
        </p:nvSpPr>
        <p:spPr>
          <a:xfrm rot="21064957">
            <a:off x="5374097" y="2991964"/>
            <a:ext cx="869847" cy="369332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pPr algn="ctr"/>
            <a:r>
              <a:rPr lang="en-US" dirty="0">
                <a:solidFill>
                  <a:schemeClr val="bg1">
                    <a:lumMod val="85000"/>
                  </a:schemeClr>
                </a:solidFill>
                <a:latin typeface="Bahnschrift" panose="020B0502040204020203" pitchFamily="34" charset="0"/>
              </a:rPr>
              <a:t>odd</a:t>
            </a:r>
          </a:p>
        </p:txBody>
      </p:sp>
      <p:cxnSp>
        <p:nvCxnSpPr>
          <p:cNvPr id="34" name="Connector: Curved 33">
            <a:extLst>
              <a:ext uri="{FF2B5EF4-FFF2-40B4-BE49-F238E27FC236}">
                <a16:creationId xmlns:a16="http://schemas.microsoft.com/office/drawing/2014/main" id="{7D715D53-6177-A626-E39F-09C35F961426}"/>
              </a:ext>
            </a:extLst>
          </p:cNvPr>
          <p:cNvCxnSpPr>
            <a:cxnSpLocks/>
            <a:stCxn id="10" idx="2"/>
            <a:endCxn id="8" idx="1"/>
          </p:cNvCxnSpPr>
          <p:nvPr/>
        </p:nvCxnSpPr>
        <p:spPr>
          <a:xfrm rot="5400000" flipH="1">
            <a:off x="4982508" y="2907156"/>
            <a:ext cx="1479423" cy="3997120"/>
          </a:xfrm>
          <a:prstGeom prst="curvedConnector4">
            <a:avLst>
              <a:gd name="adj1" fmla="val -36719"/>
              <a:gd name="adj2" fmla="val 120970"/>
            </a:avLst>
          </a:prstGeom>
          <a:ln w="19050" cap="flat" cmpd="sng" algn="ctr">
            <a:solidFill>
              <a:schemeClr val="accent6">
                <a:lumMod val="50000"/>
              </a:schemeClr>
            </a:solidFill>
            <a:prstDash val="dash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cxnSp>
        <p:nvCxnSpPr>
          <p:cNvPr id="41" name="Connector: Curved 40">
            <a:extLst>
              <a:ext uri="{FF2B5EF4-FFF2-40B4-BE49-F238E27FC236}">
                <a16:creationId xmlns:a16="http://schemas.microsoft.com/office/drawing/2014/main" id="{3F369AC3-570E-CD91-85CE-DE202C190A51}"/>
              </a:ext>
            </a:extLst>
          </p:cNvPr>
          <p:cNvCxnSpPr>
            <a:cxnSpLocks/>
            <a:stCxn id="9" idx="0"/>
            <a:endCxn id="8" idx="1"/>
          </p:cNvCxnSpPr>
          <p:nvPr/>
        </p:nvCxnSpPr>
        <p:spPr>
          <a:xfrm rot="16200000" flipH="1" flipV="1">
            <a:off x="4988653" y="1433875"/>
            <a:ext cx="1467135" cy="3997121"/>
          </a:xfrm>
          <a:prstGeom prst="curvedConnector4">
            <a:avLst>
              <a:gd name="adj1" fmla="val -38367"/>
              <a:gd name="adj2" fmla="val 121462"/>
            </a:avLst>
          </a:prstGeom>
          <a:ln w="19050" cap="flat" cmpd="sng" algn="ctr">
            <a:solidFill>
              <a:schemeClr val="accent6">
                <a:lumMod val="50000"/>
              </a:schemeClr>
            </a:solidFill>
            <a:prstDash val="dash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sp>
        <p:nvSpPr>
          <p:cNvPr id="49" name="TextBox 48">
            <a:extLst>
              <a:ext uri="{FF2B5EF4-FFF2-40B4-BE49-F238E27FC236}">
                <a16:creationId xmlns:a16="http://schemas.microsoft.com/office/drawing/2014/main" id="{AC33A5A1-E3D6-A402-C52C-FFB2AFE8D8A3}"/>
              </a:ext>
            </a:extLst>
          </p:cNvPr>
          <p:cNvSpPr txBox="1"/>
          <p:nvPr/>
        </p:nvSpPr>
        <p:spPr>
          <a:xfrm>
            <a:off x="4752052" y="1719053"/>
            <a:ext cx="869847" cy="369332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pPr algn="ctr"/>
            <a:r>
              <a:rPr lang="en-US" dirty="0">
                <a:solidFill>
                  <a:schemeClr val="accent6">
                    <a:lumMod val="50000"/>
                  </a:schemeClr>
                </a:solidFill>
                <a:latin typeface="Bahnschrift" panose="020B0502040204020203" pitchFamily="34" charset="0"/>
              </a:rPr>
              <a:t>repeat</a:t>
            </a:r>
          </a:p>
        </p:txBody>
      </p:sp>
      <p:sp>
        <p:nvSpPr>
          <p:cNvPr id="50" name="TextBox 49">
            <a:extLst>
              <a:ext uri="{FF2B5EF4-FFF2-40B4-BE49-F238E27FC236}">
                <a16:creationId xmlns:a16="http://schemas.microsoft.com/office/drawing/2014/main" id="{1B030C3E-A560-F489-D50E-912E5C71AC80}"/>
              </a:ext>
            </a:extLst>
          </p:cNvPr>
          <p:cNvSpPr txBox="1"/>
          <p:nvPr/>
        </p:nvSpPr>
        <p:spPr>
          <a:xfrm>
            <a:off x="4752052" y="6123543"/>
            <a:ext cx="869847" cy="369332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pPr algn="ctr"/>
            <a:r>
              <a:rPr lang="en-US" dirty="0">
                <a:solidFill>
                  <a:schemeClr val="accent6">
                    <a:lumMod val="50000"/>
                  </a:schemeClr>
                </a:solidFill>
                <a:latin typeface="Bahnschrift" panose="020B0502040204020203" pitchFamily="34" charset="0"/>
              </a:rPr>
              <a:t>repeat</a:t>
            </a:r>
          </a:p>
        </p:txBody>
      </p:sp>
      <p:sp>
        <p:nvSpPr>
          <p:cNvPr id="51" name="Arrow: Chevron 50">
            <a:extLst>
              <a:ext uri="{FF2B5EF4-FFF2-40B4-BE49-F238E27FC236}">
                <a16:creationId xmlns:a16="http://schemas.microsoft.com/office/drawing/2014/main" id="{451122C2-BECF-08E5-8B81-9A3807763C21}"/>
              </a:ext>
            </a:extLst>
          </p:cNvPr>
          <p:cNvSpPr/>
          <p:nvPr/>
        </p:nvSpPr>
        <p:spPr>
          <a:xfrm>
            <a:off x="9077633" y="3852019"/>
            <a:ext cx="550760" cy="627344"/>
          </a:xfrm>
          <a:prstGeom prst="chevron">
            <a:avLst/>
          </a:prstGeom>
          <a:noFill/>
          <a:ln>
            <a:solidFill>
              <a:schemeClr val="bg1">
                <a:lumMod val="8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bg1">
                  <a:lumMod val="85000"/>
                </a:schemeClr>
              </a:solidFill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8D01FD3B-8A58-BE2E-6E14-CE8213B7D1FC}"/>
              </a:ext>
            </a:extLst>
          </p:cNvPr>
          <p:cNvSpPr txBox="1"/>
          <p:nvPr/>
        </p:nvSpPr>
        <p:spPr>
          <a:xfrm>
            <a:off x="6968611" y="1486891"/>
            <a:ext cx="4946563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4000" dirty="0">
                <a:solidFill>
                  <a:schemeClr val="accent5">
                    <a:lumMod val="60000"/>
                    <a:lumOff val="40000"/>
                  </a:schemeClr>
                </a:solidFill>
                <a:latin typeface="Bahnschrift" panose="020B0502040204020203" pitchFamily="34" charset="0"/>
              </a:rPr>
              <a:t>Iteration/Loop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TextBox 4">
                <a:extLst>
                  <a:ext uri="{FF2B5EF4-FFF2-40B4-BE49-F238E27FC236}">
                    <a16:creationId xmlns:a16="http://schemas.microsoft.com/office/drawing/2014/main" id="{BCCBB731-0873-EFDB-E2C0-E16F77A72FA2}"/>
                  </a:ext>
                </a:extLst>
              </p:cNvPr>
              <p:cNvSpPr txBox="1"/>
              <p:nvPr/>
            </p:nvSpPr>
            <p:spPr>
              <a:xfrm>
                <a:off x="1200518" y="3702126"/>
                <a:ext cx="884904" cy="830997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"/>
                    </m:oMathParaPr>
                    <m:oMath xmlns:m="http://schemas.openxmlformats.org/officeDocument/2006/math">
                      <m:r>
                        <a:rPr lang="de-CH" sz="4800" i="1" dirty="0" smtClean="0">
                          <a:solidFill>
                            <a:schemeClr val="bg1">
                              <a:lumMod val="85000"/>
                            </a:schemeClr>
                          </a:solidFill>
                          <a:latin typeface="Cambria Math" panose="02040503050406030204" pitchFamily="18" charset="0"/>
                        </a:rPr>
                        <m:t>𝑛</m:t>
                      </m:r>
                    </m:oMath>
                  </m:oMathPara>
                </a14:m>
                <a:endParaRPr lang="en-GB" sz="4800" dirty="0">
                  <a:solidFill>
                    <a:schemeClr val="bg1">
                      <a:lumMod val="85000"/>
                    </a:schemeClr>
                  </a:solidFill>
                  <a:latin typeface="Bahnschrift" panose="020B0502040204020203" pitchFamily="34" charset="0"/>
                </a:endParaRPr>
              </a:p>
            </p:txBody>
          </p:sp>
        </mc:Choice>
        <mc:Fallback xmlns="">
          <p:sp>
            <p:nvSpPr>
              <p:cNvPr id="5" name="TextBox 4">
                <a:extLst>
                  <a:ext uri="{FF2B5EF4-FFF2-40B4-BE49-F238E27FC236}">
                    <a16:creationId xmlns:a16="http://schemas.microsoft.com/office/drawing/2014/main" id="{BCCBB731-0873-EFDB-E2C0-E16F77A72FA2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200518" y="3702126"/>
                <a:ext cx="884904" cy="830997"/>
              </a:xfrm>
              <a:prstGeom prst="rect">
                <a:avLst/>
              </a:prstGeom>
              <a:blipFill>
                <a:blip r:embed="rId2"/>
                <a:stretch>
                  <a:fillRect t="-18248" r="-21379" b="-35766"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7" name="TextBox 6">
                <a:extLst>
                  <a:ext uri="{FF2B5EF4-FFF2-40B4-BE49-F238E27FC236}">
                    <a16:creationId xmlns:a16="http://schemas.microsoft.com/office/drawing/2014/main" id="{13FC2437-6EE3-B0CB-050C-FA5BD45BEF14}"/>
                  </a:ext>
                </a:extLst>
              </p:cNvPr>
              <p:cNvSpPr txBox="1"/>
              <p:nvPr/>
            </p:nvSpPr>
            <p:spPr>
              <a:xfrm>
                <a:off x="6983361" y="3035454"/>
                <a:ext cx="1504336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fr-CH" sz="1800" b="0" i="1" smtClean="0">
                          <a:solidFill>
                            <a:schemeClr val="bg1">
                              <a:lumMod val="85000"/>
                            </a:schemeClr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∙</m:t>
                      </m:r>
                      <m:r>
                        <a:rPr lang="fr-CH" sz="1800" b="0" i="1" smtClean="0">
                          <a:solidFill>
                            <a:schemeClr val="bg1">
                              <a:lumMod val="85000"/>
                            </a:schemeClr>
                          </a:solidFill>
                          <a:latin typeface="Cambria Math" panose="02040503050406030204" pitchFamily="18" charset="0"/>
                        </a:rPr>
                        <m:t>3+1</m:t>
                      </m:r>
                    </m:oMath>
                  </m:oMathPara>
                </a14:m>
                <a:endParaRPr lang="en-GB" dirty="0">
                  <a:solidFill>
                    <a:schemeClr val="bg1">
                      <a:lumMod val="85000"/>
                    </a:schemeClr>
                  </a:solidFill>
                  <a:latin typeface="Bahnschrift" panose="020B0502040204020203" pitchFamily="34" charset="0"/>
                </a:endParaRPr>
              </a:p>
            </p:txBody>
          </p:sp>
        </mc:Choice>
        <mc:Fallback xmlns="">
          <p:sp>
            <p:nvSpPr>
              <p:cNvPr id="7" name="TextBox 6">
                <a:extLst>
                  <a:ext uri="{FF2B5EF4-FFF2-40B4-BE49-F238E27FC236}">
                    <a16:creationId xmlns:a16="http://schemas.microsoft.com/office/drawing/2014/main" id="{13FC2437-6EE3-B0CB-050C-FA5BD45BEF14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983361" y="3035454"/>
                <a:ext cx="1504336" cy="369332"/>
              </a:xfrm>
              <a:prstGeom prst="rect">
                <a:avLst/>
              </a:prstGeom>
              <a:blipFill>
                <a:blip r:embed="rId3"/>
                <a:stretch>
                  <a:fillRect t="-11475" b="-22951"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1" name="TextBox 10">
                <a:extLst>
                  <a:ext uri="{FF2B5EF4-FFF2-40B4-BE49-F238E27FC236}">
                    <a16:creationId xmlns:a16="http://schemas.microsoft.com/office/drawing/2014/main" id="{BE0E495E-2AAF-A3D3-8A61-1897A5CA56D1}"/>
                  </a:ext>
                </a:extLst>
              </p:cNvPr>
              <p:cNvSpPr txBox="1"/>
              <p:nvPr/>
            </p:nvSpPr>
            <p:spPr>
              <a:xfrm>
                <a:off x="6939116" y="4933365"/>
                <a:ext cx="1592826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fr-CH" sz="1800" b="0" i="1" smtClean="0">
                          <a:solidFill>
                            <a:schemeClr val="bg1">
                              <a:lumMod val="85000"/>
                            </a:schemeClr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÷2</m:t>
                      </m:r>
                    </m:oMath>
                  </m:oMathPara>
                </a14:m>
                <a:endParaRPr lang="en-GB" dirty="0">
                  <a:solidFill>
                    <a:schemeClr val="bg1">
                      <a:lumMod val="85000"/>
                    </a:schemeClr>
                  </a:solidFill>
                  <a:latin typeface="Bahnschrift" panose="020B0502040204020203" pitchFamily="34" charset="0"/>
                </a:endParaRPr>
              </a:p>
            </p:txBody>
          </p:sp>
        </mc:Choice>
        <mc:Fallback xmlns="">
          <p:sp>
            <p:nvSpPr>
              <p:cNvPr id="11" name="TextBox 10">
                <a:extLst>
                  <a:ext uri="{FF2B5EF4-FFF2-40B4-BE49-F238E27FC236}">
                    <a16:creationId xmlns:a16="http://schemas.microsoft.com/office/drawing/2014/main" id="{BE0E495E-2AAF-A3D3-8A61-1897A5CA56D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939116" y="4933365"/>
                <a:ext cx="1592826" cy="369332"/>
              </a:xfrm>
              <a:prstGeom prst="rect">
                <a:avLst/>
              </a:prstGeom>
              <a:blipFill>
                <a:blip r:embed="rId4"/>
                <a:stretch>
                  <a:fillRect t="-9836" b="-22951"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8" name="TextBox 17">
                <a:extLst>
                  <a:ext uri="{FF2B5EF4-FFF2-40B4-BE49-F238E27FC236}">
                    <a16:creationId xmlns:a16="http://schemas.microsoft.com/office/drawing/2014/main" id="{5739B285-1DFB-3944-BCC8-F6F8AFDA6CD1}"/>
                  </a:ext>
                </a:extLst>
              </p:cNvPr>
              <p:cNvSpPr txBox="1"/>
              <p:nvPr/>
            </p:nvSpPr>
            <p:spPr>
              <a:xfrm>
                <a:off x="10265031" y="3981025"/>
                <a:ext cx="1349214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i="1" dirty="0" smtClean="0">
                          <a:solidFill>
                            <a:schemeClr val="bg1">
                              <a:lumMod val="85000"/>
                            </a:schemeClr>
                          </a:solidFill>
                          <a:latin typeface="Cambria Math" panose="02040503050406030204" pitchFamily="18" charset="0"/>
                        </a:rPr>
                        <m:t>𝑢𝑛𝑡𝑖𝑙</m:t>
                      </m:r>
                      <m:r>
                        <a:rPr lang="en-US" i="1" dirty="0" smtClean="0">
                          <a:solidFill>
                            <a:schemeClr val="bg1">
                              <a:lumMod val="85000"/>
                            </a:schemeClr>
                          </a:solidFill>
                          <a:latin typeface="Cambria Math" panose="02040503050406030204" pitchFamily="18" charset="0"/>
                        </a:rPr>
                        <m:t> </m:t>
                      </m:r>
                      <m:r>
                        <a:rPr lang="en-US" i="1" dirty="0" smtClean="0">
                          <a:solidFill>
                            <a:schemeClr val="bg1">
                              <a:lumMod val="85000"/>
                            </a:schemeClr>
                          </a:solidFill>
                          <a:latin typeface="Cambria Math" panose="02040503050406030204" pitchFamily="18" charset="0"/>
                        </a:rPr>
                        <m:t>𝑛</m:t>
                      </m:r>
                      <m:r>
                        <a:rPr lang="en-US" i="1" dirty="0" smtClean="0">
                          <a:solidFill>
                            <a:schemeClr val="bg1">
                              <a:lumMod val="85000"/>
                            </a:schemeClr>
                          </a:solidFill>
                          <a:latin typeface="Cambria Math" panose="02040503050406030204" pitchFamily="18" charset="0"/>
                        </a:rPr>
                        <m:t>=1</m:t>
                      </m:r>
                    </m:oMath>
                  </m:oMathPara>
                </a14:m>
                <a:endParaRPr lang="en-US" dirty="0">
                  <a:solidFill>
                    <a:schemeClr val="bg1">
                      <a:lumMod val="85000"/>
                    </a:schemeClr>
                  </a:solidFill>
                  <a:latin typeface="Bahnschrift" panose="020B0502040204020203" pitchFamily="34" charset="0"/>
                </a:endParaRPr>
              </a:p>
            </p:txBody>
          </p:sp>
        </mc:Choice>
        <mc:Fallback xmlns="">
          <p:sp>
            <p:nvSpPr>
              <p:cNvPr id="18" name="TextBox 17">
                <a:extLst>
                  <a:ext uri="{FF2B5EF4-FFF2-40B4-BE49-F238E27FC236}">
                    <a16:creationId xmlns:a16="http://schemas.microsoft.com/office/drawing/2014/main" id="{5739B285-1DFB-3944-BCC8-F6F8AFDA6CD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0265031" y="3981025"/>
                <a:ext cx="1349214" cy="369332"/>
              </a:xfrm>
              <a:prstGeom prst="rect">
                <a:avLst/>
              </a:prstGeom>
              <a:blipFill>
                <a:blip r:embed="rId5"/>
                <a:stretch>
                  <a:fillRect t="-9836" r="-4072" b="-22951"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9" name="TextBox 18">
                <a:extLst>
                  <a:ext uri="{FF2B5EF4-FFF2-40B4-BE49-F238E27FC236}">
                    <a16:creationId xmlns:a16="http://schemas.microsoft.com/office/drawing/2014/main" id="{B9EA382D-F49F-1075-7A96-9F75746DEB45}"/>
                  </a:ext>
                </a:extLst>
              </p:cNvPr>
              <p:cNvSpPr txBox="1"/>
              <p:nvPr/>
            </p:nvSpPr>
            <p:spPr>
              <a:xfrm>
                <a:off x="838200" y="3419115"/>
                <a:ext cx="1880111" cy="276999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1200" i="1" dirty="0" smtClean="0">
                          <a:solidFill>
                            <a:schemeClr val="bg1">
                              <a:lumMod val="85000"/>
                            </a:schemeClr>
                          </a:solidFill>
                          <a:latin typeface="Cambria Math" panose="02040503050406030204" pitchFamily="18" charset="0"/>
                        </a:rPr>
                        <m:t>𝑛</m:t>
                      </m:r>
                      <m:r>
                        <a:rPr lang="en-US" sz="1200" i="1" dirty="0" smtClean="0">
                          <a:solidFill>
                            <a:schemeClr val="bg1">
                              <a:lumMod val="85000"/>
                            </a:schemeClr>
                          </a:solidFill>
                          <a:latin typeface="Cambria Math" panose="02040503050406030204" pitchFamily="18" charset="0"/>
                        </a:rPr>
                        <m:t> : </m:t>
                      </m:r>
                      <m:r>
                        <a:rPr lang="en-US" sz="1200" i="1" dirty="0" smtClean="0">
                          <a:solidFill>
                            <a:schemeClr val="bg1">
                              <a:lumMod val="85000"/>
                            </a:schemeClr>
                          </a:solidFill>
                          <a:latin typeface="Cambria Math" panose="02040503050406030204" pitchFamily="18" charset="0"/>
                        </a:rPr>
                        <m:t>𝑝𝑜𝑠𝑖𝑡𝑖𝑣𝑒</m:t>
                      </m:r>
                      <m:r>
                        <a:rPr lang="en-US" sz="1200" i="1" dirty="0" smtClean="0">
                          <a:solidFill>
                            <a:schemeClr val="bg1">
                              <a:lumMod val="85000"/>
                            </a:schemeClr>
                          </a:solidFill>
                          <a:latin typeface="Cambria Math" panose="02040503050406030204" pitchFamily="18" charset="0"/>
                        </a:rPr>
                        <m:t> </m:t>
                      </m:r>
                      <m:r>
                        <a:rPr lang="en-US" sz="1200" i="1" dirty="0" smtClean="0">
                          <a:solidFill>
                            <a:schemeClr val="bg1">
                              <a:lumMod val="85000"/>
                            </a:schemeClr>
                          </a:solidFill>
                          <a:latin typeface="Cambria Math" panose="02040503050406030204" pitchFamily="18" charset="0"/>
                        </a:rPr>
                        <m:t>𝑖𝑛𝑡𝑒𝑔𝑒𝑟</m:t>
                      </m:r>
                    </m:oMath>
                  </m:oMathPara>
                </a14:m>
                <a:endParaRPr lang="en-US" sz="1200" dirty="0">
                  <a:solidFill>
                    <a:schemeClr val="bg1">
                      <a:lumMod val="85000"/>
                    </a:schemeClr>
                  </a:solidFill>
                  <a:latin typeface="Bahnschrift" panose="020B0502040204020203" pitchFamily="34" charset="0"/>
                </a:endParaRPr>
              </a:p>
            </p:txBody>
          </p:sp>
        </mc:Choice>
        <mc:Fallback xmlns="">
          <p:sp>
            <p:nvSpPr>
              <p:cNvPr id="19" name="TextBox 18">
                <a:extLst>
                  <a:ext uri="{FF2B5EF4-FFF2-40B4-BE49-F238E27FC236}">
                    <a16:creationId xmlns:a16="http://schemas.microsoft.com/office/drawing/2014/main" id="{B9EA382D-F49F-1075-7A96-9F75746DEB45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38200" y="3419115"/>
                <a:ext cx="1880111" cy="276999"/>
              </a:xfrm>
              <a:prstGeom prst="rect">
                <a:avLst/>
              </a:prstGeom>
              <a:blipFill>
                <a:blip r:embed="rId6"/>
                <a:stretch>
                  <a:fillRect t="-2222" b="-17778"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67661169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spd="slow">
        <p159:morph option="byObject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/>
    </p:bld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1">
            <a:extLst>
              <a:ext uri="{FF2B5EF4-FFF2-40B4-BE49-F238E27FC236}">
                <a16:creationId xmlns:a16="http://schemas.microsoft.com/office/drawing/2014/main" id="{616AD511-E15D-959E-F737-C83C48E550A8}"/>
              </a:ext>
            </a:extLst>
          </p:cNvPr>
          <p:cNvSpPr txBox="1">
            <a:spLocks/>
          </p:cNvSpPr>
          <p:nvPr/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anchor="ctr"/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accent6">
                    <a:lumMod val="50000"/>
                  </a:schemeClr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lang="en-GB" dirty="0"/>
              <a:t>Collatz Conjecture</a:t>
            </a:r>
          </a:p>
        </p:txBody>
      </p:sp>
      <p:pic>
        <p:nvPicPr>
          <p:cNvPr id="4" name="CollatzConjecture">
            <a:hlinkClick r:id="" action="ppaction://media"/>
            <a:extLst>
              <a:ext uri="{FF2B5EF4-FFF2-40B4-BE49-F238E27FC236}">
                <a16:creationId xmlns:a16="http://schemas.microsoft.com/office/drawing/2014/main" id="{198E8D30-580C-F7AB-5E51-78C3420CD332}"/>
              </a:ext>
            </a:extLst>
          </p:cNvPr>
          <p:cNvPicPr>
            <a:picLocks noChangeAspect="1"/>
          </p:cNvPicPr>
          <p:nvPr>
            <a:videoFile r:link="rId2"/>
            <p:extLst>
              <p:ext uri="{DAA4B4D4-6D71-4841-9C94-3DE7FCFB9230}">
                <p14:media xmlns:p14="http://schemas.microsoft.com/office/powerpoint/2010/main" r:embed="rId1"/>
              </p:ext>
            </p:extLst>
          </p:nvPr>
        </p:nvPicPr>
        <p:blipFill>
          <a:blip r:embed="rId4"/>
          <a:stretch>
            <a:fillRect/>
          </a:stretch>
        </p:blipFill>
        <p:spPr>
          <a:xfrm>
            <a:off x="1645021" y="1485526"/>
            <a:ext cx="8901953" cy="5007349"/>
          </a:xfrm>
          <a:prstGeom prst="rect">
            <a:avLst/>
          </a:prstGeom>
        </p:spPr>
      </p:pic>
      <mc:AlternateContent xmlns:mc="http://schemas.openxmlformats.org/markup-compatibility/2006" xmlns:a14="http://schemas.microsoft.com/office/drawing/2010/main">
        <mc:Choice Requires="a14">
          <p:sp>
            <p:nvSpPr>
              <p:cNvPr id="5" name="TextBox 4">
                <a:extLst>
                  <a:ext uri="{FF2B5EF4-FFF2-40B4-BE49-F238E27FC236}">
                    <a16:creationId xmlns:a16="http://schemas.microsoft.com/office/drawing/2014/main" id="{1342CFB1-8C2F-2B6F-654B-3EFE4E11D6B1}"/>
                  </a:ext>
                </a:extLst>
              </p:cNvPr>
              <p:cNvSpPr txBox="1"/>
              <p:nvPr/>
            </p:nvSpPr>
            <p:spPr>
              <a:xfrm>
                <a:off x="2620295" y="1485526"/>
                <a:ext cx="6951407" cy="46166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en-GB" sz="2400" dirty="0">
                    <a:solidFill>
                      <a:schemeClr val="accent6">
                        <a:lumMod val="50000"/>
                      </a:schemeClr>
                    </a:solidFill>
                    <a:latin typeface="Bahnschrift" panose="020B0502040204020203" pitchFamily="34" charset="0"/>
                  </a:rPr>
                  <a:t>Example for </a:t>
                </a:r>
                <a14:m>
                  <m:oMath xmlns:m="http://schemas.openxmlformats.org/officeDocument/2006/math">
                    <m:r>
                      <a:rPr lang="en-GB" sz="2400" i="1" dirty="0" smtClean="0">
                        <a:solidFill>
                          <a:schemeClr val="accent6">
                            <a:lumMod val="50000"/>
                          </a:schemeClr>
                        </a:solidFill>
                        <a:latin typeface="Cambria Math" panose="02040503050406030204" pitchFamily="18" charset="0"/>
                      </a:rPr>
                      <m:t>𝑛</m:t>
                    </m:r>
                    <m:r>
                      <a:rPr lang="en-GB" sz="2400" i="1" dirty="0" smtClean="0">
                        <a:solidFill>
                          <a:schemeClr val="accent6">
                            <a:lumMod val="50000"/>
                          </a:schemeClr>
                        </a:solidFill>
                        <a:latin typeface="Cambria Math" panose="02040503050406030204" pitchFamily="18" charset="0"/>
                      </a:rPr>
                      <m:t> = 19</m:t>
                    </m:r>
                  </m:oMath>
                </a14:m>
                <a:endParaRPr lang="en-US" sz="2400" dirty="0">
                  <a:solidFill>
                    <a:schemeClr val="accent6">
                      <a:lumMod val="50000"/>
                    </a:schemeClr>
                  </a:solidFill>
                  <a:latin typeface="Bahnschrift" panose="020B0502040204020203" pitchFamily="34" charset="0"/>
                </a:endParaRPr>
              </a:p>
            </p:txBody>
          </p:sp>
        </mc:Choice>
        <mc:Fallback xmlns="">
          <p:sp>
            <p:nvSpPr>
              <p:cNvPr id="5" name="TextBox 4">
                <a:extLst>
                  <a:ext uri="{FF2B5EF4-FFF2-40B4-BE49-F238E27FC236}">
                    <a16:creationId xmlns:a16="http://schemas.microsoft.com/office/drawing/2014/main" id="{1342CFB1-8C2F-2B6F-654B-3EFE4E11D6B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620295" y="1485526"/>
                <a:ext cx="6951407" cy="461665"/>
              </a:xfrm>
              <a:prstGeom prst="rect">
                <a:avLst/>
              </a:prstGeom>
              <a:blipFill>
                <a:blip r:embed="rId5"/>
                <a:stretch>
                  <a:fillRect t="-12000" b="-29333"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654766153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spd="slow">
        <p159:morph option="byObject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6" dur="14000" fill="hold"/>
                                        <p:tgtEl>
                                          <p:spTgt spid="4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video>
              <p:cMediaNode vol="80000">
                <p:cTn id="7" fill="hold" display="0">
                  <p:stCondLst>
                    <p:cond delay="indefinite"/>
                  </p:stCondLst>
                </p:cTn>
                <p:tgtEl>
                  <p:spTgt spid="4"/>
                </p:tgtEl>
              </p:cMediaNode>
            </p:video>
            <p:seq concurrent="1" nextAc="seek">
              <p:cTn id="8" restart="whenNotActive" fill="hold" evtFilter="cancelBubble" nodeType="interactiveSeq">
                <p:stCondLst>
                  <p:cond evt="onClick" delay="0">
                    <p:tgtEl>
                      <p:spTgt spid="4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9" fill="hold">
                      <p:stCondLst>
                        <p:cond delay="0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togglePause">
                                      <p:cBhvr>
                                        <p:cTn id="12" dur="1" fill="hold"/>
                                        <p:tgtEl>
                                          <p:spTgt spid="4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4"/>
                  </p:tgtEl>
                </p:cond>
              </p:nextCondLst>
            </p:seq>
          </p:childTnLst>
        </p:cTn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7A465D30-D040-9840-8F17-AD5016C670EE}"/>
              </a:ext>
            </a:extLst>
          </p:cNvPr>
          <p:cNvSpPr txBox="1"/>
          <p:nvPr/>
        </p:nvSpPr>
        <p:spPr>
          <a:xfrm>
            <a:off x="427703" y="2459504"/>
            <a:ext cx="11336594" cy="255454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GB" sz="4000" dirty="0">
                <a:effectLst/>
                <a:latin typeface="Bahnschrift" panose="020B0502040204020203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Machine learning is a way for computer systems to perform tasks using algorithms that learn from </a:t>
            </a:r>
            <a:r>
              <a:rPr lang="en-GB" sz="4000" b="1" dirty="0">
                <a:solidFill>
                  <a:schemeClr val="accent6">
                    <a:lumMod val="75000"/>
                  </a:schemeClr>
                </a:solidFill>
                <a:effectLst/>
                <a:latin typeface="Bahnschrift" panose="020B0502040204020203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data</a:t>
            </a:r>
            <a:r>
              <a:rPr lang="en-GB" sz="4000" dirty="0">
                <a:effectLst/>
                <a:latin typeface="Bahnschrift" panose="020B0502040204020203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, rather than being explicitly programmed with instructions.</a:t>
            </a:r>
            <a:endParaRPr lang="en-GB" sz="4000" dirty="0"/>
          </a:p>
        </p:txBody>
      </p:sp>
    </p:spTree>
    <p:extLst>
      <p:ext uri="{BB962C8B-B14F-4D97-AF65-F5344CB8AC3E}">
        <p14:creationId xmlns:p14="http://schemas.microsoft.com/office/powerpoint/2010/main" val="2016220990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spd="slow">
        <p159:morph option="byObject"/>
      </p:transition>
    </mc:Choice>
    <mc:Fallback xmlns="">
      <p:transition spd="slow">
        <p:fade/>
      </p:transition>
    </mc:Fallback>
  </mc:AlternateContent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F6DCCB0-C8CA-B149-1616-DADC60F28B35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2875840"/>
            <a:ext cx="9144000" cy="1106320"/>
          </a:xfrm>
        </p:spPr>
        <p:txBody>
          <a:bodyPr anchor="ctr"/>
          <a:lstStyle/>
          <a:p>
            <a:r>
              <a:rPr lang="en-GB"/>
              <a:t>Data Utilisation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F8C9EF7A-4C69-79D9-444A-D25DF7D6ED2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811831"/>
            <a:ext cx="9144000" cy="1655762"/>
          </a:xfrm>
        </p:spPr>
        <p:txBody>
          <a:bodyPr/>
          <a:lstStyle/>
          <a:p>
            <a:r>
              <a:rPr lang="de-CH" dirty="0"/>
              <a:t>Chapter 1.2</a:t>
            </a:r>
            <a:endParaRPr lang="en-CH" dirty="0"/>
          </a:p>
        </p:txBody>
      </p:sp>
    </p:spTree>
    <p:extLst>
      <p:ext uri="{BB962C8B-B14F-4D97-AF65-F5344CB8AC3E}">
        <p14:creationId xmlns:p14="http://schemas.microsoft.com/office/powerpoint/2010/main" val="2329571410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spd="slow">
        <p159:morph option="byObject"/>
      </p:transition>
    </mc:Choice>
    <mc:Fallback xmlns="">
      <p:transition spd="slow">
        <p:fade/>
      </p:transition>
    </mc:Fallback>
  </mc:AlternateContent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itle 1">
            <a:extLst>
              <a:ext uri="{FF2B5EF4-FFF2-40B4-BE49-F238E27FC236}">
                <a16:creationId xmlns:a16="http://schemas.microsoft.com/office/drawing/2014/main" id="{768B58C5-33BA-91F2-DFC8-88AA3C5F775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</p:spPr>
        <p:txBody>
          <a:bodyPr/>
          <a:lstStyle/>
          <a:p>
            <a:pPr algn="ctr"/>
            <a:r>
              <a:rPr lang="en-US" dirty="0"/>
              <a:t>What is Data?</a:t>
            </a:r>
          </a:p>
        </p:txBody>
      </p:sp>
      <p:sp>
        <p:nvSpPr>
          <p:cNvPr id="11" name="Content Placeholder 2">
            <a:extLst>
              <a:ext uri="{FF2B5EF4-FFF2-40B4-BE49-F238E27FC236}">
                <a16:creationId xmlns:a16="http://schemas.microsoft.com/office/drawing/2014/main" id="{475F25CE-8B9F-C55D-B2F1-70D2DD18244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10515600" cy="4351338"/>
          </a:xfrm>
        </p:spPr>
        <p:txBody>
          <a:bodyPr/>
          <a:lstStyle/>
          <a:p>
            <a:pPr marL="0" indent="0" algn="ctr">
              <a:buNone/>
            </a:pPr>
            <a:r>
              <a:rPr lang="en-US" dirty="0">
                <a:solidFill>
                  <a:schemeClr val="tx1"/>
                </a:solidFill>
              </a:rPr>
              <a:t>Data is any piece of information</a:t>
            </a:r>
          </a:p>
        </p:txBody>
      </p:sp>
      <p:sp>
        <p:nvSpPr>
          <p:cNvPr id="5" name="Content Placeholder 2">
            <a:extLst>
              <a:ext uri="{FF2B5EF4-FFF2-40B4-BE49-F238E27FC236}">
                <a16:creationId xmlns:a16="http://schemas.microsoft.com/office/drawing/2014/main" id="{24DFECB9-CE77-ACEF-6526-4F6B053D05F6}"/>
              </a:ext>
            </a:extLst>
          </p:cNvPr>
          <p:cNvSpPr txBox="1">
            <a:spLocks/>
          </p:cNvSpPr>
          <p:nvPr/>
        </p:nvSpPr>
        <p:spPr>
          <a:xfrm rot="20749406">
            <a:off x="1187821" y="2954045"/>
            <a:ext cx="2317376" cy="1034116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accent6">
                    <a:lumMod val="50000"/>
                  </a:schemeClr>
                </a:solidFill>
                <a:latin typeface="Bahnschrift" panose="020B0502040204020203" pitchFamily="34" charset="0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accent6">
                    <a:lumMod val="75000"/>
                  </a:schemeClr>
                </a:solidFill>
                <a:latin typeface="Bahnschrift" panose="020B0502040204020203" pitchFamily="34" charset="0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accent6">
                    <a:lumMod val="60000"/>
                    <a:lumOff val="40000"/>
                  </a:schemeClr>
                </a:solidFill>
                <a:latin typeface="Bahnschrift" panose="020B0502040204020203" pitchFamily="34" charset="0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accent6">
                    <a:lumMod val="40000"/>
                    <a:lumOff val="60000"/>
                  </a:schemeClr>
                </a:solidFill>
                <a:latin typeface="Bahnschrift" panose="020B0502040204020203" pitchFamily="34" charset="0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accent6">
                    <a:lumMod val="20000"/>
                    <a:lumOff val="80000"/>
                  </a:schemeClr>
                </a:solidFill>
                <a:latin typeface="Bahnschrift" panose="020B0502040204020203" pitchFamily="34" charset="0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Font typeface="Arial" panose="020B0604020202020204" pitchFamily="34" charset="0"/>
              <a:buNone/>
            </a:pPr>
            <a:r>
              <a:rPr lang="en-US" dirty="0"/>
              <a:t>temperature</a:t>
            </a:r>
          </a:p>
        </p:txBody>
      </p:sp>
      <p:sp>
        <p:nvSpPr>
          <p:cNvPr id="6" name="Content Placeholder 2">
            <a:extLst>
              <a:ext uri="{FF2B5EF4-FFF2-40B4-BE49-F238E27FC236}">
                <a16:creationId xmlns:a16="http://schemas.microsoft.com/office/drawing/2014/main" id="{B68FF22A-0988-E2FC-4773-BA6A1B70D88D}"/>
              </a:ext>
            </a:extLst>
          </p:cNvPr>
          <p:cNvSpPr txBox="1">
            <a:spLocks/>
          </p:cNvSpPr>
          <p:nvPr/>
        </p:nvSpPr>
        <p:spPr>
          <a:xfrm rot="1190472">
            <a:off x="1743633" y="4557418"/>
            <a:ext cx="2317376" cy="1034116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accent6">
                    <a:lumMod val="50000"/>
                  </a:schemeClr>
                </a:solidFill>
                <a:latin typeface="Bahnschrift" panose="020B0502040204020203" pitchFamily="34" charset="0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accent6">
                    <a:lumMod val="75000"/>
                  </a:schemeClr>
                </a:solidFill>
                <a:latin typeface="Bahnschrift" panose="020B0502040204020203" pitchFamily="34" charset="0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accent6">
                    <a:lumMod val="60000"/>
                    <a:lumOff val="40000"/>
                  </a:schemeClr>
                </a:solidFill>
                <a:latin typeface="Bahnschrift" panose="020B0502040204020203" pitchFamily="34" charset="0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accent6">
                    <a:lumMod val="40000"/>
                    <a:lumOff val="60000"/>
                  </a:schemeClr>
                </a:solidFill>
                <a:latin typeface="Bahnschrift" panose="020B0502040204020203" pitchFamily="34" charset="0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accent6">
                    <a:lumMod val="20000"/>
                    <a:lumOff val="80000"/>
                  </a:schemeClr>
                </a:solidFill>
                <a:latin typeface="Bahnschrift" panose="020B0502040204020203" pitchFamily="34" charset="0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Font typeface="Arial" panose="020B0604020202020204" pitchFamily="34" charset="0"/>
              <a:buNone/>
            </a:pPr>
            <a:r>
              <a:rPr lang="en-US" dirty="0"/>
              <a:t>age</a:t>
            </a:r>
          </a:p>
        </p:txBody>
      </p:sp>
      <p:sp>
        <p:nvSpPr>
          <p:cNvPr id="7" name="Content Placeholder 2">
            <a:extLst>
              <a:ext uri="{FF2B5EF4-FFF2-40B4-BE49-F238E27FC236}">
                <a16:creationId xmlns:a16="http://schemas.microsoft.com/office/drawing/2014/main" id="{E9EEC41F-A82F-9F8F-2460-D36293984166}"/>
              </a:ext>
            </a:extLst>
          </p:cNvPr>
          <p:cNvSpPr txBox="1">
            <a:spLocks/>
          </p:cNvSpPr>
          <p:nvPr/>
        </p:nvSpPr>
        <p:spPr>
          <a:xfrm rot="21136770">
            <a:off x="4050809" y="3739132"/>
            <a:ext cx="2317376" cy="1034116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accent6">
                    <a:lumMod val="50000"/>
                  </a:schemeClr>
                </a:solidFill>
                <a:latin typeface="Bahnschrift" panose="020B0502040204020203" pitchFamily="34" charset="0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accent6">
                    <a:lumMod val="75000"/>
                  </a:schemeClr>
                </a:solidFill>
                <a:latin typeface="Bahnschrift" panose="020B0502040204020203" pitchFamily="34" charset="0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accent6">
                    <a:lumMod val="60000"/>
                    <a:lumOff val="40000"/>
                  </a:schemeClr>
                </a:solidFill>
                <a:latin typeface="Bahnschrift" panose="020B0502040204020203" pitchFamily="34" charset="0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accent6">
                    <a:lumMod val="40000"/>
                    <a:lumOff val="60000"/>
                  </a:schemeClr>
                </a:solidFill>
                <a:latin typeface="Bahnschrift" panose="020B0502040204020203" pitchFamily="34" charset="0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accent6">
                    <a:lumMod val="20000"/>
                    <a:lumOff val="80000"/>
                  </a:schemeClr>
                </a:solidFill>
                <a:latin typeface="Bahnschrift" panose="020B0502040204020203" pitchFamily="34" charset="0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Font typeface="Arial" panose="020B0604020202020204" pitchFamily="34" charset="0"/>
              <a:buNone/>
            </a:pPr>
            <a:r>
              <a:rPr lang="en-US" dirty="0"/>
              <a:t>location</a:t>
            </a:r>
          </a:p>
        </p:txBody>
      </p:sp>
      <p:sp>
        <p:nvSpPr>
          <p:cNvPr id="8" name="Content Placeholder 2">
            <a:extLst>
              <a:ext uri="{FF2B5EF4-FFF2-40B4-BE49-F238E27FC236}">
                <a16:creationId xmlns:a16="http://schemas.microsoft.com/office/drawing/2014/main" id="{ACE38787-BFDA-5518-6110-78881058A45C}"/>
              </a:ext>
            </a:extLst>
          </p:cNvPr>
          <p:cNvSpPr txBox="1">
            <a:spLocks/>
          </p:cNvSpPr>
          <p:nvPr/>
        </p:nvSpPr>
        <p:spPr>
          <a:xfrm rot="402868">
            <a:off x="5701969" y="4918982"/>
            <a:ext cx="2317376" cy="1034116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accent6">
                    <a:lumMod val="50000"/>
                  </a:schemeClr>
                </a:solidFill>
                <a:latin typeface="Bahnschrift" panose="020B0502040204020203" pitchFamily="34" charset="0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accent6">
                    <a:lumMod val="75000"/>
                  </a:schemeClr>
                </a:solidFill>
                <a:latin typeface="Bahnschrift" panose="020B0502040204020203" pitchFamily="34" charset="0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accent6">
                    <a:lumMod val="60000"/>
                    <a:lumOff val="40000"/>
                  </a:schemeClr>
                </a:solidFill>
                <a:latin typeface="Bahnschrift" panose="020B0502040204020203" pitchFamily="34" charset="0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accent6">
                    <a:lumMod val="40000"/>
                    <a:lumOff val="60000"/>
                  </a:schemeClr>
                </a:solidFill>
                <a:latin typeface="Bahnschrift" panose="020B0502040204020203" pitchFamily="34" charset="0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accent6">
                    <a:lumMod val="20000"/>
                    <a:lumOff val="80000"/>
                  </a:schemeClr>
                </a:solidFill>
                <a:latin typeface="Bahnschrift" panose="020B0502040204020203" pitchFamily="34" charset="0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Font typeface="Arial" panose="020B0604020202020204" pitchFamily="34" charset="0"/>
              <a:buNone/>
            </a:pPr>
            <a:r>
              <a:rPr lang="en-US" dirty="0"/>
              <a:t>gender</a:t>
            </a:r>
          </a:p>
        </p:txBody>
      </p:sp>
      <p:sp>
        <p:nvSpPr>
          <p:cNvPr id="10" name="Content Placeholder 2">
            <a:extLst>
              <a:ext uri="{FF2B5EF4-FFF2-40B4-BE49-F238E27FC236}">
                <a16:creationId xmlns:a16="http://schemas.microsoft.com/office/drawing/2014/main" id="{A2BB2F45-A870-9F0B-80D8-B676CE7D919B}"/>
              </a:ext>
            </a:extLst>
          </p:cNvPr>
          <p:cNvSpPr txBox="1">
            <a:spLocks/>
          </p:cNvSpPr>
          <p:nvPr/>
        </p:nvSpPr>
        <p:spPr>
          <a:xfrm>
            <a:off x="5412994" y="2954045"/>
            <a:ext cx="2317376" cy="1034116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accent6">
                    <a:lumMod val="50000"/>
                  </a:schemeClr>
                </a:solidFill>
                <a:latin typeface="Bahnschrift" panose="020B0502040204020203" pitchFamily="34" charset="0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accent6">
                    <a:lumMod val="75000"/>
                  </a:schemeClr>
                </a:solidFill>
                <a:latin typeface="Bahnschrift" panose="020B0502040204020203" pitchFamily="34" charset="0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accent6">
                    <a:lumMod val="60000"/>
                    <a:lumOff val="40000"/>
                  </a:schemeClr>
                </a:solidFill>
                <a:latin typeface="Bahnschrift" panose="020B0502040204020203" pitchFamily="34" charset="0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accent6">
                    <a:lumMod val="40000"/>
                    <a:lumOff val="60000"/>
                  </a:schemeClr>
                </a:solidFill>
                <a:latin typeface="Bahnschrift" panose="020B0502040204020203" pitchFamily="34" charset="0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accent6">
                    <a:lumMod val="20000"/>
                    <a:lumOff val="80000"/>
                  </a:schemeClr>
                </a:solidFill>
                <a:latin typeface="Bahnschrift" panose="020B0502040204020203" pitchFamily="34" charset="0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Font typeface="Arial" panose="020B0604020202020204" pitchFamily="34" charset="0"/>
              <a:buNone/>
            </a:pPr>
            <a:r>
              <a:rPr lang="en-US" dirty="0"/>
              <a:t>income</a:t>
            </a:r>
          </a:p>
        </p:txBody>
      </p:sp>
      <p:sp>
        <p:nvSpPr>
          <p:cNvPr id="12" name="Content Placeholder 2">
            <a:extLst>
              <a:ext uri="{FF2B5EF4-FFF2-40B4-BE49-F238E27FC236}">
                <a16:creationId xmlns:a16="http://schemas.microsoft.com/office/drawing/2014/main" id="{164A92C9-73B2-D290-A942-E871F5AF1BEE}"/>
              </a:ext>
            </a:extLst>
          </p:cNvPr>
          <p:cNvSpPr txBox="1">
            <a:spLocks/>
          </p:cNvSpPr>
          <p:nvPr/>
        </p:nvSpPr>
        <p:spPr>
          <a:xfrm rot="402868">
            <a:off x="7544648" y="4120090"/>
            <a:ext cx="2317376" cy="1034116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accent6">
                    <a:lumMod val="50000"/>
                  </a:schemeClr>
                </a:solidFill>
                <a:latin typeface="Bahnschrift" panose="020B0502040204020203" pitchFamily="34" charset="0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accent6">
                    <a:lumMod val="75000"/>
                  </a:schemeClr>
                </a:solidFill>
                <a:latin typeface="Bahnschrift" panose="020B0502040204020203" pitchFamily="34" charset="0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accent6">
                    <a:lumMod val="60000"/>
                    <a:lumOff val="40000"/>
                  </a:schemeClr>
                </a:solidFill>
                <a:latin typeface="Bahnschrift" panose="020B0502040204020203" pitchFamily="34" charset="0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accent6">
                    <a:lumMod val="40000"/>
                    <a:lumOff val="60000"/>
                  </a:schemeClr>
                </a:solidFill>
                <a:latin typeface="Bahnschrift" panose="020B0502040204020203" pitchFamily="34" charset="0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accent6">
                    <a:lumMod val="20000"/>
                    <a:lumOff val="80000"/>
                  </a:schemeClr>
                </a:solidFill>
                <a:latin typeface="Bahnschrift" panose="020B0502040204020203" pitchFamily="34" charset="0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Font typeface="Arial" panose="020B0604020202020204" pitchFamily="34" charset="0"/>
              <a:buNone/>
            </a:pPr>
            <a:r>
              <a:rPr lang="en-GB" dirty="0"/>
              <a:t>colour</a:t>
            </a:r>
          </a:p>
        </p:txBody>
      </p:sp>
      <p:sp>
        <p:nvSpPr>
          <p:cNvPr id="13" name="Content Placeholder 2">
            <a:extLst>
              <a:ext uri="{FF2B5EF4-FFF2-40B4-BE49-F238E27FC236}">
                <a16:creationId xmlns:a16="http://schemas.microsoft.com/office/drawing/2014/main" id="{D61272DE-C83D-5AAB-9228-D6A79A493979}"/>
              </a:ext>
            </a:extLst>
          </p:cNvPr>
          <p:cNvSpPr txBox="1">
            <a:spLocks/>
          </p:cNvSpPr>
          <p:nvPr/>
        </p:nvSpPr>
        <p:spPr>
          <a:xfrm rot="20660128">
            <a:off x="8878648" y="3247691"/>
            <a:ext cx="2317376" cy="1034116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accent6">
                    <a:lumMod val="50000"/>
                  </a:schemeClr>
                </a:solidFill>
                <a:latin typeface="Bahnschrift" panose="020B0502040204020203" pitchFamily="34" charset="0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accent6">
                    <a:lumMod val="75000"/>
                  </a:schemeClr>
                </a:solidFill>
                <a:latin typeface="Bahnschrift" panose="020B0502040204020203" pitchFamily="34" charset="0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accent6">
                    <a:lumMod val="60000"/>
                    <a:lumOff val="40000"/>
                  </a:schemeClr>
                </a:solidFill>
                <a:latin typeface="Bahnschrift" panose="020B0502040204020203" pitchFamily="34" charset="0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accent6">
                    <a:lumMod val="40000"/>
                    <a:lumOff val="60000"/>
                  </a:schemeClr>
                </a:solidFill>
                <a:latin typeface="Bahnschrift" panose="020B0502040204020203" pitchFamily="34" charset="0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accent6">
                    <a:lumMod val="20000"/>
                    <a:lumOff val="80000"/>
                  </a:schemeClr>
                </a:solidFill>
                <a:latin typeface="Bahnschrift" panose="020B0502040204020203" pitchFamily="34" charset="0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Font typeface="Arial" panose="020B0604020202020204" pitchFamily="34" charset="0"/>
              <a:buNone/>
            </a:pPr>
            <a:r>
              <a:rPr lang="en-US" dirty="0"/>
              <a:t>date</a:t>
            </a:r>
          </a:p>
        </p:txBody>
      </p:sp>
      <p:sp>
        <p:nvSpPr>
          <p:cNvPr id="14" name="Content Placeholder 2">
            <a:extLst>
              <a:ext uri="{FF2B5EF4-FFF2-40B4-BE49-F238E27FC236}">
                <a16:creationId xmlns:a16="http://schemas.microsoft.com/office/drawing/2014/main" id="{532AD06E-157B-1885-5651-E6E38B664D5F}"/>
              </a:ext>
            </a:extLst>
          </p:cNvPr>
          <p:cNvSpPr txBox="1">
            <a:spLocks/>
          </p:cNvSpPr>
          <p:nvPr/>
        </p:nvSpPr>
        <p:spPr>
          <a:xfrm rot="21397257">
            <a:off x="9299672" y="5452468"/>
            <a:ext cx="2317376" cy="1034116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accent6">
                    <a:lumMod val="50000"/>
                  </a:schemeClr>
                </a:solidFill>
                <a:latin typeface="Bahnschrift" panose="020B0502040204020203" pitchFamily="34" charset="0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accent6">
                    <a:lumMod val="75000"/>
                  </a:schemeClr>
                </a:solidFill>
                <a:latin typeface="Bahnschrift" panose="020B0502040204020203" pitchFamily="34" charset="0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accent6">
                    <a:lumMod val="60000"/>
                    <a:lumOff val="40000"/>
                  </a:schemeClr>
                </a:solidFill>
                <a:latin typeface="Bahnschrift" panose="020B0502040204020203" pitchFamily="34" charset="0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accent6">
                    <a:lumMod val="40000"/>
                    <a:lumOff val="60000"/>
                  </a:schemeClr>
                </a:solidFill>
                <a:latin typeface="Bahnschrift" panose="020B0502040204020203" pitchFamily="34" charset="0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accent6">
                    <a:lumMod val="20000"/>
                    <a:lumOff val="80000"/>
                  </a:schemeClr>
                </a:solidFill>
                <a:latin typeface="Bahnschrift" panose="020B0502040204020203" pitchFamily="34" charset="0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Font typeface="Arial" panose="020B0604020202020204" pitchFamily="34" charset="0"/>
              <a:buNone/>
            </a:pPr>
            <a:r>
              <a:rPr lang="en-US" dirty="0"/>
              <a:t>height</a:t>
            </a:r>
          </a:p>
        </p:txBody>
      </p:sp>
      <p:sp>
        <p:nvSpPr>
          <p:cNvPr id="15" name="Content Placeholder 2">
            <a:extLst>
              <a:ext uri="{FF2B5EF4-FFF2-40B4-BE49-F238E27FC236}">
                <a16:creationId xmlns:a16="http://schemas.microsoft.com/office/drawing/2014/main" id="{40FC53C0-FBD0-8402-9C95-7C52D2BAF2C8}"/>
              </a:ext>
            </a:extLst>
          </p:cNvPr>
          <p:cNvSpPr txBox="1">
            <a:spLocks/>
          </p:cNvSpPr>
          <p:nvPr/>
        </p:nvSpPr>
        <p:spPr>
          <a:xfrm rot="21030492">
            <a:off x="674479" y="5639888"/>
            <a:ext cx="2317376" cy="1034116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accent6">
                    <a:lumMod val="50000"/>
                  </a:schemeClr>
                </a:solidFill>
                <a:latin typeface="Bahnschrift" panose="020B0502040204020203" pitchFamily="34" charset="0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accent6">
                    <a:lumMod val="75000"/>
                  </a:schemeClr>
                </a:solidFill>
                <a:latin typeface="Bahnschrift" panose="020B0502040204020203" pitchFamily="34" charset="0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accent6">
                    <a:lumMod val="60000"/>
                    <a:lumOff val="40000"/>
                  </a:schemeClr>
                </a:solidFill>
                <a:latin typeface="Bahnschrift" panose="020B0502040204020203" pitchFamily="34" charset="0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accent6">
                    <a:lumMod val="40000"/>
                    <a:lumOff val="60000"/>
                  </a:schemeClr>
                </a:solidFill>
                <a:latin typeface="Bahnschrift" panose="020B0502040204020203" pitchFamily="34" charset="0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accent6">
                    <a:lumMod val="20000"/>
                    <a:lumOff val="80000"/>
                  </a:schemeClr>
                </a:solidFill>
                <a:latin typeface="Bahnschrift" panose="020B0502040204020203" pitchFamily="34" charset="0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Font typeface="Arial" panose="020B0604020202020204" pitchFamily="34" charset="0"/>
              <a:buNone/>
            </a:pPr>
            <a:r>
              <a:rPr lang="en-US" dirty="0"/>
              <a:t>name</a:t>
            </a:r>
          </a:p>
        </p:txBody>
      </p:sp>
      <p:sp>
        <p:nvSpPr>
          <p:cNvPr id="16" name="Content Placeholder 2">
            <a:extLst>
              <a:ext uri="{FF2B5EF4-FFF2-40B4-BE49-F238E27FC236}">
                <a16:creationId xmlns:a16="http://schemas.microsoft.com/office/drawing/2014/main" id="{30DDFD50-B2EB-CC69-BF3B-B8CDEF04931A}"/>
              </a:ext>
            </a:extLst>
          </p:cNvPr>
          <p:cNvSpPr txBox="1">
            <a:spLocks/>
          </p:cNvSpPr>
          <p:nvPr/>
        </p:nvSpPr>
        <p:spPr>
          <a:xfrm rot="230798">
            <a:off x="3930374" y="5678467"/>
            <a:ext cx="2317376" cy="1034116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accent6">
                    <a:lumMod val="50000"/>
                  </a:schemeClr>
                </a:solidFill>
                <a:latin typeface="Bahnschrift" panose="020B0502040204020203" pitchFamily="34" charset="0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accent6">
                    <a:lumMod val="75000"/>
                  </a:schemeClr>
                </a:solidFill>
                <a:latin typeface="Bahnschrift" panose="020B0502040204020203" pitchFamily="34" charset="0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accent6">
                    <a:lumMod val="60000"/>
                    <a:lumOff val="40000"/>
                  </a:schemeClr>
                </a:solidFill>
                <a:latin typeface="Bahnschrift" panose="020B0502040204020203" pitchFamily="34" charset="0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accent6">
                    <a:lumMod val="40000"/>
                    <a:lumOff val="60000"/>
                  </a:schemeClr>
                </a:solidFill>
                <a:latin typeface="Bahnschrift" panose="020B0502040204020203" pitchFamily="34" charset="0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accent6">
                    <a:lumMod val="20000"/>
                    <a:lumOff val="80000"/>
                  </a:schemeClr>
                </a:solidFill>
                <a:latin typeface="Bahnschrift" panose="020B0502040204020203" pitchFamily="34" charset="0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Font typeface="Arial" panose="020B0604020202020204" pitchFamily="34" charset="0"/>
              <a:buNone/>
            </a:pPr>
            <a:r>
              <a:rPr lang="en-US" dirty="0"/>
              <a:t>score</a:t>
            </a:r>
          </a:p>
        </p:txBody>
      </p:sp>
    </p:spTree>
    <p:extLst>
      <p:ext uri="{BB962C8B-B14F-4D97-AF65-F5344CB8AC3E}">
        <p14:creationId xmlns:p14="http://schemas.microsoft.com/office/powerpoint/2010/main" val="233284028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spd="slow">
        <p159:morph option="byObject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1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4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/>
      <p:bldP spid="6" grpId="0"/>
      <p:bldP spid="7" grpId="0"/>
      <p:bldP spid="8" grpId="0"/>
      <p:bldP spid="10" grpId="0"/>
      <p:bldP spid="12" grpId="0"/>
      <p:bldP spid="13" grpId="0"/>
      <p:bldP spid="14" grpId="0"/>
      <p:bldP spid="15" grpId="0"/>
      <p:bldP spid="16" grpId="0"/>
    </p:bld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BB1B63B-DA7C-2377-8AC1-20A0A386A27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GB" dirty="0"/>
              <a:t>Types of data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4B42763-9818-0746-67BE-874D3F44C28A}"/>
              </a:ext>
            </a:extLst>
          </p:cNvPr>
          <p:cNvSpPr>
            <a:spLocks noGrp="1"/>
          </p:cNvSpPr>
          <p:nvPr>
            <p:ph sz="half" idx="1"/>
          </p:nvPr>
        </p:nvSpPr>
        <p:spPr/>
        <p:txBody>
          <a:bodyPr/>
          <a:lstStyle/>
          <a:p>
            <a:pPr marL="0" indent="0" algn="ctr">
              <a:lnSpc>
                <a:spcPct val="150000"/>
              </a:lnSpc>
              <a:buNone/>
            </a:pPr>
            <a:r>
              <a:rPr lang="en-GB" dirty="0"/>
              <a:t>categorical data</a:t>
            </a:r>
          </a:p>
          <a:p>
            <a:pPr marL="0" indent="0" algn="ctr">
              <a:lnSpc>
                <a:spcPct val="150000"/>
              </a:lnSpc>
              <a:buNone/>
            </a:pPr>
            <a:r>
              <a:rPr lang="en-GB" sz="2000" dirty="0">
                <a:solidFill>
                  <a:schemeClr val="tx1"/>
                </a:solidFill>
              </a:rPr>
              <a:t>distinct categories</a:t>
            </a:r>
            <a:br>
              <a:rPr lang="en-GB" sz="2000" dirty="0">
                <a:solidFill>
                  <a:schemeClr val="tx1"/>
                </a:solidFill>
              </a:rPr>
            </a:br>
            <a:r>
              <a:rPr lang="en-GB" sz="2000" dirty="0">
                <a:solidFill>
                  <a:schemeClr val="tx1"/>
                </a:solidFill>
              </a:rPr>
              <a:t>(colours, groups, etc.)</a:t>
            </a:r>
            <a:br>
              <a:rPr lang="en-GB" sz="2000" dirty="0">
                <a:solidFill>
                  <a:schemeClr val="tx1"/>
                </a:solidFill>
              </a:rPr>
            </a:br>
            <a:endParaRPr lang="en-GB" sz="2000" dirty="0">
              <a:solidFill>
                <a:schemeClr val="tx1"/>
              </a:solidFill>
            </a:endParaRPr>
          </a:p>
          <a:p>
            <a:pPr marL="0" indent="0" algn="ctr">
              <a:lnSpc>
                <a:spcPct val="150000"/>
              </a:lnSpc>
              <a:buNone/>
            </a:pPr>
            <a:r>
              <a:rPr lang="en-GB" dirty="0"/>
              <a:t>structured data</a:t>
            </a:r>
          </a:p>
          <a:p>
            <a:pPr marL="0" indent="0" algn="ctr">
              <a:lnSpc>
                <a:spcPct val="150000"/>
              </a:lnSpc>
              <a:buNone/>
              <a:defRPr/>
            </a:pPr>
            <a:r>
              <a:rPr lang="en-GB" sz="2000" dirty="0">
                <a:solidFill>
                  <a:prstClr val="black"/>
                </a:solidFill>
              </a:rPr>
              <a:t>specific format in tables</a:t>
            </a:r>
            <a:br>
              <a:rPr lang="en-GB" sz="2000" dirty="0">
                <a:solidFill>
                  <a:prstClr val="black"/>
                </a:solidFill>
              </a:rPr>
            </a:br>
            <a:r>
              <a:rPr lang="en-GB" sz="2000" dirty="0">
                <a:solidFill>
                  <a:prstClr val="black"/>
                </a:solidFill>
              </a:rPr>
              <a:t>(e.g. numerical data in Excel files)</a:t>
            </a:r>
            <a:endParaRPr kumimoji="0" lang="en-GB" sz="20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Bahnschrift" panose="020B0502040204020203" pitchFamily="34" charset="0"/>
              <a:ea typeface="+mn-ea"/>
              <a:cs typeface="+mn-cs"/>
            </a:endParaRPr>
          </a:p>
          <a:p>
            <a:pPr marL="0" indent="0" algn="ctr">
              <a:buNone/>
            </a:pPr>
            <a:endParaRPr lang="en-GB" dirty="0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70CE3139-D6C6-7B61-2368-00E0ABA6BBFD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2" y="1825625"/>
            <a:ext cx="5181600" cy="4351338"/>
          </a:xfrm>
        </p:spPr>
        <p:txBody>
          <a:bodyPr/>
          <a:lstStyle/>
          <a:p>
            <a:pPr marL="0" indent="0" algn="ctr">
              <a:lnSpc>
                <a:spcPct val="150000"/>
              </a:lnSpc>
              <a:buNone/>
            </a:pPr>
            <a:r>
              <a:rPr lang="en-GB" dirty="0"/>
              <a:t>discrete/continuous data</a:t>
            </a:r>
          </a:p>
          <a:p>
            <a:pPr marL="0" indent="0" algn="ctr">
              <a:lnSpc>
                <a:spcPct val="150000"/>
              </a:lnSpc>
              <a:buNone/>
              <a:defRPr/>
            </a:pPr>
            <a:r>
              <a:rPr lang="en-GB" sz="2000" dirty="0">
                <a:solidFill>
                  <a:prstClr val="black"/>
                </a:solidFill>
              </a:rPr>
              <a:t>countable/measurable</a:t>
            </a:r>
            <a:br>
              <a:rPr lang="en-GB" sz="2000" dirty="0">
                <a:solidFill>
                  <a:prstClr val="black"/>
                </a:solidFill>
              </a:rPr>
            </a:br>
            <a:r>
              <a:rPr lang="en-GB" sz="2000" dirty="0">
                <a:solidFill>
                  <a:prstClr val="black"/>
                </a:solidFill>
              </a:rPr>
              <a:t>(number of students in a class, temperature, etc.)</a:t>
            </a:r>
            <a:endParaRPr lang="en-GB" dirty="0"/>
          </a:p>
          <a:p>
            <a:pPr marL="0" indent="0" algn="ctr">
              <a:lnSpc>
                <a:spcPct val="150000"/>
              </a:lnSpc>
              <a:buNone/>
            </a:pPr>
            <a:r>
              <a:rPr lang="en-GB" dirty="0"/>
              <a:t>unstructured data</a:t>
            </a:r>
          </a:p>
          <a:p>
            <a:pPr marL="0" indent="0" algn="ctr">
              <a:lnSpc>
                <a:spcPct val="150000"/>
              </a:lnSpc>
              <a:buNone/>
              <a:defRPr/>
            </a:pPr>
            <a:r>
              <a:rPr kumimoji="0" lang="en-GB" sz="2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Bahnschrift" panose="020B0502040204020203" pitchFamily="34" charset="0"/>
                <a:ea typeface="+mn-ea"/>
                <a:cs typeface="+mn-cs"/>
              </a:rPr>
              <a:t>No predefined format</a:t>
            </a:r>
            <a:br>
              <a:rPr kumimoji="0" lang="en-GB" sz="2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Bahnschrift" panose="020B0502040204020203" pitchFamily="34" charset="0"/>
                <a:ea typeface="+mn-ea"/>
                <a:cs typeface="+mn-cs"/>
              </a:rPr>
            </a:br>
            <a:r>
              <a:rPr kumimoji="0" lang="en-GB" sz="2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Bahnschrift" panose="020B0502040204020203" pitchFamily="34" charset="0"/>
                <a:ea typeface="+mn-ea"/>
                <a:cs typeface="+mn-cs"/>
              </a:rPr>
              <a:t>(</a:t>
            </a:r>
            <a:r>
              <a:rPr lang="en-GB" sz="2000" dirty="0">
                <a:solidFill>
                  <a:prstClr val="black"/>
                </a:solidFill>
              </a:rPr>
              <a:t>e.g. videos)</a:t>
            </a:r>
            <a:endParaRPr kumimoji="0" lang="en-GB" sz="20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Bahnschrift" panose="020B0502040204020203" pitchFamily="34" charset="0"/>
              <a:ea typeface="+mn-ea"/>
              <a:cs typeface="+mn-cs"/>
            </a:endParaRPr>
          </a:p>
        </p:txBody>
      </p:sp>
      <p:cxnSp>
        <p:nvCxnSpPr>
          <p:cNvPr id="6" name="Straight Connector 5">
            <a:extLst>
              <a:ext uri="{FF2B5EF4-FFF2-40B4-BE49-F238E27FC236}">
                <a16:creationId xmlns:a16="http://schemas.microsoft.com/office/drawing/2014/main" id="{1E521C8C-9845-F10C-D9ED-7E7313CC35C0}"/>
              </a:ext>
            </a:extLst>
          </p:cNvPr>
          <p:cNvCxnSpPr>
            <a:cxnSpLocks/>
          </p:cNvCxnSpPr>
          <p:nvPr/>
        </p:nvCxnSpPr>
        <p:spPr>
          <a:xfrm>
            <a:off x="6096000" y="2061882"/>
            <a:ext cx="0" cy="3720353"/>
          </a:xfrm>
          <a:prstGeom prst="line">
            <a:avLst/>
          </a:prstGeom>
          <a:ln w="38100"/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730286052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spd="slow">
        <p159:morph option="byObject"/>
      </p:transition>
    </mc:Choice>
    <mc:Fallback xmlns="">
      <p:transition spd="slow">
        <p:fade/>
      </p:transition>
    </mc:Fallback>
  </mc:AlternateContent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656B65D-DBB1-A28F-95CC-C8D301A9AD8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27043C1-A708-2CC4-C56F-7B5DEACAD82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GB" dirty="0"/>
              <a:t>Types of data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39E3049-5F13-3A89-5BFA-5FC1DCE91762}"/>
              </a:ext>
            </a:extLst>
          </p:cNvPr>
          <p:cNvSpPr>
            <a:spLocks noGrp="1"/>
          </p:cNvSpPr>
          <p:nvPr>
            <p:ph sz="half" idx="1"/>
          </p:nvPr>
        </p:nvSpPr>
        <p:spPr/>
        <p:txBody>
          <a:bodyPr/>
          <a:lstStyle/>
          <a:p>
            <a:pPr marL="0" indent="0" algn="ctr">
              <a:lnSpc>
                <a:spcPct val="150000"/>
              </a:lnSpc>
              <a:buNone/>
            </a:pPr>
            <a:r>
              <a:rPr lang="en-GB" dirty="0"/>
              <a:t>categorical data</a:t>
            </a:r>
          </a:p>
          <a:p>
            <a:pPr marL="0" indent="0" algn="ctr">
              <a:lnSpc>
                <a:spcPct val="150000"/>
              </a:lnSpc>
              <a:buNone/>
            </a:pPr>
            <a:r>
              <a:rPr lang="en-GB" sz="2000" dirty="0">
                <a:solidFill>
                  <a:schemeClr val="tx1"/>
                </a:solidFill>
              </a:rPr>
              <a:t>distinct categories</a:t>
            </a:r>
            <a:br>
              <a:rPr lang="en-GB" sz="2000" dirty="0">
                <a:solidFill>
                  <a:schemeClr val="tx1"/>
                </a:solidFill>
              </a:rPr>
            </a:br>
            <a:r>
              <a:rPr lang="en-GB" sz="2000" dirty="0">
                <a:solidFill>
                  <a:schemeClr val="tx1"/>
                </a:solidFill>
              </a:rPr>
              <a:t>(colours, groups, etc.)</a:t>
            </a:r>
            <a:br>
              <a:rPr lang="en-GB" sz="2000" dirty="0">
                <a:solidFill>
                  <a:schemeClr val="tx1"/>
                </a:solidFill>
              </a:rPr>
            </a:br>
            <a:endParaRPr lang="en-GB" sz="2000" dirty="0">
              <a:solidFill>
                <a:schemeClr val="tx1"/>
              </a:solidFill>
            </a:endParaRPr>
          </a:p>
          <a:p>
            <a:pPr marL="0" indent="0" algn="ctr">
              <a:lnSpc>
                <a:spcPct val="150000"/>
              </a:lnSpc>
              <a:buNone/>
            </a:pPr>
            <a:r>
              <a:rPr lang="en-GB" dirty="0"/>
              <a:t>structured data</a:t>
            </a:r>
          </a:p>
          <a:p>
            <a:pPr marL="0" indent="0" algn="ctr">
              <a:lnSpc>
                <a:spcPct val="150000"/>
              </a:lnSpc>
              <a:buNone/>
              <a:defRPr/>
            </a:pPr>
            <a:r>
              <a:rPr lang="en-GB" sz="2000" dirty="0">
                <a:solidFill>
                  <a:prstClr val="black"/>
                </a:solidFill>
              </a:rPr>
              <a:t>specific format in tables</a:t>
            </a:r>
            <a:br>
              <a:rPr lang="en-GB" sz="2000" dirty="0">
                <a:solidFill>
                  <a:prstClr val="black"/>
                </a:solidFill>
              </a:rPr>
            </a:br>
            <a:r>
              <a:rPr lang="en-GB" sz="2000" dirty="0">
                <a:solidFill>
                  <a:prstClr val="black"/>
                </a:solidFill>
              </a:rPr>
              <a:t>(e.g. numerical data in Excel files)</a:t>
            </a:r>
            <a:endParaRPr kumimoji="0" lang="en-GB" sz="20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Bahnschrift" panose="020B0502040204020203" pitchFamily="34" charset="0"/>
              <a:ea typeface="+mn-ea"/>
              <a:cs typeface="+mn-cs"/>
            </a:endParaRPr>
          </a:p>
          <a:p>
            <a:pPr marL="0" indent="0" algn="ctr">
              <a:buNone/>
            </a:pPr>
            <a:endParaRPr lang="en-GB" dirty="0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FF9E4F45-B213-EAD5-A2A0-33357F9595A5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2" y="1825625"/>
            <a:ext cx="5181600" cy="4351338"/>
          </a:xfrm>
        </p:spPr>
        <p:txBody>
          <a:bodyPr/>
          <a:lstStyle/>
          <a:p>
            <a:pPr marL="0" indent="0" algn="ctr">
              <a:lnSpc>
                <a:spcPct val="150000"/>
              </a:lnSpc>
              <a:buNone/>
            </a:pPr>
            <a:r>
              <a:rPr lang="en-GB" dirty="0">
                <a:solidFill>
                  <a:schemeClr val="accent5">
                    <a:lumMod val="60000"/>
                    <a:lumOff val="40000"/>
                  </a:schemeClr>
                </a:solidFill>
              </a:rPr>
              <a:t>discrete</a:t>
            </a:r>
            <a:r>
              <a:rPr lang="en-GB" dirty="0"/>
              <a:t>/continuous data</a:t>
            </a:r>
          </a:p>
          <a:p>
            <a:pPr marL="0" indent="0" algn="ctr">
              <a:lnSpc>
                <a:spcPct val="150000"/>
              </a:lnSpc>
              <a:buNone/>
              <a:defRPr/>
            </a:pPr>
            <a:r>
              <a:rPr lang="en-GB" sz="2000" dirty="0">
                <a:solidFill>
                  <a:schemeClr val="accent5">
                    <a:lumMod val="60000"/>
                    <a:lumOff val="40000"/>
                  </a:schemeClr>
                </a:solidFill>
              </a:rPr>
              <a:t>countable</a:t>
            </a:r>
            <a:r>
              <a:rPr lang="en-GB" sz="2000" dirty="0">
                <a:solidFill>
                  <a:prstClr val="black"/>
                </a:solidFill>
              </a:rPr>
              <a:t>/measurable</a:t>
            </a:r>
            <a:br>
              <a:rPr lang="en-GB" sz="2000" dirty="0">
                <a:solidFill>
                  <a:prstClr val="black"/>
                </a:solidFill>
              </a:rPr>
            </a:br>
            <a:r>
              <a:rPr lang="en-GB" sz="2000" dirty="0">
                <a:solidFill>
                  <a:prstClr val="black"/>
                </a:solidFill>
              </a:rPr>
              <a:t>(</a:t>
            </a:r>
            <a:r>
              <a:rPr lang="en-GB" sz="2000" dirty="0">
                <a:solidFill>
                  <a:schemeClr val="accent5">
                    <a:lumMod val="60000"/>
                    <a:lumOff val="40000"/>
                  </a:schemeClr>
                </a:solidFill>
              </a:rPr>
              <a:t>number of students in a class</a:t>
            </a:r>
            <a:r>
              <a:rPr lang="en-GB" sz="2000" dirty="0">
                <a:solidFill>
                  <a:prstClr val="black"/>
                </a:solidFill>
              </a:rPr>
              <a:t>, temperature, etc.)</a:t>
            </a:r>
            <a:endParaRPr lang="en-GB" dirty="0"/>
          </a:p>
          <a:p>
            <a:pPr marL="0" indent="0" algn="ctr">
              <a:lnSpc>
                <a:spcPct val="150000"/>
              </a:lnSpc>
              <a:buNone/>
            </a:pPr>
            <a:r>
              <a:rPr lang="en-GB" dirty="0"/>
              <a:t>unstructured data</a:t>
            </a:r>
          </a:p>
          <a:p>
            <a:pPr marL="0" indent="0" algn="ctr">
              <a:lnSpc>
                <a:spcPct val="150000"/>
              </a:lnSpc>
              <a:buNone/>
              <a:defRPr/>
            </a:pPr>
            <a:r>
              <a:rPr kumimoji="0" lang="en-GB" sz="2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Bahnschrift" panose="020B0502040204020203" pitchFamily="34" charset="0"/>
                <a:ea typeface="+mn-ea"/>
                <a:cs typeface="+mn-cs"/>
              </a:rPr>
              <a:t>No predefined format</a:t>
            </a:r>
            <a:br>
              <a:rPr kumimoji="0" lang="en-GB" sz="2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Bahnschrift" panose="020B0502040204020203" pitchFamily="34" charset="0"/>
                <a:ea typeface="+mn-ea"/>
                <a:cs typeface="+mn-cs"/>
              </a:rPr>
            </a:br>
            <a:r>
              <a:rPr kumimoji="0" lang="en-GB" sz="2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Bahnschrift" panose="020B0502040204020203" pitchFamily="34" charset="0"/>
                <a:ea typeface="+mn-ea"/>
                <a:cs typeface="+mn-cs"/>
              </a:rPr>
              <a:t>(</a:t>
            </a:r>
            <a:r>
              <a:rPr lang="en-GB" sz="2000" dirty="0">
                <a:solidFill>
                  <a:prstClr val="black"/>
                </a:solidFill>
              </a:rPr>
              <a:t>e.g. videos)</a:t>
            </a:r>
            <a:endParaRPr kumimoji="0" lang="en-GB" sz="20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Bahnschrift" panose="020B0502040204020203" pitchFamily="34" charset="0"/>
              <a:ea typeface="+mn-ea"/>
              <a:cs typeface="+mn-cs"/>
            </a:endParaRPr>
          </a:p>
        </p:txBody>
      </p:sp>
      <p:cxnSp>
        <p:nvCxnSpPr>
          <p:cNvPr id="6" name="Straight Connector 5">
            <a:extLst>
              <a:ext uri="{FF2B5EF4-FFF2-40B4-BE49-F238E27FC236}">
                <a16:creationId xmlns:a16="http://schemas.microsoft.com/office/drawing/2014/main" id="{1B2A723D-2F3A-42B7-F4D5-6DEF75ED18E3}"/>
              </a:ext>
            </a:extLst>
          </p:cNvPr>
          <p:cNvCxnSpPr>
            <a:cxnSpLocks/>
          </p:cNvCxnSpPr>
          <p:nvPr/>
        </p:nvCxnSpPr>
        <p:spPr>
          <a:xfrm>
            <a:off x="6096000" y="2061882"/>
            <a:ext cx="0" cy="3720353"/>
          </a:xfrm>
          <a:prstGeom prst="line">
            <a:avLst/>
          </a:prstGeom>
          <a:ln w="38100"/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755647101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spd="slow">
        <p159:morph option="byObject"/>
      </p:transition>
    </mc:Choice>
    <mc:Fallback xmlns="">
      <p:transition spd="slow">
        <p:fade/>
      </p:transition>
    </mc:Fallback>
  </mc:AlternateContent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9B17D35-9ADB-2150-1DA5-CBDF90C7D1A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DA06ADB-DFA3-767E-9BB8-5EAA9E423C1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GB" dirty="0"/>
              <a:t>Types of data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35E5B30-7BE9-B0E2-35E7-703F8A0CECEE}"/>
              </a:ext>
            </a:extLst>
          </p:cNvPr>
          <p:cNvSpPr>
            <a:spLocks noGrp="1"/>
          </p:cNvSpPr>
          <p:nvPr>
            <p:ph sz="half" idx="1"/>
          </p:nvPr>
        </p:nvSpPr>
        <p:spPr/>
        <p:txBody>
          <a:bodyPr/>
          <a:lstStyle/>
          <a:p>
            <a:pPr marL="0" indent="0" algn="ctr">
              <a:lnSpc>
                <a:spcPct val="150000"/>
              </a:lnSpc>
              <a:buNone/>
            </a:pPr>
            <a:r>
              <a:rPr lang="en-GB" dirty="0"/>
              <a:t>categorical data</a:t>
            </a:r>
          </a:p>
          <a:p>
            <a:pPr marL="0" indent="0" algn="ctr">
              <a:lnSpc>
                <a:spcPct val="150000"/>
              </a:lnSpc>
              <a:buNone/>
            </a:pPr>
            <a:r>
              <a:rPr lang="en-GB" sz="2000" dirty="0">
                <a:solidFill>
                  <a:schemeClr val="tx1"/>
                </a:solidFill>
              </a:rPr>
              <a:t>distinct categories</a:t>
            </a:r>
            <a:br>
              <a:rPr lang="en-GB" sz="2000" dirty="0">
                <a:solidFill>
                  <a:schemeClr val="tx1"/>
                </a:solidFill>
              </a:rPr>
            </a:br>
            <a:r>
              <a:rPr lang="en-GB" sz="2000" dirty="0">
                <a:solidFill>
                  <a:schemeClr val="tx1"/>
                </a:solidFill>
              </a:rPr>
              <a:t>(colours, groups, etc.)</a:t>
            </a:r>
            <a:br>
              <a:rPr lang="en-GB" sz="2000" dirty="0">
                <a:solidFill>
                  <a:schemeClr val="tx1"/>
                </a:solidFill>
              </a:rPr>
            </a:br>
            <a:endParaRPr lang="en-GB" sz="2000" dirty="0">
              <a:solidFill>
                <a:schemeClr val="tx1"/>
              </a:solidFill>
            </a:endParaRPr>
          </a:p>
          <a:p>
            <a:pPr marL="0" indent="0" algn="ctr">
              <a:lnSpc>
                <a:spcPct val="150000"/>
              </a:lnSpc>
              <a:buNone/>
            </a:pPr>
            <a:r>
              <a:rPr lang="en-GB" dirty="0"/>
              <a:t>structured data</a:t>
            </a:r>
          </a:p>
          <a:p>
            <a:pPr marL="0" indent="0" algn="ctr">
              <a:lnSpc>
                <a:spcPct val="150000"/>
              </a:lnSpc>
              <a:buNone/>
              <a:defRPr/>
            </a:pPr>
            <a:r>
              <a:rPr lang="en-GB" sz="2000" dirty="0">
                <a:solidFill>
                  <a:prstClr val="black"/>
                </a:solidFill>
              </a:rPr>
              <a:t>specific format in tables</a:t>
            </a:r>
            <a:br>
              <a:rPr lang="en-GB" sz="2000" dirty="0">
                <a:solidFill>
                  <a:prstClr val="black"/>
                </a:solidFill>
              </a:rPr>
            </a:br>
            <a:r>
              <a:rPr lang="en-GB" sz="2000" dirty="0">
                <a:solidFill>
                  <a:prstClr val="black"/>
                </a:solidFill>
              </a:rPr>
              <a:t>(e.g. numerical data in Excel files)</a:t>
            </a:r>
            <a:endParaRPr kumimoji="0" lang="en-GB" sz="20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Bahnschrift" panose="020B0502040204020203" pitchFamily="34" charset="0"/>
              <a:ea typeface="+mn-ea"/>
              <a:cs typeface="+mn-cs"/>
            </a:endParaRPr>
          </a:p>
          <a:p>
            <a:pPr marL="0" indent="0" algn="ctr">
              <a:buNone/>
            </a:pPr>
            <a:endParaRPr lang="en-GB" dirty="0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57997A84-6D72-57BB-95D5-E68D2B25EFD0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2" y="1825625"/>
            <a:ext cx="5181600" cy="4351338"/>
          </a:xfrm>
        </p:spPr>
        <p:txBody>
          <a:bodyPr/>
          <a:lstStyle/>
          <a:p>
            <a:pPr marL="0" indent="0" algn="ctr">
              <a:lnSpc>
                <a:spcPct val="150000"/>
              </a:lnSpc>
              <a:buNone/>
            </a:pPr>
            <a:r>
              <a:rPr lang="en-GB" dirty="0"/>
              <a:t>discrete/</a:t>
            </a:r>
            <a:r>
              <a:rPr lang="en-GB" dirty="0">
                <a:solidFill>
                  <a:schemeClr val="accent5">
                    <a:lumMod val="60000"/>
                    <a:lumOff val="40000"/>
                  </a:schemeClr>
                </a:solidFill>
              </a:rPr>
              <a:t>continuous data</a:t>
            </a:r>
          </a:p>
          <a:p>
            <a:pPr marL="0" indent="0" algn="ctr">
              <a:lnSpc>
                <a:spcPct val="150000"/>
              </a:lnSpc>
              <a:buNone/>
              <a:defRPr/>
            </a:pPr>
            <a:r>
              <a:rPr lang="en-GB" sz="2000" dirty="0">
                <a:solidFill>
                  <a:prstClr val="black"/>
                </a:solidFill>
              </a:rPr>
              <a:t>countable/</a:t>
            </a:r>
            <a:r>
              <a:rPr lang="en-GB" sz="2000" dirty="0">
                <a:solidFill>
                  <a:schemeClr val="accent5">
                    <a:lumMod val="60000"/>
                    <a:lumOff val="40000"/>
                  </a:schemeClr>
                </a:solidFill>
              </a:rPr>
              <a:t>measurable</a:t>
            </a:r>
            <a:br>
              <a:rPr lang="en-GB" sz="2000" dirty="0">
                <a:solidFill>
                  <a:prstClr val="black"/>
                </a:solidFill>
              </a:rPr>
            </a:br>
            <a:r>
              <a:rPr lang="en-GB" sz="2000" dirty="0">
                <a:solidFill>
                  <a:prstClr val="black"/>
                </a:solidFill>
              </a:rPr>
              <a:t>(number of students in a class, </a:t>
            </a:r>
            <a:r>
              <a:rPr lang="en-GB" sz="2000" dirty="0">
                <a:solidFill>
                  <a:schemeClr val="accent5">
                    <a:lumMod val="60000"/>
                    <a:lumOff val="40000"/>
                  </a:schemeClr>
                </a:solidFill>
              </a:rPr>
              <a:t>temperature</a:t>
            </a:r>
            <a:r>
              <a:rPr lang="en-GB" sz="2000" dirty="0">
                <a:solidFill>
                  <a:prstClr val="black"/>
                </a:solidFill>
              </a:rPr>
              <a:t>, etc.)</a:t>
            </a:r>
            <a:endParaRPr lang="en-GB" dirty="0"/>
          </a:p>
          <a:p>
            <a:pPr marL="0" indent="0" algn="ctr">
              <a:lnSpc>
                <a:spcPct val="150000"/>
              </a:lnSpc>
              <a:buNone/>
            </a:pPr>
            <a:r>
              <a:rPr lang="en-GB" dirty="0"/>
              <a:t>unstructured data</a:t>
            </a:r>
          </a:p>
          <a:p>
            <a:pPr marL="0" indent="0" algn="ctr">
              <a:lnSpc>
                <a:spcPct val="150000"/>
              </a:lnSpc>
              <a:buNone/>
              <a:defRPr/>
            </a:pPr>
            <a:r>
              <a:rPr kumimoji="0" lang="en-GB" sz="2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Bahnschrift" panose="020B0502040204020203" pitchFamily="34" charset="0"/>
                <a:ea typeface="+mn-ea"/>
                <a:cs typeface="+mn-cs"/>
              </a:rPr>
              <a:t>No predefined format</a:t>
            </a:r>
            <a:br>
              <a:rPr kumimoji="0" lang="en-GB" sz="2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Bahnschrift" panose="020B0502040204020203" pitchFamily="34" charset="0"/>
                <a:ea typeface="+mn-ea"/>
                <a:cs typeface="+mn-cs"/>
              </a:rPr>
            </a:br>
            <a:r>
              <a:rPr kumimoji="0" lang="en-GB" sz="2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Bahnschrift" panose="020B0502040204020203" pitchFamily="34" charset="0"/>
                <a:ea typeface="+mn-ea"/>
                <a:cs typeface="+mn-cs"/>
              </a:rPr>
              <a:t>(</a:t>
            </a:r>
            <a:r>
              <a:rPr lang="en-GB" sz="2000" dirty="0">
                <a:solidFill>
                  <a:prstClr val="black"/>
                </a:solidFill>
              </a:rPr>
              <a:t>e.g. videos)</a:t>
            </a:r>
            <a:endParaRPr kumimoji="0" lang="en-GB" sz="20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Bahnschrift" panose="020B0502040204020203" pitchFamily="34" charset="0"/>
              <a:ea typeface="+mn-ea"/>
              <a:cs typeface="+mn-cs"/>
            </a:endParaRPr>
          </a:p>
        </p:txBody>
      </p:sp>
      <p:cxnSp>
        <p:nvCxnSpPr>
          <p:cNvPr id="6" name="Straight Connector 5">
            <a:extLst>
              <a:ext uri="{FF2B5EF4-FFF2-40B4-BE49-F238E27FC236}">
                <a16:creationId xmlns:a16="http://schemas.microsoft.com/office/drawing/2014/main" id="{BEC5EC12-3231-C873-D012-673378051C36}"/>
              </a:ext>
            </a:extLst>
          </p:cNvPr>
          <p:cNvCxnSpPr>
            <a:cxnSpLocks/>
          </p:cNvCxnSpPr>
          <p:nvPr/>
        </p:nvCxnSpPr>
        <p:spPr>
          <a:xfrm>
            <a:off x="6096000" y="2061882"/>
            <a:ext cx="0" cy="3720353"/>
          </a:xfrm>
          <a:prstGeom prst="line">
            <a:avLst/>
          </a:prstGeom>
          <a:ln w="38100"/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962068192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spd="slow">
        <p159:morph option="byObject"/>
      </p:transition>
    </mc:Choice>
    <mc:Fallback xmlns="">
      <p:transition spd="slow">
        <p:fade/>
      </p:transition>
    </mc:Fallback>
  </mc:AlternateContent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8469CD9-3C11-FAEA-1BF2-ACC64603631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GB" dirty="0"/>
              <a:t>Data Preprocessing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32A5CBF-6F70-C226-B534-B591FA1A299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07229"/>
            <a:ext cx="10515600" cy="4334810"/>
          </a:xfrm>
        </p:spPr>
        <p:txBody>
          <a:bodyPr>
            <a:normAutofit/>
          </a:bodyPr>
          <a:lstStyle/>
          <a:p>
            <a:pPr marL="0" indent="0" algn="ctr">
              <a:buNone/>
            </a:pPr>
            <a:r>
              <a:rPr lang="en-GB" sz="3200" b="1" dirty="0"/>
              <a:t>Cleaning</a:t>
            </a:r>
          </a:p>
          <a:p>
            <a:pPr marL="0" indent="0" algn="ctr">
              <a:buNone/>
            </a:pPr>
            <a:r>
              <a:rPr lang="en-GB" sz="2400" dirty="0">
                <a:solidFill>
                  <a:schemeClr val="tx1"/>
                </a:solidFill>
              </a:rPr>
              <a:t>Removing duplicates</a:t>
            </a:r>
          </a:p>
          <a:p>
            <a:pPr marL="0" indent="0" algn="ctr">
              <a:buNone/>
            </a:pPr>
            <a:r>
              <a:rPr lang="en-GB" sz="2400" dirty="0">
                <a:solidFill>
                  <a:schemeClr val="tx1"/>
                </a:solidFill>
              </a:rPr>
              <a:t>Handling missing values</a:t>
            </a:r>
          </a:p>
          <a:p>
            <a:pPr marL="0" indent="0" algn="ctr">
              <a:buNone/>
            </a:pPr>
            <a:r>
              <a:rPr lang="en-GB" sz="2400" dirty="0">
                <a:solidFill>
                  <a:schemeClr val="tx1"/>
                </a:solidFill>
              </a:rPr>
              <a:t>Correcting inconsistencies</a:t>
            </a:r>
          </a:p>
          <a:p>
            <a:pPr marL="0" indent="0" algn="ctr">
              <a:buNone/>
            </a:pPr>
            <a:endParaRPr lang="en-GB" sz="2400" dirty="0">
              <a:solidFill>
                <a:schemeClr val="tx1"/>
              </a:solidFill>
            </a:endParaRPr>
          </a:p>
          <a:p>
            <a:pPr marL="0" indent="0" algn="ctr">
              <a:buNone/>
            </a:pPr>
            <a:r>
              <a:rPr lang="en-GB" sz="3200" b="1" dirty="0"/>
              <a:t>Transformation</a:t>
            </a:r>
          </a:p>
          <a:p>
            <a:pPr marL="0" indent="0" algn="ctr">
              <a:buNone/>
            </a:pPr>
            <a:r>
              <a:rPr lang="en-GB" sz="2400" dirty="0">
                <a:solidFill>
                  <a:schemeClr val="tx1"/>
                </a:solidFill>
              </a:rPr>
              <a:t>Formatting properly</a:t>
            </a:r>
          </a:p>
          <a:p>
            <a:pPr marL="0" indent="0" algn="ctr">
              <a:buNone/>
            </a:pPr>
            <a:r>
              <a:rPr lang="en-GB" sz="2400" dirty="0">
                <a:solidFill>
                  <a:schemeClr val="tx1"/>
                </a:solidFill>
              </a:rPr>
              <a:t>Scaling suitably</a:t>
            </a:r>
          </a:p>
          <a:p>
            <a:pPr marL="0" indent="0" algn="ctr">
              <a:buNone/>
            </a:pPr>
            <a:r>
              <a:rPr lang="en-GB" sz="2400" dirty="0">
                <a:solidFill>
                  <a:schemeClr val="tx1"/>
                </a:solidFill>
              </a:rPr>
              <a:t>Standardising</a:t>
            </a:r>
          </a:p>
          <a:p>
            <a:pPr marL="0" indent="0">
              <a:buNone/>
            </a:pPr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2170229311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spd="slow">
        <p159:morph option="byObject"/>
      </p:transition>
    </mc:Choice>
    <mc:Fallback xmlns="">
      <p:transition spd="slow">
        <p:fade/>
      </p:transition>
    </mc:Fallback>
  </mc:AlternateContent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Table 1">
            <a:extLst>
              <a:ext uri="{FF2B5EF4-FFF2-40B4-BE49-F238E27FC236}">
                <a16:creationId xmlns:a16="http://schemas.microsoft.com/office/drawing/2014/main" id="{98026D19-6268-44CF-3C7A-623CFF998430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989014876"/>
              </p:ext>
            </p:extLst>
          </p:nvPr>
        </p:nvGraphicFramePr>
        <p:xfrm>
          <a:off x="1311228" y="1792941"/>
          <a:ext cx="9569544" cy="4532859"/>
        </p:xfrm>
        <a:graphic>
          <a:graphicData uri="http://schemas.openxmlformats.org/drawingml/2006/table">
            <a:tbl>
              <a:tblPr firstRow="1" firstCol="1" bandRow="1">
                <a:tableStyleId>{F5AB1C69-6EDB-4FF4-983F-18BD219EF322}</a:tableStyleId>
              </a:tblPr>
              <a:tblGrid>
                <a:gridCol w="1594924">
                  <a:extLst>
                    <a:ext uri="{9D8B030D-6E8A-4147-A177-3AD203B41FA5}">
                      <a16:colId xmlns:a16="http://schemas.microsoft.com/office/drawing/2014/main" val="751277688"/>
                    </a:ext>
                  </a:extLst>
                </a:gridCol>
                <a:gridCol w="1594924">
                  <a:extLst>
                    <a:ext uri="{9D8B030D-6E8A-4147-A177-3AD203B41FA5}">
                      <a16:colId xmlns:a16="http://schemas.microsoft.com/office/drawing/2014/main" val="1854811326"/>
                    </a:ext>
                  </a:extLst>
                </a:gridCol>
                <a:gridCol w="1594924">
                  <a:extLst>
                    <a:ext uri="{9D8B030D-6E8A-4147-A177-3AD203B41FA5}">
                      <a16:colId xmlns:a16="http://schemas.microsoft.com/office/drawing/2014/main" val="1059762699"/>
                    </a:ext>
                  </a:extLst>
                </a:gridCol>
                <a:gridCol w="1594924">
                  <a:extLst>
                    <a:ext uri="{9D8B030D-6E8A-4147-A177-3AD203B41FA5}">
                      <a16:colId xmlns:a16="http://schemas.microsoft.com/office/drawing/2014/main" val="2195324066"/>
                    </a:ext>
                  </a:extLst>
                </a:gridCol>
                <a:gridCol w="1594924">
                  <a:extLst>
                    <a:ext uri="{9D8B030D-6E8A-4147-A177-3AD203B41FA5}">
                      <a16:colId xmlns:a16="http://schemas.microsoft.com/office/drawing/2014/main" val="3508518715"/>
                    </a:ext>
                  </a:extLst>
                </a:gridCol>
                <a:gridCol w="1594924">
                  <a:extLst>
                    <a:ext uri="{9D8B030D-6E8A-4147-A177-3AD203B41FA5}">
                      <a16:colId xmlns:a16="http://schemas.microsoft.com/office/drawing/2014/main" val="3728935562"/>
                    </a:ext>
                  </a:extLst>
                </a:gridCol>
              </a:tblGrid>
              <a:tr h="503651">
                <a:tc>
                  <a:txBody>
                    <a:bodyPr/>
                    <a:lstStyle/>
                    <a:p>
                      <a:pPr algn="ctr"/>
                      <a:r>
                        <a:rPr lang="en-GB" sz="1600" dirty="0">
                          <a:latin typeface="Bahnschrift" panose="020B0502040204020203" pitchFamily="34" charset="0"/>
                        </a:rPr>
                        <a:t>ID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</a:t>
                      </a:r>
                    </a:p>
                  </a:txBody>
                  <a:tcPr anchor="ctr">
                    <a:solidFill>
                      <a:schemeClr val="accent6">
                        <a:lumMod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1600" dirty="0">
                          <a:latin typeface="Bahnschrift" panose="020B0502040204020203" pitchFamily="34" charset="0"/>
                        </a:rPr>
                        <a:t>Name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1600" dirty="0">
                          <a:latin typeface="Bahnschrift" panose="020B0502040204020203" pitchFamily="34" charset="0"/>
                        </a:rPr>
                        <a:t>Age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1600" dirty="0">
                          <a:latin typeface="Bahnschrift" panose="020B0502040204020203" pitchFamily="34" charset="0"/>
                        </a:rPr>
                        <a:t>Location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1600" dirty="0">
                          <a:latin typeface="Bahnschrift" panose="020B0502040204020203" pitchFamily="34" charset="0"/>
                        </a:rPr>
                        <a:t>Income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1600" dirty="0">
                          <a:latin typeface="Bahnschrift" panose="020B0502040204020203" pitchFamily="34" charset="0"/>
                        </a:rPr>
                        <a:t>Height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454069704"/>
                  </a:ext>
                </a:extLst>
              </a:tr>
              <a:tr h="503651">
                <a:tc>
                  <a:txBody>
                    <a:bodyPr/>
                    <a:lstStyle/>
                    <a:p>
                      <a:pPr algn="ctr"/>
                      <a:r>
                        <a:rPr lang="en-GB" sz="1600" dirty="0">
                          <a:latin typeface="Bahnschrift" panose="020B0502040204020203" pitchFamily="34" charset="0"/>
                        </a:rPr>
                        <a:t>001</a:t>
                      </a:r>
                    </a:p>
                  </a:txBody>
                  <a:tcPr anchor="ctr">
                    <a:solidFill>
                      <a:schemeClr val="accent6">
                        <a:lumMod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1600" dirty="0">
                          <a:latin typeface="Bahnschrift" panose="020B0502040204020203" pitchFamily="34" charset="0"/>
                        </a:rPr>
                        <a:t>Alice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1600" dirty="0">
                          <a:latin typeface="Bahnschrift" panose="020B0502040204020203" pitchFamily="34" charset="0"/>
                        </a:rPr>
                        <a:t>46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1600" dirty="0">
                          <a:latin typeface="Bahnschrift" panose="020B0502040204020203" pitchFamily="34" charset="0"/>
                        </a:rPr>
                        <a:t>Berlin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1600" dirty="0">
                          <a:latin typeface="Bahnschrift" panose="020B0502040204020203" pitchFamily="34" charset="0"/>
                        </a:rPr>
                        <a:t>75000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1600" dirty="0">
                          <a:latin typeface="Bahnschrift" panose="020B0502040204020203" pitchFamily="34" charset="0"/>
                        </a:rPr>
                        <a:t>175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304447080"/>
                  </a:ext>
                </a:extLst>
              </a:tr>
              <a:tr h="503651">
                <a:tc>
                  <a:txBody>
                    <a:bodyPr/>
                    <a:lstStyle/>
                    <a:p>
                      <a:pPr algn="ctr"/>
                      <a:r>
                        <a:rPr lang="en-GB" sz="1600" dirty="0">
                          <a:latin typeface="Bahnschrift" panose="020B0502040204020203" pitchFamily="34" charset="0"/>
                        </a:rPr>
                        <a:t>002</a:t>
                      </a:r>
                    </a:p>
                  </a:txBody>
                  <a:tcPr anchor="ctr">
                    <a:solidFill>
                      <a:schemeClr val="accent6">
                        <a:lumMod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1600" dirty="0">
                          <a:latin typeface="Bahnschrift" panose="020B0502040204020203" pitchFamily="34" charset="0"/>
                        </a:rPr>
                        <a:t>Frank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1600" dirty="0">
                          <a:latin typeface="Bahnschrift" panose="020B0502040204020203" pitchFamily="34" charset="0"/>
                        </a:rPr>
                        <a:t>23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1600" dirty="0">
                          <a:latin typeface="Bahnschrift" panose="020B0502040204020203" pitchFamily="34" charset="0"/>
                        </a:rPr>
                        <a:t>France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1600" dirty="0">
                          <a:latin typeface="Bahnschrift" panose="020B0502040204020203" pitchFamily="34" charset="0"/>
                        </a:rPr>
                        <a:t>90000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1600" dirty="0">
                          <a:latin typeface="Bahnschrift" panose="020B0502040204020203" pitchFamily="34" charset="0"/>
                        </a:rPr>
                        <a:t>-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929876547"/>
                  </a:ext>
                </a:extLst>
              </a:tr>
              <a:tr h="503651">
                <a:tc>
                  <a:txBody>
                    <a:bodyPr/>
                    <a:lstStyle/>
                    <a:p>
                      <a:pPr algn="ctr"/>
                      <a:r>
                        <a:rPr lang="en-GB" sz="1600" dirty="0">
                          <a:latin typeface="Bahnschrift" panose="020B0502040204020203" pitchFamily="34" charset="0"/>
                        </a:rPr>
                        <a:t>003</a:t>
                      </a:r>
                    </a:p>
                  </a:txBody>
                  <a:tcPr anchor="ctr">
                    <a:solidFill>
                      <a:schemeClr val="accent6">
                        <a:lumMod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1600" dirty="0">
                          <a:latin typeface="Bahnschrift" panose="020B0502040204020203" pitchFamily="34" charset="0"/>
                        </a:rPr>
                        <a:t>Diana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1600" dirty="0">
                          <a:latin typeface="Bahnschrift" panose="020B0502040204020203" pitchFamily="34" charset="0"/>
                        </a:rPr>
                        <a:t>-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1600" dirty="0">
                          <a:latin typeface="Bahnschrift" panose="020B0502040204020203" pitchFamily="34" charset="0"/>
                        </a:rPr>
                        <a:t>Zurich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1600" dirty="0">
                          <a:latin typeface="Bahnschrift" panose="020B0502040204020203" pitchFamily="34" charset="0"/>
                        </a:rPr>
                        <a:t>65000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1600" dirty="0">
                          <a:latin typeface="Bahnschrift" panose="020B0502040204020203" pitchFamily="34" charset="0"/>
                        </a:rPr>
                        <a:t>169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307725187"/>
                  </a:ext>
                </a:extLst>
              </a:tr>
              <a:tr h="503651">
                <a:tc>
                  <a:txBody>
                    <a:bodyPr/>
                    <a:lstStyle/>
                    <a:p>
                      <a:pPr algn="ctr"/>
                      <a:r>
                        <a:rPr lang="en-GB" sz="1600" dirty="0">
                          <a:latin typeface="Bahnschrift" panose="020B0502040204020203" pitchFamily="34" charset="0"/>
                        </a:rPr>
                        <a:t>004</a:t>
                      </a:r>
                    </a:p>
                  </a:txBody>
                  <a:tcPr anchor="ctr">
                    <a:solidFill>
                      <a:schemeClr val="accent6">
                        <a:lumMod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1600" dirty="0">
                          <a:latin typeface="Bahnschrift" panose="020B0502040204020203" pitchFamily="34" charset="0"/>
                        </a:rPr>
                        <a:t>Bob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1600" dirty="0">
                          <a:latin typeface="Bahnschrift" panose="020B0502040204020203" pitchFamily="34" charset="0"/>
                        </a:rPr>
                        <a:t>24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1600" dirty="0">
                          <a:latin typeface="Bahnschrift" panose="020B0502040204020203" pitchFamily="34" charset="0"/>
                        </a:rPr>
                        <a:t>Basel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1600" dirty="0">
                          <a:latin typeface="Bahnschrift" panose="020B0502040204020203" pitchFamily="34" charset="0"/>
                        </a:rPr>
                        <a:t>40000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1600" dirty="0">
                          <a:latin typeface="Bahnschrift" panose="020B0502040204020203" pitchFamily="34" charset="0"/>
                        </a:rPr>
                        <a:t>154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936780913"/>
                  </a:ext>
                </a:extLst>
              </a:tr>
              <a:tr h="503651">
                <a:tc>
                  <a:txBody>
                    <a:bodyPr/>
                    <a:lstStyle/>
                    <a:p>
                      <a:pPr algn="ctr"/>
                      <a:r>
                        <a:rPr lang="en-GB" sz="1600" dirty="0">
                          <a:latin typeface="Bahnschrift" panose="020B0502040204020203" pitchFamily="34" charset="0"/>
                        </a:rPr>
                        <a:t>005</a:t>
                      </a:r>
                    </a:p>
                  </a:txBody>
                  <a:tcPr anchor="ctr">
                    <a:solidFill>
                      <a:schemeClr val="accent6">
                        <a:lumMod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1600" dirty="0">
                          <a:latin typeface="Bahnschrift" panose="020B0502040204020203" pitchFamily="34" charset="0"/>
                        </a:rPr>
                        <a:t>Daisy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1600" dirty="0">
                          <a:latin typeface="Bahnschrift" panose="020B0502040204020203" pitchFamily="34" charset="0"/>
                        </a:rPr>
                        <a:t>37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1600" dirty="0">
                          <a:latin typeface="Bahnschrift" panose="020B0502040204020203" pitchFamily="34" charset="0"/>
                        </a:rPr>
                        <a:t>-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1600" dirty="0">
                          <a:latin typeface="Bahnschrift" panose="020B0502040204020203" pitchFamily="34" charset="0"/>
                        </a:rPr>
                        <a:t>55000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1600" dirty="0">
                          <a:latin typeface="Bahnschrift" panose="020B0502040204020203" pitchFamily="34" charset="0"/>
                        </a:rPr>
                        <a:t>187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060900218"/>
                  </a:ext>
                </a:extLst>
              </a:tr>
              <a:tr h="503651">
                <a:tc>
                  <a:txBody>
                    <a:bodyPr/>
                    <a:lstStyle/>
                    <a:p>
                      <a:pPr algn="ctr"/>
                      <a:r>
                        <a:rPr lang="en-GB" sz="1600" dirty="0">
                          <a:latin typeface="Bahnschrift" panose="020B0502040204020203" pitchFamily="34" charset="0"/>
                        </a:rPr>
                        <a:t>006</a:t>
                      </a:r>
                    </a:p>
                  </a:txBody>
                  <a:tcPr anchor="ctr">
                    <a:solidFill>
                      <a:schemeClr val="accent6">
                        <a:lumMod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1600" dirty="0">
                          <a:latin typeface="Bahnschrift" panose="020B0502040204020203" pitchFamily="34" charset="0"/>
                        </a:rPr>
                        <a:t>Alice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1600" dirty="0">
                          <a:latin typeface="Bahnschrift" panose="020B0502040204020203" pitchFamily="34" charset="0"/>
                        </a:rPr>
                        <a:t>46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1600" dirty="0">
                          <a:latin typeface="Bahnschrift" panose="020B0502040204020203" pitchFamily="34" charset="0"/>
                        </a:rPr>
                        <a:t>Vienna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1600" dirty="0">
                          <a:latin typeface="Bahnschrift" panose="020B0502040204020203" pitchFamily="34" charset="0"/>
                        </a:rPr>
                        <a:t>-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1600" dirty="0">
                          <a:latin typeface="Bahnschrift" panose="020B0502040204020203" pitchFamily="34" charset="0"/>
                        </a:rPr>
                        <a:t>176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203568079"/>
                  </a:ext>
                </a:extLst>
              </a:tr>
              <a:tr h="503651">
                <a:tc>
                  <a:txBody>
                    <a:bodyPr/>
                    <a:lstStyle/>
                    <a:p>
                      <a:pPr algn="ctr"/>
                      <a:r>
                        <a:rPr lang="en-GB" sz="1600" dirty="0">
                          <a:latin typeface="Bahnschrift" panose="020B0502040204020203" pitchFamily="34" charset="0"/>
                        </a:rPr>
                        <a:t>007</a:t>
                      </a:r>
                    </a:p>
                  </a:txBody>
                  <a:tcPr anchor="ctr">
                    <a:solidFill>
                      <a:schemeClr val="accent6">
                        <a:lumMod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1600" dirty="0">
                          <a:latin typeface="Bahnschrift" panose="020B0502040204020203" pitchFamily="34" charset="0"/>
                        </a:rPr>
                        <a:t>-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1600" dirty="0">
                          <a:latin typeface="Bahnschrift" panose="020B0502040204020203" pitchFamily="34" charset="0"/>
                        </a:rPr>
                        <a:t>19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1600" dirty="0">
                          <a:latin typeface="Bahnschrift" panose="020B0502040204020203" pitchFamily="34" charset="0"/>
                        </a:rPr>
                        <a:t>Munich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1600" dirty="0">
                          <a:latin typeface="Bahnschrift" panose="020B0502040204020203" pitchFamily="34" charset="0"/>
                        </a:rPr>
                        <a:t>60000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1600" dirty="0">
                          <a:latin typeface="Bahnschrift" panose="020B0502040204020203" pitchFamily="34" charset="0"/>
                        </a:rPr>
                        <a:t>182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505577490"/>
                  </a:ext>
                </a:extLst>
              </a:tr>
              <a:tr h="503651">
                <a:tc>
                  <a:txBody>
                    <a:bodyPr/>
                    <a:lstStyle/>
                    <a:p>
                      <a:pPr algn="ctr"/>
                      <a:r>
                        <a:rPr lang="en-GB" sz="1600" dirty="0">
                          <a:latin typeface="Bahnschrift" panose="020B0502040204020203" pitchFamily="34" charset="0"/>
                        </a:rPr>
                        <a:t>008</a:t>
                      </a:r>
                    </a:p>
                  </a:txBody>
                  <a:tcPr anchor="ctr">
                    <a:solidFill>
                      <a:schemeClr val="accent6">
                        <a:lumMod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1600" dirty="0">
                          <a:latin typeface="Bahnschrift" panose="020B0502040204020203" pitchFamily="34" charset="0"/>
                        </a:rPr>
                        <a:t>Daniel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1600" dirty="0">
                          <a:latin typeface="Bahnschrift" panose="020B0502040204020203" pitchFamily="34" charset="0"/>
                        </a:rPr>
                        <a:t>25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1600" dirty="0">
                          <a:latin typeface="Bahnschrift" panose="020B0502040204020203" pitchFamily="34" charset="0"/>
                        </a:rPr>
                        <a:t>Lugano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1600" dirty="0">
                          <a:latin typeface="Bahnschrift" panose="020B0502040204020203" pitchFamily="34" charset="0"/>
                        </a:rPr>
                        <a:t>80000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1600" dirty="0">
                          <a:latin typeface="Bahnschrift" panose="020B0502040204020203" pitchFamily="34" charset="0"/>
                        </a:rPr>
                        <a:t>163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217193553"/>
                  </a:ext>
                </a:extLst>
              </a:tr>
            </a:tbl>
          </a:graphicData>
        </a:graphic>
      </p:graphicFrame>
      <p:sp>
        <p:nvSpPr>
          <p:cNvPr id="3" name="Title 1">
            <a:extLst>
              <a:ext uri="{FF2B5EF4-FFF2-40B4-BE49-F238E27FC236}">
                <a16:creationId xmlns:a16="http://schemas.microsoft.com/office/drawing/2014/main" id="{C4C5FFF9-286A-1084-B52F-1A42454386E9}"/>
              </a:ext>
            </a:extLst>
          </p:cNvPr>
          <p:cNvSpPr txBox="1">
            <a:spLocks/>
          </p:cNvSpPr>
          <p:nvPr/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anchor="ctr"/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accent6">
                    <a:lumMod val="50000"/>
                  </a:schemeClr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lang="en-GB" dirty="0"/>
              <a:t>Customer Data</a:t>
            </a:r>
          </a:p>
        </p:txBody>
      </p:sp>
    </p:spTree>
    <p:extLst>
      <p:ext uri="{BB962C8B-B14F-4D97-AF65-F5344CB8AC3E}">
        <p14:creationId xmlns:p14="http://schemas.microsoft.com/office/powerpoint/2010/main" val="407935332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spd="slow">
        <p159:morph option="byObject"/>
      </p:transition>
    </mc:Choice>
    <mc:Fallback xmlns="">
      <p:transition spd="slow">
        <p:fade/>
      </p:transition>
    </mc:Fallback>
  </mc:AlternateContent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4304518-4604-0E58-2248-F2CC0C75E6C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Table 1">
            <a:extLst>
              <a:ext uri="{FF2B5EF4-FFF2-40B4-BE49-F238E27FC236}">
                <a16:creationId xmlns:a16="http://schemas.microsoft.com/office/drawing/2014/main" id="{0ED24581-7865-A010-9C90-C27FA19CB6D1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925415730"/>
              </p:ext>
            </p:extLst>
          </p:nvPr>
        </p:nvGraphicFramePr>
        <p:xfrm>
          <a:off x="1311228" y="1792941"/>
          <a:ext cx="9569544" cy="4532859"/>
        </p:xfrm>
        <a:graphic>
          <a:graphicData uri="http://schemas.openxmlformats.org/drawingml/2006/table">
            <a:tbl>
              <a:tblPr firstRow="1" firstCol="1" bandRow="1">
                <a:tableStyleId>{F5AB1C69-6EDB-4FF4-983F-18BD219EF322}</a:tableStyleId>
              </a:tblPr>
              <a:tblGrid>
                <a:gridCol w="1594924">
                  <a:extLst>
                    <a:ext uri="{9D8B030D-6E8A-4147-A177-3AD203B41FA5}">
                      <a16:colId xmlns:a16="http://schemas.microsoft.com/office/drawing/2014/main" val="751277688"/>
                    </a:ext>
                  </a:extLst>
                </a:gridCol>
                <a:gridCol w="1594924">
                  <a:extLst>
                    <a:ext uri="{9D8B030D-6E8A-4147-A177-3AD203B41FA5}">
                      <a16:colId xmlns:a16="http://schemas.microsoft.com/office/drawing/2014/main" val="1854811326"/>
                    </a:ext>
                  </a:extLst>
                </a:gridCol>
                <a:gridCol w="1594924">
                  <a:extLst>
                    <a:ext uri="{9D8B030D-6E8A-4147-A177-3AD203B41FA5}">
                      <a16:colId xmlns:a16="http://schemas.microsoft.com/office/drawing/2014/main" val="1059762699"/>
                    </a:ext>
                  </a:extLst>
                </a:gridCol>
                <a:gridCol w="1594924">
                  <a:extLst>
                    <a:ext uri="{9D8B030D-6E8A-4147-A177-3AD203B41FA5}">
                      <a16:colId xmlns:a16="http://schemas.microsoft.com/office/drawing/2014/main" val="2195324066"/>
                    </a:ext>
                  </a:extLst>
                </a:gridCol>
                <a:gridCol w="1594924">
                  <a:extLst>
                    <a:ext uri="{9D8B030D-6E8A-4147-A177-3AD203B41FA5}">
                      <a16:colId xmlns:a16="http://schemas.microsoft.com/office/drawing/2014/main" val="3508518715"/>
                    </a:ext>
                  </a:extLst>
                </a:gridCol>
                <a:gridCol w="1594924">
                  <a:extLst>
                    <a:ext uri="{9D8B030D-6E8A-4147-A177-3AD203B41FA5}">
                      <a16:colId xmlns:a16="http://schemas.microsoft.com/office/drawing/2014/main" val="3728935562"/>
                    </a:ext>
                  </a:extLst>
                </a:gridCol>
              </a:tblGrid>
              <a:tr h="503651">
                <a:tc>
                  <a:txBody>
                    <a:bodyPr/>
                    <a:lstStyle/>
                    <a:p>
                      <a:pPr algn="ctr"/>
                      <a:r>
                        <a:rPr lang="en-GB" sz="1600" dirty="0">
                          <a:latin typeface="Bahnschrift" panose="020B0502040204020203" pitchFamily="34" charset="0"/>
                        </a:rPr>
                        <a:t>ID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</a:t>
                      </a:r>
                    </a:p>
                  </a:txBody>
                  <a:tcPr anchor="ctr">
                    <a:solidFill>
                      <a:schemeClr val="accent6">
                        <a:lumMod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1600" dirty="0">
                          <a:latin typeface="Bahnschrift" panose="020B0502040204020203" pitchFamily="34" charset="0"/>
                        </a:rPr>
                        <a:t>Name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1600" dirty="0">
                          <a:latin typeface="Bahnschrift" panose="020B0502040204020203" pitchFamily="34" charset="0"/>
                        </a:rPr>
                        <a:t>Age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1600" dirty="0">
                          <a:latin typeface="Bahnschrift" panose="020B0502040204020203" pitchFamily="34" charset="0"/>
                        </a:rPr>
                        <a:t>Location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1600" dirty="0">
                          <a:latin typeface="Bahnschrift" panose="020B0502040204020203" pitchFamily="34" charset="0"/>
                        </a:rPr>
                        <a:t>Income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1600" dirty="0">
                          <a:latin typeface="Bahnschrift" panose="020B0502040204020203" pitchFamily="34" charset="0"/>
                        </a:rPr>
                        <a:t>Height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454069704"/>
                  </a:ext>
                </a:extLst>
              </a:tr>
              <a:tr h="503651">
                <a:tc>
                  <a:txBody>
                    <a:bodyPr/>
                    <a:lstStyle/>
                    <a:p>
                      <a:pPr algn="ctr"/>
                      <a:r>
                        <a:rPr lang="en-GB" sz="1600" dirty="0">
                          <a:latin typeface="Bahnschrift" panose="020B0502040204020203" pitchFamily="34" charset="0"/>
                        </a:rPr>
                        <a:t>001</a:t>
                      </a:r>
                    </a:p>
                  </a:txBody>
                  <a:tcPr anchor="ctr">
                    <a:solidFill>
                      <a:schemeClr val="accent6">
                        <a:lumMod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1600" dirty="0">
                          <a:latin typeface="Bahnschrift" panose="020B0502040204020203" pitchFamily="34" charset="0"/>
                        </a:rPr>
                        <a:t>Alice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1600" dirty="0">
                          <a:latin typeface="Bahnschrift" panose="020B0502040204020203" pitchFamily="34" charset="0"/>
                        </a:rPr>
                        <a:t>46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1600" dirty="0">
                          <a:latin typeface="Bahnschrift" panose="020B0502040204020203" pitchFamily="34" charset="0"/>
                        </a:rPr>
                        <a:t>Berlin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1600" dirty="0">
                          <a:latin typeface="Bahnschrift" panose="020B0502040204020203" pitchFamily="34" charset="0"/>
                        </a:rPr>
                        <a:t>75000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1600" dirty="0">
                          <a:latin typeface="Bahnschrift" panose="020B0502040204020203" pitchFamily="34" charset="0"/>
                        </a:rPr>
                        <a:t>175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304447080"/>
                  </a:ext>
                </a:extLst>
              </a:tr>
              <a:tr h="503651">
                <a:tc>
                  <a:txBody>
                    <a:bodyPr/>
                    <a:lstStyle/>
                    <a:p>
                      <a:pPr algn="ctr"/>
                      <a:r>
                        <a:rPr lang="en-GB" sz="1600" dirty="0">
                          <a:latin typeface="Bahnschrift" panose="020B0502040204020203" pitchFamily="34" charset="0"/>
                        </a:rPr>
                        <a:t>002</a:t>
                      </a:r>
                    </a:p>
                  </a:txBody>
                  <a:tcPr anchor="ctr">
                    <a:solidFill>
                      <a:schemeClr val="accent6">
                        <a:lumMod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1600" dirty="0">
                          <a:latin typeface="Bahnschrift" panose="020B0502040204020203" pitchFamily="34" charset="0"/>
                        </a:rPr>
                        <a:t>Frank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1600" dirty="0">
                          <a:latin typeface="Bahnschrift" panose="020B0502040204020203" pitchFamily="34" charset="0"/>
                        </a:rPr>
                        <a:t>23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1600" dirty="0">
                          <a:latin typeface="Bahnschrift" panose="020B0502040204020203" pitchFamily="34" charset="0"/>
                        </a:rPr>
                        <a:t>France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1600" dirty="0">
                          <a:latin typeface="Bahnschrift" panose="020B0502040204020203" pitchFamily="34" charset="0"/>
                        </a:rPr>
                        <a:t>90000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1600" dirty="0">
                          <a:latin typeface="Bahnschrift" panose="020B0502040204020203" pitchFamily="34" charset="0"/>
                        </a:rPr>
                        <a:t>-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929876547"/>
                  </a:ext>
                </a:extLst>
              </a:tr>
              <a:tr h="503651">
                <a:tc>
                  <a:txBody>
                    <a:bodyPr/>
                    <a:lstStyle/>
                    <a:p>
                      <a:pPr algn="ctr"/>
                      <a:r>
                        <a:rPr lang="en-GB" sz="1600" dirty="0">
                          <a:latin typeface="Bahnschrift" panose="020B0502040204020203" pitchFamily="34" charset="0"/>
                        </a:rPr>
                        <a:t>003</a:t>
                      </a:r>
                    </a:p>
                  </a:txBody>
                  <a:tcPr anchor="ctr">
                    <a:solidFill>
                      <a:schemeClr val="accent6">
                        <a:lumMod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1600" dirty="0">
                          <a:latin typeface="Bahnschrift" panose="020B0502040204020203" pitchFamily="34" charset="0"/>
                        </a:rPr>
                        <a:t>Diana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1600" dirty="0">
                          <a:latin typeface="Bahnschrift" panose="020B0502040204020203" pitchFamily="34" charset="0"/>
                        </a:rPr>
                        <a:t>-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1600" dirty="0">
                          <a:latin typeface="Bahnschrift" panose="020B0502040204020203" pitchFamily="34" charset="0"/>
                        </a:rPr>
                        <a:t>Zurich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1600" dirty="0">
                          <a:latin typeface="Bahnschrift" panose="020B0502040204020203" pitchFamily="34" charset="0"/>
                        </a:rPr>
                        <a:t>65000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1600" dirty="0">
                          <a:latin typeface="Bahnschrift" panose="020B0502040204020203" pitchFamily="34" charset="0"/>
                        </a:rPr>
                        <a:t>169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307725187"/>
                  </a:ext>
                </a:extLst>
              </a:tr>
              <a:tr h="503651">
                <a:tc>
                  <a:txBody>
                    <a:bodyPr/>
                    <a:lstStyle/>
                    <a:p>
                      <a:pPr algn="ctr"/>
                      <a:r>
                        <a:rPr lang="en-GB" sz="1600" dirty="0">
                          <a:latin typeface="Bahnschrift" panose="020B0502040204020203" pitchFamily="34" charset="0"/>
                        </a:rPr>
                        <a:t>004</a:t>
                      </a:r>
                    </a:p>
                  </a:txBody>
                  <a:tcPr anchor="ctr">
                    <a:solidFill>
                      <a:schemeClr val="accent6">
                        <a:lumMod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1600" dirty="0">
                          <a:latin typeface="Bahnschrift" panose="020B0502040204020203" pitchFamily="34" charset="0"/>
                        </a:rPr>
                        <a:t>Bob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1600" dirty="0">
                          <a:latin typeface="Bahnschrift" panose="020B0502040204020203" pitchFamily="34" charset="0"/>
                        </a:rPr>
                        <a:t>24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1600" dirty="0">
                          <a:latin typeface="Bahnschrift" panose="020B0502040204020203" pitchFamily="34" charset="0"/>
                        </a:rPr>
                        <a:t>Basel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1600" dirty="0">
                          <a:latin typeface="Bahnschrift" panose="020B0502040204020203" pitchFamily="34" charset="0"/>
                        </a:rPr>
                        <a:t>40000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1600" dirty="0">
                          <a:latin typeface="Bahnschrift" panose="020B0502040204020203" pitchFamily="34" charset="0"/>
                        </a:rPr>
                        <a:t>154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936780913"/>
                  </a:ext>
                </a:extLst>
              </a:tr>
              <a:tr h="503651">
                <a:tc>
                  <a:txBody>
                    <a:bodyPr/>
                    <a:lstStyle/>
                    <a:p>
                      <a:pPr algn="ctr"/>
                      <a:r>
                        <a:rPr lang="en-GB" sz="1600" dirty="0">
                          <a:latin typeface="Bahnschrift" panose="020B0502040204020203" pitchFamily="34" charset="0"/>
                        </a:rPr>
                        <a:t>005</a:t>
                      </a:r>
                    </a:p>
                  </a:txBody>
                  <a:tcPr anchor="ctr">
                    <a:solidFill>
                      <a:schemeClr val="accent6">
                        <a:lumMod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1600" dirty="0">
                          <a:latin typeface="Bahnschrift" panose="020B0502040204020203" pitchFamily="34" charset="0"/>
                        </a:rPr>
                        <a:t>Daisy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1600" dirty="0">
                          <a:latin typeface="Bahnschrift" panose="020B0502040204020203" pitchFamily="34" charset="0"/>
                        </a:rPr>
                        <a:t>37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1600" dirty="0">
                          <a:latin typeface="Bahnschrift" panose="020B0502040204020203" pitchFamily="34" charset="0"/>
                        </a:rPr>
                        <a:t>-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1600" dirty="0">
                          <a:latin typeface="Bahnschrift" panose="020B0502040204020203" pitchFamily="34" charset="0"/>
                        </a:rPr>
                        <a:t>55000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1600" dirty="0">
                          <a:latin typeface="Bahnschrift" panose="020B0502040204020203" pitchFamily="34" charset="0"/>
                        </a:rPr>
                        <a:t>187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060900218"/>
                  </a:ext>
                </a:extLst>
              </a:tr>
              <a:tr h="503651">
                <a:tc>
                  <a:txBody>
                    <a:bodyPr/>
                    <a:lstStyle/>
                    <a:p>
                      <a:pPr algn="ctr"/>
                      <a:r>
                        <a:rPr lang="en-GB" sz="1600" dirty="0">
                          <a:latin typeface="Bahnschrift" panose="020B0502040204020203" pitchFamily="34" charset="0"/>
                        </a:rPr>
                        <a:t>006</a:t>
                      </a:r>
                    </a:p>
                  </a:txBody>
                  <a:tcPr anchor="ctr">
                    <a:solidFill>
                      <a:schemeClr val="accent6">
                        <a:lumMod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1600" dirty="0">
                          <a:latin typeface="Bahnschrift" panose="020B0502040204020203" pitchFamily="34" charset="0"/>
                        </a:rPr>
                        <a:t>Alice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1600" dirty="0">
                          <a:latin typeface="Bahnschrift" panose="020B0502040204020203" pitchFamily="34" charset="0"/>
                        </a:rPr>
                        <a:t>46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1600" dirty="0">
                          <a:latin typeface="Bahnschrift" panose="020B0502040204020203" pitchFamily="34" charset="0"/>
                        </a:rPr>
                        <a:t>Vienna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1600" dirty="0">
                          <a:latin typeface="Bahnschrift" panose="020B0502040204020203" pitchFamily="34" charset="0"/>
                        </a:rPr>
                        <a:t>-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1600" dirty="0">
                          <a:latin typeface="Bahnschrift" panose="020B0502040204020203" pitchFamily="34" charset="0"/>
                        </a:rPr>
                        <a:t>176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203568079"/>
                  </a:ext>
                </a:extLst>
              </a:tr>
              <a:tr h="503651">
                <a:tc>
                  <a:txBody>
                    <a:bodyPr/>
                    <a:lstStyle/>
                    <a:p>
                      <a:pPr algn="ctr"/>
                      <a:r>
                        <a:rPr lang="en-GB" sz="1600" dirty="0">
                          <a:latin typeface="Bahnschrift" panose="020B0502040204020203" pitchFamily="34" charset="0"/>
                        </a:rPr>
                        <a:t>007</a:t>
                      </a:r>
                    </a:p>
                  </a:txBody>
                  <a:tcPr anchor="ctr">
                    <a:solidFill>
                      <a:schemeClr val="accent6">
                        <a:lumMod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1600" dirty="0">
                          <a:latin typeface="Bahnschrift" panose="020B0502040204020203" pitchFamily="34" charset="0"/>
                        </a:rPr>
                        <a:t>-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1600" dirty="0">
                          <a:latin typeface="Bahnschrift" panose="020B0502040204020203" pitchFamily="34" charset="0"/>
                        </a:rPr>
                        <a:t>19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1600" dirty="0">
                          <a:latin typeface="Bahnschrift" panose="020B0502040204020203" pitchFamily="34" charset="0"/>
                        </a:rPr>
                        <a:t>Munich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1600" dirty="0">
                          <a:latin typeface="Bahnschrift" panose="020B0502040204020203" pitchFamily="34" charset="0"/>
                        </a:rPr>
                        <a:t>60000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1600" dirty="0">
                          <a:latin typeface="Bahnschrift" panose="020B0502040204020203" pitchFamily="34" charset="0"/>
                        </a:rPr>
                        <a:t>182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505577490"/>
                  </a:ext>
                </a:extLst>
              </a:tr>
              <a:tr h="503651">
                <a:tc>
                  <a:txBody>
                    <a:bodyPr/>
                    <a:lstStyle/>
                    <a:p>
                      <a:pPr algn="ctr"/>
                      <a:r>
                        <a:rPr lang="en-GB" sz="1600" dirty="0">
                          <a:latin typeface="Bahnschrift" panose="020B0502040204020203" pitchFamily="34" charset="0"/>
                        </a:rPr>
                        <a:t>008</a:t>
                      </a:r>
                    </a:p>
                  </a:txBody>
                  <a:tcPr anchor="ctr">
                    <a:solidFill>
                      <a:schemeClr val="accent6">
                        <a:lumMod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1600" dirty="0">
                          <a:latin typeface="Bahnschrift" panose="020B0502040204020203" pitchFamily="34" charset="0"/>
                        </a:rPr>
                        <a:t>Daniel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1600" dirty="0">
                          <a:latin typeface="Bahnschrift" panose="020B0502040204020203" pitchFamily="34" charset="0"/>
                        </a:rPr>
                        <a:t>25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1600" dirty="0">
                          <a:latin typeface="Bahnschrift" panose="020B0502040204020203" pitchFamily="34" charset="0"/>
                        </a:rPr>
                        <a:t>Lugano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1600" dirty="0">
                          <a:latin typeface="Bahnschrift" panose="020B0502040204020203" pitchFamily="34" charset="0"/>
                        </a:rPr>
                        <a:t>80000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1600" dirty="0">
                          <a:latin typeface="Bahnschrift" panose="020B0502040204020203" pitchFamily="34" charset="0"/>
                        </a:rPr>
                        <a:t>163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217193553"/>
                  </a:ext>
                </a:extLst>
              </a:tr>
            </a:tbl>
          </a:graphicData>
        </a:graphic>
      </p:graphicFrame>
      <p:sp>
        <p:nvSpPr>
          <p:cNvPr id="4" name="Rectangle 3">
            <a:extLst>
              <a:ext uri="{FF2B5EF4-FFF2-40B4-BE49-F238E27FC236}">
                <a16:creationId xmlns:a16="http://schemas.microsoft.com/office/drawing/2014/main" id="{882A812B-17CA-1646-8243-C20CB3C5CAEE}"/>
              </a:ext>
            </a:extLst>
          </p:cNvPr>
          <p:cNvSpPr/>
          <p:nvPr/>
        </p:nvSpPr>
        <p:spPr>
          <a:xfrm>
            <a:off x="1311228" y="4831976"/>
            <a:ext cx="9569544" cy="475130"/>
          </a:xfrm>
          <a:prstGeom prst="rect">
            <a:avLst/>
          </a:prstGeom>
          <a:noFill/>
          <a:ln w="57150">
            <a:solidFill>
              <a:schemeClr val="accent5">
                <a:lumMod val="60000"/>
                <a:lumOff val="4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5CB28A22-8FA0-BC83-B3E5-D511C6FE4D3A}"/>
              </a:ext>
            </a:extLst>
          </p:cNvPr>
          <p:cNvSpPr/>
          <p:nvPr/>
        </p:nvSpPr>
        <p:spPr>
          <a:xfrm>
            <a:off x="1311228" y="2303929"/>
            <a:ext cx="9569544" cy="475130"/>
          </a:xfrm>
          <a:prstGeom prst="rect">
            <a:avLst/>
          </a:prstGeom>
          <a:noFill/>
          <a:ln w="57150">
            <a:solidFill>
              <a:schemeClr val="accent5">
                <a:lumMod val="60000"/>
                <a:lumOff val="4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EB61138C-3FF1-8AEB-866B-281E2AD40EBE}"/>
              </a:ext>
            </a:extLst>
          </p:cNvPr>
          <p:cNvSpPr txBox="1"/>
          <p:nvPr/>
        </p:nvSpPr>
        <p:spPr>
          <a:xfrm>
            <a:off x="3622718" y="607525"/>
            <a:ext cx="4946563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4000" dirty="0">
                <a:solidFill>
                  <a:schemeClr val="accent5">
                    <a:lumMod val="60000"/>
                    <a:lumOff val="40000"/>
                  </a:schemeClr>
                </a:solidFill>
                <a:latin typeface="Bahnschrift" panose="020B0502040204020203" pitchFamily="34" charset="0"/>
              </a:rPr>
              <a:t>Duplicates</a:t>
            </a:r>
          </a:p>
        </p:txBody>
      </p:sp>
    </p:spTree>
    <p:extLst>
      <p:ext uri="{BB962C8B-B14F-4D97-AF65-F5344CB8AC3E}">
        <p14:creationId xmlns:p14="http://schemas.microsoft.com/office/powerpoint/2010/main" val="4145929206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spd="slow">
        <p159:morph option="byObject"/>
      </p:transition>
    </mc:Choice>
    <mc:Fallback xmlns="">
      <p:transition spd="slow">
        <p:fade/>
      </p:transition>
    </mc:Fallback>
  </mc:AlternateContent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8A35254-88F1-6309-68E3-C0BFD9386F9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Table 1">
            <a:extLst>
              <a:ext uri="{FF2B5EF4-FFF2-40B4-BE49-F238E27FC236}">
                <a16:creationId xmlns:a16="http://schemas.microsoft.com/office/drawing/2014/main" id="{50FAB2E6-1312-D8DD-EB7A-6DA40D1209FA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16364704"/>
              </p:ext>
            </p:extLst>
          </p:nvPr>
        </p:nvGraphicFramePr>
        <p:xfrm>
          <a:off x="1311228" y="1792941"/>
          <a:ext cx="9569544" cy="4029208"/>
        </p:xfrm>
        <a:graphic>
          <a:graphicData uri="http://schemas.openxmlformats.org/drawingml/2006/table">
            <a:tbl>
              <a:tblPr firstRow="1" firstCol="1" bandRow="1">
                <a:tableStyleId>{F5AB1C69-6EDB-4FF4-983F-18BD219EF322}</a:tableStyleId>
              </a:tblPr>
              <a:tblGrid>
                <a:gridCol w="1594924">
                  <a:extLst>
                    <a:ext uri="{9D8B030D-6E8A-4147-A177-3AD203B41FA5}">
                      <a16:colId xmlns:a16="http://schemas.microsoft.com/office/drawing/2014/main" val="751277688"/>
                    </a:ext>
                  </a:extLst>
                </a:gridCol>
                <a:gridCol w="1594924">
                  <a:extLst>
                    <a:ext uri="{9D8B030D-6E8A-4147-A177-3AD203B41FA5}">
                      <a16:colId xmlns:a16="http://schemas.microsoft.com/office/drawing/2014/main" val="1854811326"/>
                    </a:ext>
                  </a:extLst>
                </a:gridCol>
                <a:gridCol w="1594924">
                  <a:extLst>
                    <a:ext uri="{9D8B030D-6E8A-4147-A177-3AD203B41FA5}">
                      <a16:colId xmlns:a16="http://schemas.microsoft.com/office/drawing/2014/main" val="1059762699"/>
                    </a:ext>
                  </a:extLst>
                </a:gridCol>
                <a:gridCol w="1594924">
                  <a:extLst>
                    <a:ext uri="{9D8B030D-6E8A-4147-A177-3AD203B41FA5}">
                      <a16:colId xmlns:a16="http://schemas.microsoft.com/office/drawing/2014/main" val="2195324066"/>
                    </a:ext>
                  </a:extLst>
                </a:gridCol>
                <a:gridCol w="1594924">
                  <a:extLst>
                    <a:ext uri="{9D8B030D-6E8A-4147-A177-3AD203B41FA5}">
                      <a16:colId xmlns:a16="http://schemas.microsoft.com/office/drawing/2014/main" val="3508518715"/>
                    </a:ext>
                  </a:extLst>
                </a:gridCol>
                <a:gridCol w="1594924">
                  <a:extLst>
                    <a:ext uri="{9D8B030D-6E8A-4147-A177-3AD203B41FA5}">
                      <a16:colId xmlns:a16="http://schemas.microsoft.com/office/drawing/2014/main" val="3728935562"/>
                    </a:ext>
                  </a:extLst>
                </a:gridCol>
              </a:tblGrid>
              <a:tr h="503651">
                <a:tc>
                  <a:txBody>
                    <a:bodyPr/>
                    <a:lstStyle/>
                    <a:p>
                      <a:pPr algn="ctr"/>
                      <a:r>
                        <a:rPr lang="en-GB" sz="1600" dirty="0">
                          <a:latin typeface="Bahnschrift" panose="020B0502040204020203" pitchFamily="34" charset="0"/>
                        </a:rPr>
                        <a:t>ID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</a:t>
                      </a:r>
                    </a:p>
                  </a:txBody>
                  <a:tcPr anchor="ctr">
                    <a:solidFill>
                      <a:schemeClr val="accent6">
                        <a:lumMod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1600" dirty="0">
                          <a:latin typeface="Bahnschrift" panose="020B0502040204020203" pitchFamily="34" charset="0"/>
                        </a:rPr>
                        <a:t>Name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1600" dirty="0">
                          <a:latin typeface="Bahnschrift" panose="020B0502040204020203" pitchFamily="34" charset="0"/>
                        </a:rPr>
                        <a:t>Age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1600" dirty="0">
                          <a:latin typeface="Bahnschrift" panose="020B0502040204020203" pitchFamily="34" charset="0"/>
                        </a:rPr>
                        <a:t>Location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1600" dirty="0">
                          <a:latin typeface="Bahnschrift" panose="020B0502040204020203" pitchFamily="34" charset="0"/>
                        </a:rPr>
                        <a:t>Income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1600" dirty="0">
                          <a:latin typeface="Bahnschrift" panose="020B0502040204020203" pitchFamily="34" charset="0"/>
                        </a:rPr>
                        <a:t>Height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454069704"/>
                  </a:ext>
                </a:extLst>
              </a:tr>
              <a:tr h="503651">
                <a:tc>
                  <a:txBody>
                    <a:bodyPr/>
                    <a:lstStyle/>
                    <a:p>
                      <a:pPr algn="ctr"/>
                      <a:r>
                        <a:rPr lang="en-GB" sz="1600" dirty="0">
                          <a:latin typeface="Bahnschrift" panose="020B0502040204020203" pitchFamily="34" charset="0"/>
                        </a:rPr>
                        <a:t>001</a:t>
                      </a:r>
                    </a:p>
                  </a:txBody>
                  <a:tcPr anchor="ctr">
                    <a:solidFill>
                      <a:schemeClr val="accent6">
                        <a:lumMod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1600" dirty="0">
                          <a:latin typeface="Bahnschrift" panose="020B0502040204020203" pitchFamily="34" charset="0"/>
                        </a:rPr>
                        <a:t>Alice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1600" dirty="0">
                          <a:latin typeface="Bahnschrift" panose="020B0502040204020203" pitchFamily="34" charset="0"/>
                        </a:rPr>
                        <a:t>46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1600" dirty="0">
                          <a:latin typeface="Bahnschrift" panose="020B0502040204020203" pitchFamily="34" charset="0"/>
                        </a:rPr>
                        <a:t>Berlin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1600" dirty="0">
                          <a:latin typeface="Bahnschrift" panose="020B0502040204020203" pitchFamily="34" charset="0"/>
                        </a:rPr>
                        <a:t>75000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1600" dirty="0">
                          <a:latin typeface="Bahnschrift" panose="020B0502040204020203" pitchFamily="34" charset="0"/>
                        </a:rPr>
                        <a:t>175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304447080"/>
                  </a:ext>
                </a:extLst>
              </a:tr>
              <a:tr h="503651">
                <a:tc>
                  <a:txBody>
                    <a:bodyPr/>
                    <a:lstStyle/>
                    <a:p>
                      <a:pPr algn="ctr"/>
                      <a:r>
                        <a:rPr lang="en-GB" sz="1600" dirty="0">
                          <a:latin typeface="Bahnschrift" panose="020B0502040204020203" pitchFamily="34" charset="0"/>
                        </a:rPr>
                        <a:t>002</a:t>
                      </a:r>
                    </a:p>
                  </a:txBody>
                  <a:tcPr anchor="ctr">
                    <a:solidFill>
                      <a:schemeClr val="accent6">
                        <a:lumMod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1600" dirty="0">
                          <a:latin typeface="Bahnschrift" panose="020B0502040204020203" pitchFamily="34" charset="0"/>
                        </a:rPr>
                        <a:t>Frank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1600" dirty="0">
                          <a:latin typeface="Bahnschrift" panose="020B0502040204020203" pitchFamily="34" charset="0"/>
                        </a:rPr>
                        <a:t>23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1600" dirty="0">
                          <a:latin typeface="Bahnschrift" panose="020B0502040204020203" pitchFamily="34" charset="0"/>
                        </a:rPr>
                        <a:t>France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1600" dirty="0">
                          <a:latin typeface="Bahnschrift" panose="020B0502040204020203" pitchFamily="34" charset="0"/>
                        </a:rPr>
                        <a:t>90000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1600" dirty="0">
                          <a:latin typeface="Bahnschrift" panose="020B0502040204020203" pitchFamily="34" charset="0"/>
                        </a:rPr>
                        <a:t>-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929876547"/>
                  </a:ext>
                </a:extLst>
              </a:tr>
              <a:tr h="503651">
                <a:tc>
                  <a:txBody>
                    <a:bodyPr/>
                    <a:lstStyle/>
                    <a:p>
                      <a:pPr algn="ctr"/>
                      <a:r>
                        <a:rPr lang="en-GB" sz="1600" dirty="0">
                          <a:latin typeface="Bahnschrift" panose="020B0502040204020203" pitchFamily="34" charset="0"/>
                        </a:rPr>
                        <a:t>003</a:t>
                      </a:r>
                    </a:p>
                  </a:txBody>
                  <a:tcPr anchor="ctr">
                    <a:solidFill>
                      <a:schemeClr val="accent6">
                        <a:lumMod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1600" dirty="0">
                          <a:latin typeface="Bahnschrift" panose="020B0502040204020203" pitchFamily="34" charset="0"/>
                        </a:rPr>
                        <a:t>Diana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1600" dirty="0">
                          <a:latin typeface="Bahnschrift" panose="020B0502040204020203" pitchFamily="34" charset="0"/>
                        </a:rPr>
                        <a:t>-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1600" dirty="0">
                          <a:latin typeface="Bahnschrift" panose="020B0502040204020203" pitchFamily="34" charset="0"/>
                        </a:rPr>
                        <a:t>Zurich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1600" dirty="0">
                          <a:latin typeface="Bahnschrift" panose="020B0502040204020203" pitchFamily="34" charset="0"/>
                        </a:rPr>
                        <a:t>65000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1600" dirty="0">
                          <a:latin typeface="Bahnschrift" panose="020B0502040204020203" pitchFamily="34" charset="0"/>
                        </a:rPr>
                        <a:t>169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307725187"/>
                  </a:ext>
                </a:extLst>
              </a:tr>
              <a:tr h="503651">
                <a:tc>
                  <a:txBody>
                    <a:bodyPr/>
                    <a:lstStyle/>
                    <a:p>
                      <a:pPr algn="ctr"/>
                      <a:r>
                        <a:rPr lang="en-GB" sz="1600" dirty="0">
                          <a:latin typeface="Bahnschrift" panose="020B0502040204020203" pitchFamily="34" charset="0"/>
                        </a:rPr>
                        <a:t>004</a:t>
                      </a:r>
                    </a:p>
                  </a:txBody>
                  <a:tcPr anchor="ctr">
                    <a:solidFill>
                      <a:schemeClr val="accent6">
                        <a:lumMod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1600" dirty="0">
                          <a:latin typeface="Bahnschrift" panose="020B0502040204020203" pitchFamily="34" charset="0"/>
                        </a:rPr>
                        <a:t>Bob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1600" dirty="0">
                          <a:latin typeface="Bahnschrift" panose="020B0502040204020203" pitchFamily="34" charset="0"/>
                        </a:rPr>
                        <a:t>24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1600" dirty="0">
                          <a:latin typeface="Bahnschrift" panose="020B0502040204020203" pitchFamily="34" charset="0"/>
                        </a:rPr>
                        <a:t>Basel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1600" dirty="0">
                          <a:latin typeface="Bahnschrift" panose="020B0502040204020203" pitchFamily="34" charset="0"/>
                        </a:rPr>
                        <a:t>40000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1600" dirty="0">
                          <a:latin typeface="Bahnschrift" panose="020B0502040204020203" pitchFamily="34" charset="0"/>
                        </a:rPr>
                        <a:t>154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936780913"/>
                  </a:ext>
                </a:extLst>
              </a:tr>
              <a:tr h="503651">
                <a:tc>
                  <a:txBody>
                    <a:bodyPr/>
                    <a:lstStyle/>
                    <a:p>
                      <a:pPr algn="ctr"/>
                      <a:r>
                        <a:rPr lang="en-GB" sz="1600" dirty="0">
                          <a:latin typeface="Bahnschrift" panose="020B0502040204020203" pitchFamily="34" charset="0"/>
                        </a:rPr>
                        <a:t>005</a:t>
                      </a:r>
                    </a:p>
                  </a:txBody>
                  <a:tcPr anchor="ctr">
                    <a:solidFill>
                      <a:schemeClr val="accent6">
                        <a:lumMod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1600" dirty="0">
                          <a:latin typeface="Bahnschrift" panose="020B0502040204020203" pitchFamily="34" charset="0"/>
                        </a:rPr>
                        <a:t>Daisy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1600" dirty="0">
                          <a:latin typeface="Bahnschrift" panose="020B0502040204020203" pitchFamily="34" charset="0"/>
                        </a:rPr>
                        <a:t>37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1600" dirty="0">
                          <a:latin typeface="Bahnschrift" panose="020B0502040204020203" pitchFamily="34" charset="0"/>
                        </a:rPr>
                        <a:t>-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1600" dirty="0">
                          <a:latin typeface="Bahnschrift" panose="020B0502040204020203" pitchFamily="34" charset="0"/>
                        </a:rPr>
                        <a:t>55000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1600" dirty="0">
                          <a:latin typeface="Bahnschrift" panose="020B0502040204020203" pitchFamily="34" charset="0"/>
                        </a:rPr>
                        <a:t>187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060900218"/>
                  </a:ext>
                </a:extLst>
              </a:tr>
              <a:tr h="503651">
                <a:tc>
                  <a:txBody>
                    <a:bodyPr/>
                    <a:lstStyle/>
                    <a:p>
                      <a:pPr algn="ctr"/>
                      <a:r>
                        <a:rPr lang="en-GB" sz="1600" dirty="0">
                          <a:latin typeface="Bahnschrift" panose="020B0502040204020203" pitchFamily="34" charset="0"/>
                        </a:rPr>
                        <a:t>006</a:t>
                      </a:r>
                    </a:p>
                  </a:txBody>
                  <a:tcPr anchor="ctr">
                    <a:solidFill>
                      <a:schemeClr val="accent6">
                        <a:lumMod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1600" dirty="0">
                          <a:latin typeface="Bahnschrift" panose="020B0502040204020203" pitchFamily="34" charset="0"/>
                        </a:rPr>
                        <a:t>-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1600" dirty="0">
                          <a:latin typeface="Bahnschrift" panose="020B0502040204020203" pitchFamily="34" charset="0"/>
                        </a:rPr>
                        <a:t>19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1600" dirty="0">
                          <a:latin typeface="Bahnschrift" panose="020B0502040204020203" pitchFamily="34" charset="0"/>
                        </a:rPr>
                        <a:t>Munich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1600" dirty="0">
                          <a:latin typeface="Bahnschrift" panose="020B0502040204020203" pitchFamily="34" charset="0"/>
                        </a:rPr>
                        <a:t>60000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1600" dirty="0">
                          <a:latin typeface="Bahnschrift" panose="020B0502040204020203" pitchFamily="34" charset="0"/>
                        </a:rPr>
                        <a:t>182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505577490"/>
                  </a:ext>
                </a:extLst>
              </a:tr>
              <a:tr h="503651">
                <a:tc>
                  <a:txBody>
                    <a:bodyPr/>
                    <a:lstStyle/>
                    <a:p>
                      <a:pPr algn="ctr"/>
                      <a:r>
                        <a:rPr lang="en-GB" sz="1600" dirty="0">
                          <a:latin typeface="Bahnschrift" panose="020B0502040204020203" pitchFamily="34" charset="0"/>
                        </a:rPr>
                        <a:t>007</a:t>
                      </a:r>
                    </a:p>
                  </a:txBody>
                  <a:tcPr anchor="ctr">
                    <a:solidFill>
                      <a:schemeClr val="accent6">
                        <a:lumMod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1600" dirty="0">
                          <a:latin typeface="Bahnschrift" panose="020B0502040204020203" pitchFamily="34" charset="0"/>
                        </a:rPr>
                        <a:t>Daniel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1600" dirty="0">
                          <a:latin typeface="Bahnschrift" panose="020B0502040204020203" pitchFamily="34" charset="0"/>
                        </a:rPr>
                        <a:t>25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1600" dirty="0">
                          <a:latin typeface="Bahnschrift" panose="020B0502040204020203" pitchFamily="34" charset="0"/>
                        </a:rPr>
                        <a:t>Lugano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1600" dirty="0">
                          <a:latin typeface="Bahnschrift" panose="020B0502040204020203" pitchFamily="34" charset="0"/>
                        </a:rPr>
                        <a:t>80000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1600" dirty="0">
                          <a:latin typeface="Bahnschrift" panose="020B0502040204020203" pitchFamily="34" charset="0"/>
                        </a:rPr>
                        <a:t>163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217193553"/>
                  </a:ext>
                </a:extLst>
              </a:tr>
            </a:tbl>
          </a:graphicData>
        </a:graphic>
      </p:graphicFrame>
      <p:sp>
        <p:nvSpPr>
          <p:cNvPr id="4" name="TextBox 3">
            <a:extLst>
              <a:ext uri="{FF2B5EF4-FFF2-40B4-BE49-F238E27FC236}">
                <a16:creationId xmlns:a16="http://schemas.microsoft.com/office/drawing/2014/main" id="{4886E18D-3CDB-CB4F-884A-83ABC8DF1B73}"/>
              </a:ext>
            </a:extLst>
          </p:cNvPr>
          <p:cNvSpPr txBox="1"/>
          <p:nvPr/>
        </p:nvSpPr>
        <p:spPr>
          <a:xfrm>
            <a:off x="3622718" y="607525"/>
            <a:ext cx="4946563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4000" dirty="0">
                <a:solidFill>
                  <a:schemeClr val="accent5">
                    <a:lumMod val="60000"/>
                    <a:lumOff val="40000"/>
                  </a:schemeClr>
                </a:solidFill>
                <a:latin typeface="Bahnschrift" panose="020B0502040204020203" pitchFamily="34" charset="0"/>
              </a:rPr>
              <a:t>Duplicates</a:t>
            </a:r>
          </a:p>
        </p:txBody>
      </p:sp>
    </p:spTree>
    <p:extLst>
      <p:ext uri="{BB962C8B-B14F-4D97-AF65-F5344CB8AC3E}">
        <p14:creationId xmlns:p14="http://schemas.microsoft.com/office/powerpoint/2010/main" val="2190201797"/>
      </p:ext>
    </p:extLst>
  </p:cSld>
  <p:clrMapOvr>
    <a:masterClrMapping/>
  </p:clrMapOvr>
  <p:transition spd="slow">
    <p:fade/>
  </p:transition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FA2A5A1-5A74-A145-CDAB-AF6FEB646D4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Table 1">
            <a:extLst>
              <a:ext uri="{FF2B5EF4-FFF2-40B4-BE49-F238E27FC236}">
                <a16:creationId xmlns:a16="http://schemas.microsoft.com/office/drawing/2014/main" id="{3C35C835-BDE3-E8A6-04FF-D74D777BC05A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803020534"/>
              </p:ext>
            </p:extLst>
          </p:nvPr>
        </p:nvGraphicFramePr>
        <p:xfrm>
          <a:off x="1311227" y="1792941"/>
          <a:ext cx="9569544" cy="4029208"/>
        </p:xfrm>
        <a:graphic>
          <a:graphicData uri="http://schemas.openxmlformats.org/drawingml/2006/table">
            <a:tbl>
              <a:tblPr firstRow="1" firstCol="1" bandRow="1">
                <a:tableStyleId>{F5AB1C69-6EDB-4FF4-983F-18BD219EF322}</a:tableStyleId>
              </a:tblPr>
              <a:tblGrid>
                <a:gridCol w="1594924">
                  <a:extLst>
                    <a:ext uri="{9D8B030D-6E8A-4147-A177-3AD203B41FA5}">
                      <a16:colId xmlns:a16="http://schemas.microsoft.com/office/drawing/2014/main" val="751277688"/>
                    </a:ext>
                  </a:extLst>
                </a:gridCol>
                <a:gridCol w="1594924">
                  <a:extLst>
                    <a:ext uri="{9D8B030D-6E8A-4147-A177-3AD203B41FA5}">
                      <a16:colId xmlns:a16="http://schemas.microsoft.com/office/drawing/2014/main" val="1854811326"/>
                    </a:ext>
                  </a:extLst>
                </a:gridCol>
                <a:gridCol w="1594924">
                  <a:extLst>
                    <a:ext uri="{9D8B030D-6E8A-4147-A177-3AD203B41FA5}">
                      <a16:colId xmlns:a16="http://schemas.microsoft.com/office/drawing/2014/main" val="1059762699"/>
                    </a:ext>
                  </a:extLst>
                </a:gridCol>
                <a:gridCol w="1594924">
                  <a:extLst>
                    <a:ext uri="{9D8B030D-6E8A-4147-A177-3AD203B41FA5}">
                      <a16:colId xmlns:a16="http://schemas.microsoft.com/office/drawing/2014/main" val="2195324066"/>
                    </a:ext>
                  </a:extLst>
                </a:gridCol>
                <a:gridCol w="1594924">
                  <a:extLst>
                    <a:ext uri="{9D8B030D-6E8A-4147-A177-3AD203B41FA5}">
                      <a16:colId xmlns:a16="http://schemas.microsoft.com/office/drawing/2014/main" val="3508518715"/>
                    </a:ext>
                  </a:extLst>
                </a:gridCol>
                <a:gridCol w="1594924">
                  <a:extLst>
                    <a:ext uri="{9D8B030D-6E8A-4147-A177-3AD203B41FA5}">
                      <a16:colId xmlns:a16="http://schemas.microsoft.com/office/drawing/2014/main" val="3728935562"/>
                    </a:ext>
                  </a:extLst>
                </a:gridCol>
              </a:tblGrid>
              <a:tr h="503651">
                <a:tc>
                  <a:txBody>
                    <a:bodyPr/>
                    <a:lstStyle/>
                    <a:p>
                      <a:pPr algn="ctr"/>
                      <a:r>
                        <a:rPr lang="en-GB" sz="1600" dirty="0">
                          <a:latin typeface="Bahnschrift" panose="020B0502040204020203" pitchFamily="34" charset="0"/>
                        </a:rPr>
                        <a:t>ID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</a:t>
                      </a:r>
                    </a:p>
                  </a:txBody>
                  <a:tcPr anchor="ctr">
                    <a:solidFill>
                      <a:schemeClr val="accent6">
                        <a:lumMod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1600" dirty="0">
                          <a:latin typeface="Bahnschrift" panose="020B0502040204020203" pitchFamily="34" charset="0"/>
                        </a:rPr>
                        <a:t>Name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1600" dirty="0">
                          <a:latin typeface="Bahnschrift" panose="020B0502040204020203" pitchFamily="34" charset="0"/>
                        </a:rPr>
                        <a:t>Age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1600" dirty="0">
                          <a:latin typeface="Bahnschrift" panose="020B0502040204020203" pitchFamily="34" charset="0"/>
                        </a:rPr>
                        <a:t>Location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1600" dirty="0">
                          <a:latin typeface="Bahnschrift" panose="020B0502040204020203" pitchFamily="34" charset="0"/>
                        </a:rPr>
                        <a:t>Income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1600" dirty="0">
                          <a:latin typeface="Bahnschrift" panose="020B0502040204020203" pitchFamily="34" charset="0"/>
                        </a:rPr>
                        <a:t>Height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454069704"/>
                  </a:ext>
                </a:extLst>
              </a:tr>
              <a:tr h="503651">
                <a:tc>
                  <a:txBody>
                    <a:bodyPr/>
                    <a:lstStyle/>
                    <a:p>
                      <a:pPr algn="ctr"/>
                      <a:r>
                        <a:rPr lang="en-GB" sz="1600" dirty="0">
                          <a:latin typeface="Bahnschrift" panose="020B0502040204020203" pitchFamily="34" charset="0"/>
                        </a:rPr>
                        <a:t>001</a:t>
                      </a:r>
                    </a:p>
                  </a:txBody>
                  <a:tcPr anchor="ctr">
                    <a:solidFill>
                      <a:schemeClr val="accent6">
                        <a:lumMod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1600" dirty="0">
                          <a:latin typeface="Bahnschrift" panose="020B0502040204020203" pitchFamily="34" charset="0"/>
                        </a:rPr>
                        <a:t>Alice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1600" dirty="0">
                          <a:latin typeface="Bahnschrift" panose="020B0502040204020203" pitchFamily="34" charset="0"/>
                        </a:rPr>
                        <a:t>46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1600" dirty="0">
                          <a:latin typeface="Bahnschrift" panose="020B0502040204020203" pitchFamily="34" charset="0"/>
                        </a:rPr>
                        <a:t>Berlin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1600" dirty="0">
                          <a:latin typeface="Bahnschrift" panose="020B0502040204020203" pitchFamily="34" charset="0"/>
                        </a:rPr>
                        <a:t>75000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1600" dirty="0">
                          <a:latin typeface="Bahnschrift" panose="020B0502040204020203" pitchFamily="34" charset="0"/>
                        </a:rPr>
                        <a:t>175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304447080"/>
                  </a:ext>
                </a:extLst>
              </a:tr>
              <a:tr h="503651">
                <a:tc>
                  <a:txBody>
                    <a:bodyPr/>
                    <a:lstStyle/>
                    <a:p>
                      <a:pPr algn="ctr"/>
                      <a:r>
                        <a:rPr lang="en-GB" sz="1600" dirty="0">
                          <a:latin typeface="Bahnschrift" panose="020B0502040204020203" pitchFamily="34" charset="0"/>
                        </a:rPr>
                        <a:t>002</a:t>
                      </a:r>
                    </a:p>
                  </a:txBody>
                  <a:tcPr anchor="ctr">
                    <a:solidFill>
                      <a:schemeClr val="accent6">
                        <a:lumMod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1600" dirty="0">
                          <a:latin typeface="Bahnschrift" panose="020B0502040204020203" pitchFamily="34" charset="0"/>
                        </a:rPr>
                        <a:t>Frank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1600" dirty="0">
                          <a:latin typeface="Bahnschrift" panose="020B0502040204020203" pitchFamily="34" charset="0"/>
                        </a:rPr>
                        <a:t>23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1600" dirty="0">
                          <a:latin typeface="Bahnschrift" panose="020B0502040204020203" pitchFamily="34" charset="0"/>
                        </a:rPr>
                        <a:t>France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1600" dirty="0">
                          <a:latin typeface="Bahnschrift" panose="020B0502040204020203" pitchFamily="34" charset="0"/>
                        </a:rPr>
                        <a:t>90000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1600" dirty="0">
                          <a:latin typeface="Bahnschrift" panose="020B0502040204020203" pitchFamily="34" charset="0"/>
                        </a:rPr>
                        <a:t>-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929876547"/>
                  </a:ext>
                </a:extLst>
              </a:tr>
              <a:tr h="503651">
                <a:tc>
                  <a:txBody>
                    <a:bodyPr/>
                    <a:lstStyle/>
                    <a:p>
                      <a:pPr algn="ctr"/>
                      <a:r>
                        <a:rPr lang="en-GB" sz="1600" dirty="0">
                          <a:latin typeface="Bahnschrift" panose="020B0502040204020203" pitchFamily="34" charset="0"/>
                        </a:rPr>
                        <a:t>003</a:t>
                      </a:r>
                    </a:p>
                  </a:txBody>
                  <a:tcPr anchor="ctr">
                    <a:solidFill>
                      <a:schemeClr val="accent6">
                        <a:lumMod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1600" dirty="0">
                          <a:latin typeface="Bahnschrift" panose="020B0502040204020203" pitchFamily="34" charset="0"/>
                        </a:rPr>
                        <a:t>Diana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1600" dirty="0">
                          <a:latin typeface="Bahnschrift" panose="020B0502040204020203" pitchFamily="34" charset="0"/>
                        </a:rPr>
                        <a:t>-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1600" dirty="0">
                          <a:latin typeface="Bahnschrift" panose="020B0502040204020203" pitchFamily="34" charset="0"/>
                        </a:rPr>
                        <a:t>Zurich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1600" dirty="0">
                          <a:latin typeface="Bahnschrift" panose="020B0502040204020203" pitchFamily="34" charset="0"/>
                        </a:rPr>
                        <a:t>65000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1600" dirty="0">
                          <a:latin typeface="Bahnschrift" panose="020B0502040204020203" pitchFamily="34" charset="0"/>
                        </a:rPr>
                        <a:t>169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307725187"/>
                  </a:ext>
                </a:extLst>
              </a:tr>
              <a:tr h="503651">
                <a:tc>
                  <a:txBody>
                    <a:bodyPr/>
                    <a:lstStyle/>
                    <a:p>
                      <a:pPr algn="ctr"/>
                      <a:r>
                        <a:rPr lang="en-GB" sz="1600" dirty="0">
                          <a:latin typeface="Bahnschrift" panose="020B0502040204020203" pitchFamily="34" charset="0"/>
                        </a:rPr>
                        <a:t>004</a:t>
                      </a:r>
                    </a:p>
                  </a:txBody>
                  <a:tcPr anchor="ctr">
                    <a:solidFill>
                      <a:schemeClr val="accent6">
                        <a:lumMod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1600" dirty="0">
                          <a:latin typeface="Bahnschrift" panose="020B0502040204020203" pitchFamily="34" charset="0"/>
                        </a:rPr>
                        <a:t>Bob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1600" dirty="0">
                          <a:latin typeface="Bahnschrift" panose="020B0502040204020203" pitchFamily="34" charset="0"/>
                        </a:rPr>
                        <a:t>24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1600" dirty="0">
                          <a:latin typeface="Bahnschrift" panose="020B0502040204020203" pitchFamily="34" charset="0"/>
                        </a:rPr>
                        <a:t>Basel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1600" dirty="0">
                          <a:latin typeface="Bahnschrift" panose="020B0502040204020203" pitchFamily="34" charset="0"/>
                        </a:rPr>
                        <a:t>40000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1600" dirty="0">
                          <a:latin typeface="Bahnschrift" panose="020B0502040204020203" pitchFamily="34" charset="0"/>
                        </a:rPr>
                        <a:t>154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936780913"/>
                  </a:ext>
                </a:extLst>
              </a:tr>
              <a:tr h="503651">
                <a:tc>
                  <a:txBody>
                    <a:bodyPr/>
                    <a:lstStyle/>
                    <a:p>
                      <a:pPr algn="ctr"/>
                      <a:r>
                        <a:rPr lang="en-GB" sz="1600" dirty="0">
                          <a:latin typeface="Bahnschrift" panose="020B0502040204020203" pitchFamily="34" charset="0"/>
                        </a:rPr>
                        <a:t>005</a:t>
                      </a:r>
                    </a:p>
                  </a:txBody>
                  <a:tcPr anchor="ctr">
                    <a:solidFill>
                      <a:schemeClr val="accent6">
                        <a:lumMod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1600" dirty="0">
                          <a:latin typeface="Bahnschrift" panose="020B0502040204020203" pitchFamily="34" charset="0"/>
                        </a:rPr>
                        <a:t>Daisy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1600" dirty="0">
                          <a:latin typeface="Bahnschrift" panose="020B0502040204020203" pitchFamily="34" charset="0"/>
                        </a:rPr>
                        <a:t>37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1600" dirty="0">
                          <a:latin typeface="Bahnschrift" panose="020B0502040204020203" pitchFamily="34" charset="0"/>
                        </a:rPr>
                        <a:t>-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1600" dirty="0">
                          <a:latin typeface="Bahnschrift" panose="020B0502040204020203" pitchFamily="34" charset="0"/>
                        </a:rPr>
                        <a:t>55000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1600" dirty="0">
                          <a:latin typeface="Bahnschrift" panose="020B0502040204020203" pitchFamily="34" charset="0"/>
                        </a:rPr>
                        <a:t>187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060900218"/>
                  </a:ext>
                </a:extLst>
              </a:tr>
              <a:tr h="503651">
                <a:tc>
                  <a:txBody>
                    <a:bodyPr/>
                    <a:lstStyle/>
                    <a:p>
                      <a:pPr algn="ctr"/>
                      <a:r>
                        <a:rPr lang="en-GB" sz="1600" dirty="0">
                          <a:latin typeface="Bahnschrift" panose="020B0502040204020203" pitchFamily="34" charset="0"/>
                        </a:rPr>
                        <a:t>006</a:t>
                      </a:r>
                    </a:p>
                  </a:txBody>
                  <a:tcPr anchor="ctr">
                    <a:solidFill>
                      <a:schemeClr val="accent6">
                        <a:lumMod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1600" dirty="0">
                          <a:latin typeface="Bahnschrift" panose="020B0502040204020203" pitchFamily="34" charset="0"/>
                        </a:rPr>
                        <a:t>-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1600" dirty="0">
                          <a:latin typeface="Bahnschrift" panose="020B0502040204020203" pitchFamily="34" charset="0"/>
                        </a:rPr>
                        <a:t>19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1600" dirty="0">
                          <a:latin typeface="Bahnschrift" panose="020B0502040204020203" pitchFamily="34" charset="0"/>
                        </a:rPr>
                        <a:t>Munich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1600" dirty="0">
                          <a:latin typeface="Bahnschrift" panose="020B0502040204020203" pitchFamily="34" charset="0"/>
                        </a:rPr>
                        <a:t>60000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1600" dirty="0">
                          <a:latin typeface="Bahnschrift" panose="020B0502040204020203" pitchFamily="34" charset="0"/>
                        </a:rPr>
                        <a:t>182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505577490"/>
                  </a:ext>
                </a:extLst>
              </a:tr>
              <a:tr h="503651">
                <a:tc>
                  <a:txBody>
                    <a:bodyPr/>
                    <a:lstStyle/>
                    <a:p>
                      <a:pPr algn="ctr"/>
                      <a:r>
                        <a:rPr lang="en-GB" sz="1600" dirty="0">
                          <a:latin typeface="Bahnschrift" panose="020B0502040204020203" pitchFamily="34" charset="0"/>
                        </a:rPr>
                        <a:t>007</a:t>
                      </a:r>
                    </a:p>
                  </a:txBody>
                  <a:tcPr anchor="ctr">
                    <a:solidFill>
                      <a:schemeClr val="accent6">
                        <a:lumMod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1600" dirty="0">
                          <a:latin typeface="Bahnschrift" panose="020B0502040204020203" pitchFamily="34" charset="0"/>
                        </a:rPr>
                        <a:t>Daniel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1600" dirty="0">
                          <a:latin typeface="Bahnschrift" panose="020B0502040204020203" pitchFamily="34" charset="0"/>
                        </a:rPr>
                        <a:t>25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1600" dirty="0">
                          <a:latin typeface="Bahnschrift" panose="020B0502040204020203" pitchFamily="34" charset="0"/>
                        </a:rPr>
                        <a:t>Lugano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1600" dirty="0">
                          <a:latin typeface="Bahnschrift" panose="020B0502040204020203" pitchFamily="34" charset="0"/>
                        </a:rPr>
                        <a:t>80000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1600" dirty="0">
                          <a:latin typeface="Bahnschrift" panose="020B0502040204020203" pitchFamily="34" charset="0"/>
                        </a:rPr>
                        <a:t>163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217193553"/>
                  </a:ext>
                </a:extLst>
              </a:tr>
            </a:tbl>
          </a:graphicData>
        </a:graphic>
      </p:graphicFrame>
      <p:sp>
        <p:nvSpPr>
          <p:cNvPr id="4" name="TextBox 3">
            <a:extLst>
              <a:ext uri="{FF2B5EF4-FFF2-40B4-BE49-F238E27FC236}">
                <a16:creationId xmlns:a16="http://schemas.microsoft.com/office/drawing/2014/main" id="{1D9AD984-009E-9E33-854B-46766A9BA8A0}"/>
              </a:ext>
            </a:extLst>
          </p:cNvPr>
          <p:cNvSpPr txBox="1"/>
          <p:nvPr/>
        </p:nvSpPr>
        <p:spPr>
          <a:xfrm>
            <a:off x="3622718" y="607525"/>
            <a:ext cx="4946563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4000" dirty="0">
                <a:solidFill>
                  <a:schemeClr val="accent5">
                    <a:lumMod val="60000"/>
                    <a:lumOff val="40000"/>
                  </a:schemeClr>
                </a:solidFill>
                <a:latin typeface="Bahnschrift" panose="020B0502040204020203" pitchFamily="34" charset="0"/>
              </a:rPr>
              <a:t>Missing Values 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03C2026A-2BBB-EEB4-7833-9A76606BC6D7}"/>
              </a:ext>
            </a:extLst>
          </p:cNvPr>
          <p:cNvSpPr/>
          <p:nvPr/>
        </p:nvSpPr>
        <p:spPr>
          <a:xfrm>
            <a:off x="2919200" y="4831976"/>
            <a:ext cx="1568826" cy="475130"/>
          </a:xfrm>
          <a:prstGeom prst="rect">
            <a:avLst/>
          </a:prstGeom>
          <a:noFill/>
          <a:ln w="57150">
            <a:solidFill>
              <a:schemeClr val="accent5">
                <a:lumMod val="60000"/>
                <a:lumOff val="4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64E7FDA2-5B23-C591-39E8-9D7A2795350D}"/>
              </a:ext>
            </a:extLst>
          </p:cNvPr>
          <p:cNvSpPr/>
          <p:nvPr/>
        </p:nvSpPr>
        <p:spPr>
          <a:xfrm>
            <a:off x="6115573" y="4339717"/>
            <a:ext cx="1568825" cy="475130"/>
          </a:xfrm>
          <a:prstGeom prst="rect">
            <a:avLst/>
          </a:prstGeom>
          <a:noFill/>
          <a:ln w="57150">
            <a:solidFill>
              <a:schemeClr val="accent5">
                <a:lumMod val="60000"/>
                <a:lumOff val="4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4116FA07-ED1D-EDB5-20F0-4106C2CE2005}"/>
              </a:ext>
            </a:extLst>
          </p:cNvPr>
          <p:cNvSpPr/>
          <p:nvPr/>
        </p:nvSpPr>
        <p:spPr>
          <a:xfrm>
            <a:off x="4527175" y="3332415"/>
            <a:ext cx="1568824" cy="475130"/>
          </a:xfrm>
          <a:prstGeom prst="rect">
            <a:avLst/>
          </a:prstGeom>
          <a:noFill/>
          <a:ln w="57150">
            <a:solidFill>
              <a:schemeClr val="accent5">
                <a:lumMod val="60000"/>
                <a:lumOff val="4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34450763-4026-7499-3DA2-036F09096E50}"/>
              </a:ext>
            </a:extLst>
          </p:cNvPr>
          <p:cNvSpPr/>
          <p:nvPr/>
        </p:nvSpPr>
        <p:spPr>
          <a:xfrm>
            <a:off x="9311947" y="2807979"/>
            <a:ext cx="1568824" cy="475130"/>
          </a:xfrm>
          <a:prstGeom prst="rect">
            <a:avLst/>
          </a:prstGeom>
          <a:noFill/>
          <a:ln w="57150">
            <a:solidFill>
              <a:schemeClr val="accent5">
                <a:lumMod val="60000"/>
                <a:lumOff val="4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666786432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spd="slow">
        <p159:morph option="byObject"/>
      </p:transition>
    </mc:Choice>
    <mc:Fallback xmlns="">
      <p:transition spd="slow">
        <p:fade/>
      </p:transition>
    </mc:Fallback>
  </mc:AlternateContent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1A66A27-B3B5-35F1-F1E8-F962489240F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Table 1">
            <a:extLst>
              <a:ext uri="{FF2B5EF4-FFF2-40B4-BE49-F238E27FC236}">
                <a16:creationId xmlns:a16="http://schemas.microsoft.com/office/drawing/2014/main" id="{652C75C5-6DCC-6709-9FAC-32AFBD8D8E93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362036499"/>
              </p:ext>
            </p:extLst>
          </p:nvPr>
        </p:nvGraphicFramePr>
        <p:xfrm>
          <a:off x="1311227" y="1792941"/>
          <a:ext cx="9569544" cy="4029208"/>
        </p:xfrm>
        <a:graphic>
          <a:graphicData uri="http://schemas.openxmlformats.org/drawingml/2006/table">
            <a:tbl>
              <a:tblPr firstRow="1" firstCol="1" bandRow="1">
                <a:tableStyleId>{F5AB1C69-6EDB-4FF4-983F-18BD219EF322}</a:tableStyleId>
              </a:tblPr>
              <a:tblGrid>
                <a:gridCol w="1594924">
                  <a:extLst>
                    <a:ext uri="{9D8B030D-6E8A-4147-A177-3AD203B41FA5}">
                      <a16:colId xmlns:a16="http://schemas.microsoft.com/office/drawing/2014/main" val="751277688"/>
                    </a:ext>
                  </a:extLst>
                </a:gridCol>
                <a:gridCol w="1594924">
                  <a:extLst>
                    <a:ext uri="{9D8B030D-6E8A-4147-A177-3AD203B41FA5}">
                      <a16:colId xmlns:a16="http://schemas.microsoft.com/office/drawing/2014/main" val="1854811326"/>
                    </a:ext>
                  </a:extLst>
                </a:gridCol>
                <a:gridCol w="1594924">
                  <a:extLst>
                    <a:ext uri="{9D8B030D-6E8A-4147-A177-3AD203B41FA5}">
                      <a16:colId xmlns:a16="http://schemas.microsoft.com/office/drawing/2014/main" val="1059762699"/>
                    </a:ext>
                  </a:extLst>
                </a:gridCol>
                <a:gridCol w="1594924">
                  <a:extLst>
                    <a:ext uri="{9D8B030D-6E8A-4147-A177-3AD203B41FA5}">
                      <a16:colId xmlns:a16="http://schemas.microsoft.com/office/drawing/2014/main" val="2195324066"/>
                    </a:ext>
                  </a:extLst>
                </a:gridCol>
                <a:gridCol w="1594924">
                  <a:extLst>
                    <a:ext uri="{9D8B030D-6E8A-4147-A177-3AD203B41FA5}">
                      <a16:colId xmlns:a16="http://schemas.microsoft.com/office/drawing/2014/main" val="3508518715"/>
                    </a:ext>
                  </a:extLst>
                </a:gridCol>
                <a:gridCol w="1594924">
                  <a:extLst>
                    <a:ext uri="{9D8B030D-6E8A-4147-A177-3AD203B41FA5}">
                      <a16:colId xmlns:a16="http://schemas.microsoft.com/office/drawing/2014/main" val="3728935562"/>
                    </a:ext>
                  </a:extLst>
                </a:gridCol>
              </a:tblGrid>
              <a:tr h="503651">
                <a:tc>
                  <a:txBody>
                    <a:bodyPr/>
                    <a:lstStyle/>
                    <a:p>
                      <a:pPr algn="ctr"/>
                      <a:r>
                        <a:rPr lang="en-GB" sz="1600" dirty="0">
                          <a:latin typeface="Bahnschrift" panose="020B0502040204020203" pitchFamily="34" charset="0"/>
                        </a:rPr>
                        <a:t>ID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</a:t>
                      </a:r>
                    </a:p>
                  </a:txBody>
                  <a:tcPr anchor="ctr">
                    <a:solidFill>
                      <a:schemeClr val="accent6">
                        <a:lumMod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1600" dirty="0">
                          <a:latin typeface="Bahnschrift" panose="020B0502040204020203" pitchFamily="34" charset="0"/>
                        </a:rPr>
                        <a:t>Name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1600" dirty="0">
                          <a:latin typeface="Bahnschrift" panose="020B0502040204020203" pitchFamily="34" charset="0"/>
                        </a:rPr>
                        <a:t>Age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1600" dirty="0">
                          <a:latin typeface="Bahnschrift" panose="020B0502040204020203" pitchFamily="34" charset="0"/>
                        </a:rPr>
                        <a:t>Location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1600" dirty="0">
                          <a:latin typeface="Bahnschrift" panose="020B0502040204020203" pitchFamily="34" charset="0"/>
                        </a:rPr>
                        <a:t>Income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1600" dirty="0">
                          <a:latin typeface="Bahnschrift" panose="020B0502040204020203" pitchFamily="34" charset="0"/>
                        </a:rPr>
                        <a:t>Height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454069704"/>
                  </a:ext>
                </a:extLst>
              </a:tr>
              <a:tr h="503651">
                <a:tc>
                  <a:txBody>
                    <a:bodyPr/>
                    <a:lstStyle/>
                    <a:p>
                      <a:pPr algn="ctr"/>
                      <a:r>
                        <a:rPr lang="en-GB" sz="1600" dirty="0">
                          <a:latin typeface="Bahnschrift" panose="020B0502040204020203" pitchFamily="34" charset="0"/>
                        </a:rPr>
                        <a:t>001</a:t>
                      </a:r>
                    </a:p>
                  </a:txBody>
                  <a:tcPr anchor="ctr">
                    <a:solidFill>
                      <a:schemeClr val="accent6">
                        <a:lumMod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1600" dirty="0">
                          <a:latin typeface="Bahnschrift" panose="020B0502040204020203" pitchFamily="34" charset="0"/>
                        </a:rPr>
                        <a:t>Alice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1600" dirty="0">
                          <a:latin typeface="Bahnschrift" panose="020B0502040204020203" pitchFamily="34" charset="0"/>
                        </a:rPr>
                        <a:t>46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1600" dirty="0">
                          <a:latin typeface="Bahnschrift" panose="020B0502040204020203" pitchFamily="34" charset="0"/>
                        </a:rPr>
                        <a:t>Berlin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1600" dirty="0">
                          <a:latin typeface="Bahnschrift" panose="020B0502040204020203" pitchFamily="34" charset="0"/>
                        </a:rPr>
                        <a:t>75000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1600" dirty="0">
                          <a:latin typeface="Bahnschrift" panose="020B0502040204020203" pitchFamily="34" charset="0"/>
                        </a:rPr>
                        <a:t>175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304447080"/>
                  </a:ext>
                </a:extLst>
              </a:tr>
              <a:tr h="503651">
                <a:tc>
                  <a:txBody>
                    <a:bodyPr/>
                    <a:lstStyle/>
                    <a:p>
                      <a:pPr algn="ctr"/>
                      <a:r>
                        <a:rPr lang="en-GB" sz="1600" dirty="0">
                          <a:latin typeface="Bahnschrift" panose="020B0502040204020203" pitchFamily="34" charset="0"/>
                        </a:rPr>
                        <a:t>002</a:t>
                      </a:r>
                    </a:p>
                  </a:txBody>
                  <a:tcPr anchor="ctr">
                    <a:solidFill>
                      <a:schemeClr val="accent6">
                        <a:lumMod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1600" dirty="0">
                          <a:latin typeface="Bahnschrift" panose="020B0502040204020203" pitchFamily="34" charset="0"/>
                        </a:rPr>
                        <a:t>Frank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1600" dirty="0">
                          <a:latin typeface="Bahnschrift" panose="020B0502040204020203" pitchFamily="34" charset="0"/>
                        </a:rPr>
                        <a:t>23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1600" dirty="0">
                          <a:latin typeface="Bahnschrift" panose="020B0502040204020203" pitchFamily="34" charset="0"/>
                        </a:rPr>
                        <a:t>France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1600" dirty="0">
                          <a:latin typeface="Bahnschrift" panose="020B0502040204020203" pitchFamily="34" charset="0"/>
                        </a:rPr>
                        <a:t>90000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1600" dirty="0">
                          <a:latin typeface="Bahnschrift" panose="020B0502040204020203" pitchFamily="34" charset="0"/>
                        </a:rPr>
                        <a:t>181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929876547"/>
                  </a:ext>
                </a:extLst>
              </a:tr>
              <a:tr h="503651">
                <a:tc>
                  <a:txBody>
                    <a:bodyPr/>
                    <a:lstStyle/>
                    <a:p>
                      <a:pPr algn="ctr"/>
                      <a:r>
                        <a:rPr lang="en-GB" sz="1600" dirty="0">
                          <a:latin typeface="Bahnschrift" panose="020B0502040204020203" pitchFamily="34" charset="0"/>
                        </a:rPr>
                        <a:t>003</a:t>
                      </a:r>
                    </a:p>
                  </a:txBody>
                  <a:tcPr anchor="ctr">
                    <a:solidFill>
                      <a:schemeClr val="accent6">
                        <a:lumMod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1600" dirty="0">
                          <a:latin typeface="Bahnschrift" panose="020B0502040204020203" pitchFamily="34" charset="0"/>
                        </a:rPr>
                        <a:t>Diana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1600" dirty="0">
                          <a:latin typeface="Bahnschrift" panose="020B0502040204020203" pitchFamily="34" charset="0"/>
                        </a:rPr>
                        <a:t>52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1600" dirty="0">
                          <a:latin typeface="Bahnschrift" panose="020B0502040204020203" pitchFamily="34" charset="0"/>
                        </a:rPr>
                        <a:t>Zurich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1600" dirty="0">
                          <a:latin typeface="Bahnschrift" panose="020B0502040204020203" pitchFamily="34" charset="0"/>
                        </a:rPr>
                        <a:t>65000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1600" dirty="0">
                          <a:latin typeface="Bahnschrift" panose="020B0502040204020203" pitchFamily="34" charset="0"/>
                        </a:rPr>
                        <a:t>169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307725187"/>
                  </a:ext>
                </a:extLst>
              </a:tr>
              <a:tr h="503651">
                <a:tc>
                  <a:txBody>
                    <a:bodyPr/>
                    <a:lstStyle/>
                    <a:p>
                      <a:pPr algn="ctr"/>
                      <a:r>
                        <a:rPr lang="en-GB" sz="1600" dirty="0">
                          <a:latin typeface="Bahnschrift" panose="020B0502040204020203" pitchFamily="34" charset="0"/>
                        </a:rPr>
                        <a:t>004</a:t>
                      </a:r>
                    </a:p>
                  </a:txBody>
                  <a:tcPr anchor="ctr">
                    <a:solidFill>
                      <a:schemeClr val="accent6">
                        <a:lumMod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1600" dirty="0">
                          <a:latin typeface="Bahnschrift" panose="020B0502040204020203" pitchFamily="34" charset="0"/>
                        </a:rPr>
                        <a:t>Bob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1600" dirty="0">
                          <a:latin typeface="Bahnschrift" panose="020B0502040204020203" pitchFamily="34" charset="0"/>
                        </a:rPr>
                        <a:t>24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1600" dirty="0">
                          <a:latin typeface="Bahnschrift" panose="020B0502040204020203" pitchFamily="34" charset="0"/>
                        </a:rPr>
                        <a:t>Basel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1600" dirty="0">
                          <a:latin typeface="Bahnschrift" panose="020B0502040204020203" pitchFamily="34" charset="0"/>
                        </a:rPr>
                        <a:t>40000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1600" dirty="0">
                          <a:latin typeface="Bahnschrift" panose="020B0502040204020203" pitchFamily="34" charset="0"/>
                        </a:rPr>
                        <a:t>154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936780913"/>
                  </a:ext>
                </a:extLst>
              </a:tr>
              <a:tr h="503651">
                <a:tc>
                  <a:txBody>
                    <a:bodyPr/>
                    <a:lstStyle/>
                    <a:p>
                      <a:pPr algn="ctr"/>
                      <a:r>
                        <a:rPr lang="en-GB" sz="1600" dirty="0">
                          <a:latin typeface="Bahnschrift" panose="020B0502040204020203" pitchFamily="34" charset="0"/>
                        </a:rPr>
                        <a:t>005</a:t>
                      </a:r>
                    </a:p>
                  </a:txBody>
                  <a:tcPr anchor="ctr">
                    <a:solidFill>
                      <a:schemeClr val="accent6">
                        <a:lumMod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1600" dirty="0">
                          <a:latin typeface="Bahnschrift" panose="020B0502040204020203" pitchFamily="34" charset="0"/>
                        </a:rPr>
                        <a:t>Daisy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1600" dirty="0">
                          <a:latin typeface="Bahnschrift" panose="020B0502040204020203" pitchFamily="34" charset="0"/>
                        </a:rPr>
                        <a:t>37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1600" dirty="0">
                          <a:latin typeface="Bahnschrift" panose="020B0502040204020203" pitchFamily="34" charset="0"/>
                        </a:rPr>
                        <a:t>Cologne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1600" dirty="0">
                          <a:latin typeface="Bahnschrift" panose="020B0502040204020203" pitchFamily="34" charset="0"/>
                        </a:rPr>
                        <a:t>55000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1600" dirty="0">
                          <a:latin typeface="Bahnschrift" panose="020B0502040204020203" pitchFamily="34" charset="0"/>
                        </a:rPr>
                        <a:t>187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060900218"/>
                  </a:ext>
                </a:extLst>
              </a:tr>
              <a:tr h="503651">
                <a:tc>
                  <a:txBody>
                    <a:bodyPr/>
                    <a:lstStyle/>
                    <a:p>
                      <a:pPr algn="ctr"/>
                      <a:r>
                        <a:rPr lang="en-GB" sz="1600" dirty="0">
                          <a:latin typeface="Bahnschrift" panose="020B0502040204020203" pitchFamily="34" charset="0"/>
                        </a:rPr>
                        <a:t>006</a:t>
                      </a:r>
                    </a:p>
                  </a:txBody>
                  <a:tcPr anchor="ctr">
                    <a:solidFill>
                      <a:schemeClr val="accent6">
                        <a:lumMod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1600" dirty="0">
                          <a:latin typeface="Bahnschrift" panose="020B0502040204020203" pitchFamily="34" charset="0"/>
                        </a:rPr>
                        <a:t>Jason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1600" dirty="0">
                          <a:latin typeface="Bahnschrift" panose="020B0502040204020203" pitchFamily="34" charset="0"/>
                        </a:rPr>
                        <a:t>19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1600" dirty="0">
                          <a:latin typeface="Bahnschrift" panose="020B0502040204020203" pitchFamily="34" charset="0"/>
                        </a:rPr>
                        <a:t>Munich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1600" dirty="0">
                          <a:latin typeface="Bahnschrift" panose="020B0502040204020203" pitchFamily="34" charset="0"/>
                        </a:rPr>
                        <a:t>60000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1600" dirty="0">
                          <a:latin typeface="Bahnschrift" panose="020B0502040204020203" pitchFamily="34" charset="0"/>
                        </a:rPr>
                        <a:t>182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505577490"/>
                  </a:ext>
                </a:extLst>
              </a:tr>
              <a:tr h="503651">
                <a:tc>
                  <a:txBody>
                    <a:bodyPr/>
                    <a:lstStyle/>
                    <a:p>
                      <a:pPr algn="ctr"/>
                      <a:r>
                        <a:rPr lang="en-GB" sz="1600" dirty="0">
                          <a:latin typeface="Bahnschrift" panose="020B0502040204020203" pitchFamily="34" charset="0"/>
                        </a:rPr>
                        <a:t>007</a:t>
                      </a:r>
                    </a:p>
                  </a:txBody>
                  <a:tcPr anchor="ctr">
                    <a:solidFill>
                      <a:schemeClr val="accent6">
                        <a:lumMod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1600" dirty="0">
                          <a:latin typeface="Bahnschrift" panose="020B0502040204020203" pitchFamily="34" charset="0"/>
                        </a:rPr>
                        <a:t>Daniel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1600" dirty="0">
                          <a:latin typeface="Bahnschrift" panose="020B0502040204020203" pitchFamily="34" charset="0"/>
                        </a:rPr>
                        <a:t>25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1600" dirty="0">
                          <a:latin typeface="Bahnschrift" panose="020B0502040204020203" pitchFamily="34" charset="0"/>
                        </a:rPr>
                        <a:t>Lugano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1600" dirty="0">
                          <a:latin typeface="Bahnschrift" panose="020B0502040204020203" pitchFamily="34" charset="0"/>
                        </a:rPr>
                        <a:t>80000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1600" dirty="0">
                          <a:latin typeface="Bahnschrift" panose="020B0502040204020203" pitchFamily="34" charset="0"/>
                        </a:rPr>
                        <a:t>163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217193553"/>
                  </a:ext>
                </a:extLst>
              </a:tr>
            </a:tbl>
          </a:graphicData>
        </a:graphic>
      </p:graphicFrame>
      <p:sp>
        <p:nvSpPr>
          <p:cNvPr id="4" name="TextBox 3">
            <a:extLst>
              <a:ext uri="{FF2B5EF4-FFF2-40B4-BE49-F238E27FC236}">
                <a16:creationId xmlns:a16="http://schemas.microsoft.com/office/drawing/2014/main" id="{58480CD3-B598-B34F-ACE1-07F395372962}"/>
              </a:ext>
            </a:extLst>
          </p:cNvPr>
          <p:cNvSpPr txBox="1"/>
          <p:nvPr/>
        </p:nvSpPr>
        <p:spPr>
          <a:xfrm>
            <a:off x="3622718" y="607525"/>
            <a:ext cx="4946563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4000" dirty="0">
                <a:solidFill>
                  <a:schemeClr val="accent5">
                    <a:lumMod val="60000"/>
                    <a:lumOff val="40000"/>
                  </a:schemeClr>
                </a:solidFill>
                <a:latin typeface="Bahnschrift" panose="020B0502040204020203" pitchFamily="34" charset="0"/>
              </a:rPr>
              <a:t>Missing Values </a:t>
            </a:r>
          </a:p>
        </p:txBody>
      </p:sp>
    </p:spTree>
    <p:extLst>
      <p:ext uri="{BB962C8B-B14F-4D97-AF65-F5344CB8AC3E}">
        <p14:creationId xmlns:p14="http://schemas.microsoft.com/office/powerpoint/2010/main" val="3929004291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spd="slow">
        <p159:morph option="byObject"/>
      </p:transition>
    </mc:Choice>
    <mc:Fallback xmlns="">
      <p:transition spd="slow">
        <p:fade/>
      </p:transition>
    </mc:Fallback>
  </mc:AlternateContent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2E384B7-97D0-4439-5B5C-D948A2E743B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Table 1">
            <a:extLst>
              <a:ext uri="{FF2B5EF4-FFF2-40B4-BE49-F238E27FC236}">
                <a16:creationId xmlns:a16="http://schemas.microsoft.com/office/drawing/2014/main" id="{BC13D57F-0DF1-FCB7-4664-FDC6C1E3FDAA}"/>
              </a:ext>
            </a:extLst>
          </p:cNvPr>
          <p:cNvGraphicFramePr>
            <a:graphicFrameLocks noGrp="1"/>
          </p:cNvGraphicFramePr>
          <p:nvPr/>
        </p:nvGraphicFramePr>
        <p:xfrm>
          <a:off x="1311227" y="1792941"/>
          <a:ext cx="9569544" cy="4029208"/>
        </p:xfrm>
        <a:graphic>
          <a:graphicData uri="http://schemas.openxmlformats.org/drawingml/2006/table">
            <a:tbl>
              <a:tblPr firstRow="1" firstCol="1" bandRow="1">
                <a:tableStyleId>{F5AB1C69-6EDB-4FF4-983F-18BD219EF322}</a:tableStyleId>
              </a:tblPr>
              <a:tblGrid>
                <a:gridCol w="1594924">
                  <a:extLst>
                    <a:ext uri="{9D8B030D-6E8A-4147-A177-3AD203B41FA5}">
                      <a16:colId xmlns:a16="http://schemas.microsoft.com/office/drawing/2014/main" val="751277688"/>
                    </a:ext>
                  </a:extLst>
                </a:gridCol>
                <a:gridCol w="1594924">
                  <a:extLst>
                    <a:ext uri="{9D8B030D-6E8A-4147-A177-3AD203B41FA5}">
                      <a16:colId xmlns:a16="http://schemas.microsoft.com/office/drawing/2014/main" val="1854811326"/>
                    </a:ext>
                  </a:extLst>
                </a:gridCol>
                <a:gridCol w="1594924">
                  <a:extLst>
                    <a:ext uri="{9D8B030D-6E8A-4147-A177-3AD203B41FA5}">
                      <a16:colId xmlns:a16="http://schemas.microsoft.com/office/drawing/2014/main" val="1059762699"/>
                    </a:ext>
                  </a:extLst>
                </a:gridCol>
                <a:gridCol w="1594924">
                  <a:extLst>
                    <a:ext uri="{9D8B030D-6E8A-4147-A177-3AD203B41FA5}">
                      <a16:colId xmlns:a16="http://schemas.microsoft.com/office/drawing/2014/main" val="2195324066"/>
                    </a:ext>
                  </a:extLst>
                </a:gridCol>
                <a:gridCol w="1594924">
                  <a:extLst>
                    <a:ext uri="{9D8B030D-6E8A-4147-A177-3AD203B41FA5}">
                      <a16:colId xmlns:a16="http://schemas.microsoft.com/office/drawing/2014/main" val="3508518715"/>
                    </a:ext>
                  </a:extLst>
                </a:gridCol>
                <a:gridCol w="1594924">
                  <a:extLst>
                    <a:ext uri="{9D8B030D-6E8A-4147-A177-3AD203B41FA5}">
                      <a16:colId xmlns:a16="http://schemas.microsoft.com/office/drawing/2014/main" val="3728935562"/>
                    </a:ext>
                  </a:extLst>
                </a:gridCol>
              </a:tblGrid>
              <a:tr h="503651">
                <a:tc>
                  <a:txBody>
                    <a:bodyPr/>
                    <a:lstStyle/>
                    <a:p>
                      <a:pPr algn="ctr"/>
                      <a:r>
                        <a:rPr lang="en-GB" sz="1600" dirty="0">
                          <a:latin typeface="Bahnschrift" panose="020B0502040204020203" pitchFamily="34" charset="0"/>
                        </a:rPr>
                        <a:t>ID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</a:t>
                      </a:r>
                    </a:p>
                  </a:txBody>
                  <a:tcPr anchor="ctr">
                    <a:solidFill>
                      <a:schemeClr val="accent6">
                        <a:lumMod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1600" dirty="0">
                          <a:latin typeface="Bahnschrift" panose="020B0502040204020203" pitchFamily="34" charset="0"/>
                        </a:rPr>
                        <a:t>Name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1600" dirty="0">
                          <a:latin typeface="Bahnschrift" panose="020B0502040204020203" pitchFamily="34" charset="0"/>
                        </a:rPr>
                        <a:t>Age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1600" dirty="0">
                          <a:latin typeface="Bahnschrift" panose="020B0502040204020203" pitchFamily="34" charset="0"/>
                        </a:rPr>
                        <a:t>Location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1600" dirty="0">
                          <a:latin typeface="Bahnschrift" panose="020B0502040204020203" pitchFamily="34" charset="0"/>
                        </a:rPr>
                        <a:t>Income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1600" dirty="0">
                          <a:latin typeface="Bahnschrift" panose="020B0502040204020203" pitchFamily="34" charset="0"/>
                        </a:rPr>
                        <a:t>Height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454069704"/>
                  </a:ext>
                </a:extLst>
              </a:tr>
              <a:tr h="503651">
                <a:tc>
                  <a:txBody>
                    <a:bodyPr/>
                    <a:lstStyle/>
                    <a:p>
                      <a:pPr algn="ctr"/>
                      <a:r>
                        <a:rPr lang="en-GB" sz="1600" dirty="0">
                          <a:latin typeface="Bahnschrift" panose="020B0502040204020203" pitchFamily="34" charset="0"/>
                        </a:rPr>
                        <a:t>001</a:t>
                      </a:r>
                    </a:p>
                  </a:txBody>
                  <a:tcPr anchor="ctr">
                    <a:solidFill>
                      <a:schemeClr val="accent6">
                        <a:lumMod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1600" dirty="0">
                          <a:latin typeface="Bahnschrift" panose="020B0502040204020203" pitchFamily="34" charset="0"/>
                        </a:rPr>
                        <a:t>Alice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1600" dirty="0">
                          <a:latin typeface="Bahnschrift" panose="020B0502040204020203" pitchFamily="34" charset="0"/>
                        </a:rPr>
                        <a:t>46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1600" dirty="0">
                          <a:latin typeface="Bahnschrift" panose="020B0502040204020203" pitchFamily="34" charset="0"/>
                        </a:rPr>
                        <a:t>Berlin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1600" dirty="0">
                          <a:latin typeface="Bahnschrift" panose="020B0502040204020203" pitchFamily="34" charset="0"/>
                        </a:rPr>
                        <a:t>75000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1600" dirty="0">
                          <a:latin typeface="Bahnschrift" panose="020B0502040204020203" pitchFamily="34" charset="0"/>
                        </a:rPr>
                        <a:t>175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304447080"/>
                  </a:ext>
                </a:extLst>
              </a:tr>
              <a:tr h="503651">
                <a:tc>
                  <a:txBody>
                    <a:bodyPr/>
                    <a:lstStyle/>
                    <a:p>
                      <a:pPr algn="ctr"/>
                      <a:r>
                        <a:rPr lang="en-GB" sz="1600" dirty="0">
                          <a:latin typeface="Bahnschrift" panose="020B0502040204020203" pitchFamily="34" charset="0"/>
                        </a:rPr>
                        <a:t>002</a:t>
                      </a:r>
                    </a:p>
                  </a:txBody>
                  <a:tcPr anchor="ctr">
                    <a:solidFill>
                      <a:schemeClr val="accent6">
                        <a:lumMod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1600" dirty="0">
                          <a:latin typeface="Bahnschrift" panose="020B0502040204020203" pitchFamily="34" charset="0"/>
                        </a:rPr>
                        <a:t>Frank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1600" dirty="0">
                          <a:latin typeface="Bahnschrift" panose="020B0502040204020203" pitchFamily="34" charset="0"/>
                        </a:rPr>
                        <a:t>23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1600" dirty="0">
                          <a:latin typeface="Bahnschrift" panose="020B0502040204020203" pitchFamily="34" charset="0"/>
                        </a:rPr>
                        <a:t>France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1600" dirty="0">
                          <a:latin typeface="Bahnschrift" panose="020B0502040204020203" pitchFamily="34" charset="0"/>
                        </a:rPr>
                        <a:t>90000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1600" dirty="0">
                          <a:latin typeface="Bahnschrift" panose="020B0502040204020203" pitchFamily="34" charset="0"/>
                        </a:rPr>
                        <a:t>181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929876547"/>
                  </a:ext>
                </a:extLst>
              </a:tr>
              <a:tr h="503651">
                <a:tc>
                  <a:txBody>
                    <a:bodyPr/>
                    <a:lstStyle/>
                    <a:p>
                      <a:pPr algn="ctr"/>
                      <a:r>
                        <a:rPr lang="en-GB" sz="1600" dirty="0">
                          <a:latin typeface="Bahnschrift" panose="020B0502040204020203" pitchFamily="34" charset="0"/>
                        </a:rPr>
                        <a:t>003</a:t>
                      </a:r>
                    </a:p>
                  </a:txBody>
                  <a:tcPr anchor="ctr">
                    <a:solidFill>
                      <a:schemeClr val="accent6">
                        <a:lumMod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1600" dirty="0">
                          <a:latin typeface="Bahnschrift" panose="020B0502040204020203" pitchFamily="34" charset="0"/>
                        </a:rPr>
                        <a:t>Diana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1600" dirty="0">
                          <a:latin typeface="Bahnschrift" panose="020B0502040204020203" pitchFamily="34" charset="0"/>
                        </a:rPr>
                        <a:t>52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1600" dirty="0">
                          <a:latin typeface="Bahnschrift" panose="020B0502040204020203" pitchFamily="34" charset="0"/>
                        </a:rPr>
                        <a:t>Zurich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1600" dirty="0">
                          <a:latin typeface="Bahnschrift" panose="020B0502040204020203" pitchFamily="34" charset="0"/>
                        </a:rPr>
                        <a:t>65000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1600" dirty="0">
                          <a:latin typeface="Bahnschrift" panose="020B0502040204020203" pitchFamily="34" charset="0"/>
                        </a:rPr>
                        <a:t>169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307725187"/>
                  </a:ext>
                </a:extLst>
              </a:tr>
              <a:tr h="503651">
                <a:tc>
                  <a:txBody>
                    <a:bodyPr/>
                    <a:lstStyle/>
                    <a:p>
                      <a:pPr algn="ctr"/>
                      <a:r>
                        <a:rPr lang="en-GB" sz="1600" dirty="0">
                          <a:latin typeface="Bahnschrift" panose="020B0502040204020203" pitchFamily="34" charset="0"/>
                        </a:rPr>
                        <a:t>004</a:t>
                      </a:r>
                    </a:p>
                  </a:txBody>
                  <a:tcPr anchor="ctr">
                    <a:solidFill>
                      <a:schemeClr val="accent6">
                        <a:lumMod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1600" dirty="0">
                          <a:latin typeface="Bahnschrift" panose="020B0502040204020203" pitchFamily="34" charset="0"/>
                        </a:rPr>
                        <a:t>Bob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1600" dirty="0">
                          <a:latin typeface="Bahnschrift" panose="020B0502040204020203" pitchFamily="34" charset="0"/>
                        </a:rPr>
                        <a:t>24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1600" dirty="0">
                          <a:latin typeface="Bahnschrift" panose="020B0502040204020203" pitchFamily="34" charset="0"/>
                        </a:rPr>
                        <a:t>Basel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1600" dirty="0">
                          <a:latin typeface="Bahnschrift" panose="020B0502040204020203" pitchFamily="34" charset="0"/>
                        </a:rPr>
                        <a:t>40000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1600" dirty="0">
                          <a:latin typeface="Bahnschrift" panose="020B0502040204020203" pitchFamily="34" charset="0"/>
                        </a:rPr>
                        <a:t>154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936780913"/>
                  </a:ext>
                </a:extLst>
              </a:tr>
              <a:tr h="503651">
                <a:tc>
                  <a:txBody>
                    <a:bodyPr/>
                    <a:lstStyle/>
                    <a:p>
                      <a:pPr algn="ctr"/>
                      <a:r>
                        <a:rPr lang="en-GB" sz="1600" dirty="0">
                          <a:latin typeface="Bahnschrift" panose="020B0502040204020203" pitchFamily="34" charset="0"/>
                        </a:rPr>
                        <a:t>005</a:t>
                      </a:r>
                    </a:p>
                  </a:txBody>
                  <a:tcPr anchor="ctr">
                    <a:solidFill>
                      <a:schemeClr val="accent6">
                        <a:lumMod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1600" dirty="0">
                          <a:latin typeface="Bahnschrift" panose="020B0502040204020203" pitchFamily="34" charset="0"/>
                        </a:rPr>
                        <a:t>Daisy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1600" dirty="0">
                          <a:latin typeface="Bahnschrift" panose="020B0502040204020203" pitchFamily="34" charset="0"/>
                        </a:rPr>
                        <a:t>37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1600" dirty="0">
                          <a:latin typeface="Bahnschrift" panose="020B0502040204020203" pitchFamily="34" charset="0"/>
                        </a:rPr>
                        <a:t>Cologne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1600" dirty="0">
                          <a:latin typeface="Bahnschrift" panose="020B0502040204020203" pitchFamily="34" charset="0"/>
                        </a:rPr>
                        <a:t>55000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1600" dirty="0">
                          <a:latin typeface="Bahnschrift" panose="020B0502040204020203" pitchFamily="34" charset="0"/>
                        </a:rPr>
                        <a:t>187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060900218"/>
                  </a:ext>
                </a:extLst>
              </a:tr>
              <a:tr h="503651">
                <a:tc>
                  <a:txBody>
                    <a:bodyPr/>
                    <a:lstStyle/>
                    <a:p>
                      <a:pPr algn="ctr"/>
                      <a:r>
                        <a:rPr lang="en-GB" sz="1600" dirty="0">
                          <a:latin typeface="Bahnschrift" panose="020B0502040204020203" pitchFamily="34" charset="0"/>
                        </a:rPr>
                        <a:t>006</a:t>
                      </a:r>
                    </a:p>
                  </a:txBody>
                  <a:tcPr anchor="ctr">
                    <a:solidFill>
                      <a:schemeClr val="accent6">
                        <a:lumMod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1600" dirty="0">
                          <a:latin typeface="Bahnschrift" panose="020B0502040204020203" pitchFamily="34" charset="0"/>
                        </a:rPr>
                        <a:t>Jason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1600" dirty="0">
                          <a:latin typeface="Bahnschrift" panose="020B0502040204020203" pitchFamily="34" charset="0"/>
                        </a:rPr>
                        <a:t>19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1600" dirty="0">
                          <a:latin typeface="Bahnschrift" panose="020B0502040204020203" pitchFamily="34" charset="0"/>
                        </a:rPr>
                        <a:t>Munich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1600" dirty="0">
                          <a:latin typeface="Bahnschrift" panose="020B0502040204020203" pitchFamily="34" charset="0"/>
                        </a:rPr>
                        <a:t>60000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1600" dirty="0">
                          <a:latin typeface="Bahnschrift" panose="020B0502040204020203" pitchFamily="34" charset="0"/>
                        </a:rPr>
                        <a:t>182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505577490"/>
                  </a:ext>
                </a:extLst>
              </a:tr>
              <a:tr h="503651">
                <a:tc>
                  <a:txBody>
                    <a:bodyPr/>
                    <a:lstStyle/>
                    <a:p>
                      <a:pPr algn="ctr"/>
                      <a:r>
                        <a:rPr lang="en-GB" sz="1600" dirty="0">
                          <a:latin typeface="Bahnschrift" panose="020B0502040204020203" pitchFamily="34" charset="0"/>
                        </a:rPr>
                        <a:t>007</a:t>
                      </a:r>
                    </a:p>
                  </a:txBody>
                  <a:tcPr anchor="ctr">
                    <a:solidFill>
                      <a:schemeClr val="accent6">
                        <a:lumMod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1600" dirty="0">
                          <a:latin typeface="Bahnschrift" panose="020B0502040204020203" pitchFamily="34" charset="0"/>
                        </a:rPr>
                        <a:t>Daniel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1600" dirty="0">
                          <a:latin typeface="Bahnschrift" panose="020B0502040204020203" pitchFamily="34" charset="0"/>
                        </a:rPr>
                        <a:t>25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1600" dirty="0">
                          <a:latin typeface="Bahnschrift" panose="020B0502040204020203" pitchFamily="34" charset="0"/>
                        </a:rPr>
                        <a:t>Lugano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1600" dirty="0">
                          <a:latin typeface="Bahnschrift" panose="020B0502040204020203" pitchFamily="34" charset="0"/>
                        </a:rPr>
                        <a:t>80000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1600" dirty="0">
                          <a:latin typeface="Bahnschrift" panose="020B0502040204020203" pitchFamily="34" charset="0"/>
                        </a:rPr>
                        <a:t>163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217193553"/>
                  </a:ext>
                </a:extLst>
              </a:tr>
            </a:tbl>
          </a:graphicData>
        </a:graphic>
      </p:graphicFrame>
      <p:sp>
        <p:nvSpPr>
          <p:cNvPr id="4" name="TextBox 3">
            <a:extLst>
              <a:ext uri="{FF2B5EF4-FFF2-40B4-BE49-F238E27FC236}">
                <a16:creationId xmlns:a16="http://schemas.microsoft.com/office/drawing/2014/main" id="{C4FBF727-B1AE-E5EA-5326-7B01214B1217}"/>
              </a:ext>
            </a:extLst>
          </p:cNvPr>
          <p:cNvSpPr txBox="1"/>
          <p:nvPr/>
        </p:nvSpPr>
        <p:spPr>
          <a:xfrm>
            <a:off x="3622718" y="607525"/>
            <a:ext cx="4946563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4000" dirty="0">
                <a:solidFill>
                  <a:schemeClr val="accent5">
                    <a:lumMod val="60000"/>
                    <a:lumOff val="40000"/>
                  </a:schemeClr>
                </a:solidFill>
                <a:latin typeface="Bahnschrift" panose="020B0502040204020203" pitchFamily="34" charset="0"/>
              </a:rPr>
              <a:t>Inconsistencies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A145AAD5-DA8E-F70B-ED1E-FD967639BE84}"/>
              </a:ext>
            </a:extLst>
          </p:cNvPr>
          <p:cNvSpPr/>
          <p:nvPr/>
        </p:nvSpPr>
        <p:spPr>
          <a:xfrm>
            <a:off x="6095999" y="2812462"/>
            <a:ext cx="1568824" cy="475130"/>
          </a:xfrm>
          <a:prstGeom prst="rect">
            <a:avLst/>
          </a:prstGeom>
          <a:noFill/>
          <a:ln w="57150">
            <a:solidFill>
              <a:schemeClr val="accent5">
                <a:lumMod val="60000"/>
                <a:lumOff val="4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725873024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spd="slow">
        <p159:morph option="byObject"/>
      </p:transition>
    </mc:Choice>
    <mc:Fallback xmlns="">
      <p:transition spd="slow">
        <p:fade/>
      </p:transition>
    </mc:Fallback>
  </mc:AlternateContent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85EF674-E0AE-992B-265C-0B81433AF43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Table 1">
            <a:extLst>
              <a:ext uri="{FF2B5EF4-FFF2-40B4-BE49-F238E27FC236}">
                <a16:creationId xmlns:a16="http://schemas.microsoft.com/office/drawing/2014/main" id="{E3E1B72C-88D0-F3E5-20E8-9B95194AA559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116155302"/>
              </p:ext>
            </p:extLst>
          </p:nvPr>
        </p:nvGraphicFramePr>
        <p:xfrm>
          <a:off x="1311227" y="1792941"/>
          <a:ext cx="9569544" cy="4029208"/>
        </p:xfrm>
        <a:graphic>
          <a:graphicData uri="http://schemas.openxmlformats.org/drawingml/2006/table">
            <a:tbl>
              <a:tblPr firstRow="1" firstCol="1" bandRow="1">
                <a:tableStyleId>{F5AB1C69-6EDB-4FF4-983F-18BD219EF322}</a:tableStyleId>
              </a:tblPr>
              <a:tblGrid>
                <a:gridCol w="1594924">
                  <a:extLst>
                    <a:ext uri="{9D8B030D-6E8A-4147-A177-3AD203B41FA5}">
                      <a16:colId xmlns:a16="http://schemas.microsoft.com/office/drawing/2014/main" val="751277688"/>
                    </a:ext>
                  </a:extLst>
                </a:gridCol>
                <a:gridCol w="1594924">
                  <a:extLst>
                    <a:ext uri="{9D8B030D-6E8A-4147-A177-3AD203B41FA5}">
                      <a16:colId xmlns:a16="http://schemas.microsoft.com/office/drawing/2014/main" val="1854811326"/>
                    </a:ext>
                  </a:extLst>
                </a:gridCol>
                <a:gridCol w="1594924">
                  <a:extLst>
                    <a:ext uri="{9D8B030D-6E8A-4147-A177-3AD203B41FA5}">
                      <a16:colId xmlns:a16="http://schemas.microsoft.com/office/drawing/2014/main" val="1059762699"/>
                    </a:ext>
                  </a:extLst>
                </a:gridCol>
                <a:gridCol w="1594924">
                  <a:extLst>
                    <a:ext uri="{9D8B030D-6E8A-4147-A177-3AD203B41FA5}">
                      <a16:colId xmlns:a16="http://schemas.microsoft.com/office/drawing/2014/main" val="2195324066"/>
                    </a:ext>
                  </a:extLst>
                </a:gridCol>
                <a:gridCol w="1594924">
                  <a:extLst>
                    <a:ext uri="{9D8B030D-6E8A-4147-A177-3AD203B41FA5}">
                      <a16:colId xmlns:a16="http://schemas.microsoft.com/office/drawing/2014/main" val="3508518715"/>
                    </a:ext>
                  </a:extLst>
                </a:gridCol>
                <a:gridCol w="1594924">
                  <a:extLst>
                    <a:ext uri="{9D8B030D-6E8A-4147-A177-3AD203B41FA5}">
                      <a16:colId xmlns:a16="http://schemas.microsoft.com/office/drawing/2014/main" val="3728935562"/>
                    </a:ext>
                  </a:extLst>
                </a:gridCol>
              </a:tblGrid>
              <a:tr h="503651">
                <a:tc>
                  <a:txBody>
                    <a:bodyPr/>
                    <a:lstStyle/>
                    <a:p>
                      <a:pPr algn="ctr"/>
                      <a:r>
                        <a:rPr lang="en-GB" sz="1600" dirty="0">
                          <a:latin typeface="Bahnschrift" panose="020B0502040204020203" pitchFamily="34" charset="0"/>
                        </a:rPr>
                        <a:t>ID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</a:t>
                      </a:r>
                    </a:p>
                  </a:txBody>
                  <a:tcPr anchor="ctr">
                    <a:solidFill>
                      <a:schemeClr val="accent6">
                        <a:lumMod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1600" dirty="0">
                          <a:latin typeface="Bahnschrift" panose="020B0502040204020203" pitchFamily="34" charset="0"/>
                        </a:rPr>
                        <a:t>Name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1600" dirty="0">
                          <a:latin typeface="Bahnschrift" panose="020B0502040204020203" pitchFamily="34" charset="0"/>
                        </a:rPr>
                        <a:t>Age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1600" dirty="0">
                          <a:latin typeface="Bahnschrift" panose="020B0502040204020203" pitchFamily="34" charset="0"/>
                        </a:rPr>
                        <a:t>Location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1600" dirty="0">
                          <a:latin typeface="Bahnschrift" panose="020B0502040204020203" pitchFamily="34" charset="0"/>
                        </a:rPr>
                        <a:t>Income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1600" dirty="0">
                          <a:latin typeface="Bahnschrift" panose="020B0502040204020203" pitchFamily="34" charset="0"/>
                        </a:rPr>
                        <a:t>Height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454069704"/>
                  </a:ext>
                </a:extLst>
              </a:tr>
              <a:tr h="503651">
                <a:tc>
                  <a:txBody>
                    <a:bodyPr/>
                    <a:lstStyle/>
                    <a:p>
                      <a:pPr algn="ctr"/>
                      <a:r>
                        <a:rPr lang="en-GB" sz="1600" dirty="0">
                          <a:latin typeface="Bahnschrift" panose="020B0502040204020203" pitchFamily="34" charset="0"/>
                        </a:rPr>
                        <a:t>001</a:t>
                      </a:r>
                    </a:p>
                  </a:txBody>
                  <a:tcPr anchor="ctr">
                    <a:solidFill>
                      <a:schemeClr val="accent6">
                        <a:lumMod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1600" dirty="0">
                          <a:latin typeface="Bahnschrift" panose="020B0502040204020203" pitchFamily="34" charset="0"/>
                        </a:rPr>
                        <a:t>Alice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1600" dirty="0">
                          <a:latin typeface="Bahnschrift" panose="020B0502040204020203" pitchFamily="34" charset="0"/>
                        </a:rPr>
                        <a:t>46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1600" dirty="0">
                          <a:latin typeface="Bahnschrift" panose="020B0502040204020203" pitchFamily="34" charset="0"/>
                        </a:rPr>
                        <a:t>Berlin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1600" dirty="0">
                          <a:latin typeface="Bahnschrift" panose="020B0502040204020203" pitchFamily="34" charset="0"/>
                        </a:rPr>
                        <a:t>75000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1600" dirty="0">
                          <a:latin typeface="Bahnschrift" panose="020B0502040204020203" pitchFamily="34" charset="0"/>
                        </a:rPr>
                        <a:t>175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304447080"/>
                  </a:ext>
                </a:extLst>
              </a:tr>
              <a:tr h="503651">
                <a:tc>
                  <a:txBody>
                    <a:bodyPr/>
                    <a:lstStyle/>
                    <a:p>
                      <a:pPr algn="ctr"/>
                      <a:r>
                        <a:rPr lang="en-GB" sz="1600" dirty="0">
                          <a:latin typeface="Bahnschrift" panose="020B0502040204020203" pitchFamily="34" charset="0"/>
                        </a:rPr>
                        <a:t>002</a:t>
                      </a:r>
                    </a:p>
                  </a:txBody>
                  <a:tcPr anchor="ctr">
                    <a:solidFill>
                      <a:schemeClr val="accent6">
                        <a:lumMod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1600" dirty="0">
                          <a:latin typeface="Bahnschrift" panose="020B0502040204020203" pitchFamily="34" charset="0"/>
                        </a:rPr>
                        <a:t>Frank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1600" dirty="0">
                          <a:latin typeface="Bahnschrift" panose="020B0502040204020203" pitchFamily="34" charset="0"/>
                        </a:rPr>
                        <a:t>23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1600" dirty="0">
                          <a:latin typeface="Bahnschrift" panose="020B0502040204020203" pitchFamily="34" charset="0"/>
                        </a:rPr>
                        <a:t>Paris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1600" dirty="0">
                          <a:latin typeface="Bahnschrift" panose="020B0502040204020203" pitchFamily="34" charset="0"/>
                        </a:rPr>
                        <a:t>90000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1600" dirty="0">
                          <a:latin typeface="Bahnschrift" panose="020B0502040204020203" pitchFamily="34" charset="0"/>
                        </a:rPr>
                        <a:t>181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929876547"/>
                  </a:ext>
                </a:extLst>
              </a:tr>
              <a:tr h="503651">
                <a:tc>
                  <a:txBody>
                    <a:bodyPr/>
                    <a:lstStyle/>
                    <a:p>
                      <a:pPr algn="ctr"/>
                      <a:r>
                        <a:rPr lang="en-GB" sz="1600" dirty="0">
                          <a:latin typeface="Bahnschrift" panose="020B0502040204020203" pitchFamily="34" charset="0"/>
                        </a:rPr>
                        <a:t>003</a:t>
                      </a:r>
                    </a:p>
                  </a:txBody>
                  <a:tcPr anchor="ctr">
                    <a:solidFill>
                      <a:schemeClr val="accent6">
                        <a:lumMod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1600" dirty="0">
                          <a:latin typeface="Bahnschrift" panose="020B0502040204020203" pitchFamily="34" charset="0"/>
                        </a:rPr>
                        <a:t>Diana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1600" dirty="0">
                          <a:latin typeface="Bahnschrift" panose="020B0502040204020203" pitchFamily="34" charset="0"/>
                        </a:rPr>
                        <a:t>52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1600" dirty="0">
                          <a:latin typeface="Bahnschrift" panose="020B0502040204020203" pitchFamily="34" charset="0"/>
                        </a:rPr>
                        <a:t>Zurich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1600" dirty="0">
                          <a:latin typeface="Bahnschrift" panose="020B0502040204020203" pitchFamily="34" charset="0"/>
                        </a:rPr>
                        <a:t>65000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1600" dirty="0">
                          <a:latin typeface="Bahnschrift" panose="020B0502040204020203" pitchFamily="34" charset="0"/>
                        </a:rPr>
                        <a:t>169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307725187"/>
                  </a:ext>
                </a:extLst>
              </a:tr>
              <a:tr h="503651">
                <a:tc>
                  <a:txBody>
                    <a:bodyPr/>
                    <a:lstStyle/>
                    <a:p>
                      <a:pPr algn="ctr"/>
                      <a:r>
                        <a:rPr lang="en-GB" sz="1600" dirty="0">
                          <a:latin typeface="Bahnschrift" panose="020B0502040204020203" pitchFamily="34" charset="0"/>
                        </a:rPr>
                        <a:t>004</a:t>
                      </a:r>
                    </a:p>
                  </a:txBody>
                  <a:tcPr anchor="ctr">
                    <a:solidFill>
                      <a:schemeClr val="accent6">
                        <a:lumMod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1600" dirty="0">
                          <a:latin typeface="Bahnschrift" panose="020B0502040204020203" pitchFamily="34" charset="0"/>
                        </a:rPr>
                        <a:t>Bob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1600" dirty="0">
                          <a:latin typeface="Bahnschrift" panose="020B0502040204020203" pitchFamily="34" charset="0"/>
                        </a:rPr>
                        <a:t>24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1600" dirty="0">
                          <a:latin typeface="Bahnschrift" panose="020B0502040204020203" pitchFamily="34" charset="0"/>
                        </a:rPr>
                        <a:t>Basel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1600" dirty="0">
                          <a:latin typeface="Bahnschrift" panose="020B0502040204020203" pitchFamily="34" charset="0"/>
                        </a:rPr>
                        <a:t>40000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1600" dirty="0">
                          <a:latin typeface="Bahnschrift" panose="020B0502040204020203" pitchFamily="34" charset="0"/>
                        </a:rPr>
                        <a:t>154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936780913"/>
                  </a:ext>
                </a:extLst>
              </a:tr>
              <a:tr h="503651">
                <a:tc>
                  <a:txBody>
                    <a:bodyPr/>
                    <a:lstStyle/>
                    <a:p>
                      <a:pPr algn="ctr"/>
                      <a:r>
                        <a:rPr lang="en-GB" sz="1600" dirty="0">
                          <a:latin typeface="Bahnschrift" panose="020B0502040204020203" pitchFamily="34" charset="0"/>
                        </a:rPr>
                        <a:t>005</a:t>
                      </a:r>
                    </a:p>
                  </a:txBody>
                  <a:tcPr anchor="ctr">
                    <a:solidFill>
                      <a:schemeClr val="accent6">
                        <a:lumMod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1600" dirty="0">
                          <a:latin typeface="Bahnschrift" panose="020B0502040204020203" pitchFamily="34" charset="0"/>
                        </a:rPr>
                        <a:t>Daisy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1600" dirty="0">
                          <a:latin typeface="Bahnschrift" panose="020B0502040204020203" pitchFamily="34" charset="0"/>
                        </a:rPr>
                        <a:t>37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1600" dirty="0">
                          <a:latin typeface="Bahnschrift" panose="020B0502040204020203" pitchFamily="34" charset="0"/>
                        </a:rPr>
                        <a:t>Cologne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1600" dirty="0">
                          <a:latin typeface="Bahnschrift" panose="020B0502040204020203" pitchFamily="34" charset="0"/>
                        </a:rPr>
                        <a:t>55000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1600" dirty="0">
                          <a:latin typeface="Bahnschrift" panose="020B0502040204020203" pitchFamily="34" charset="0"/>
                        </a:rPr>
                        <a:t>187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060900218"/>
                  </a:ext>
                </a:extLst>
              </a:tr>
              <a:tr h="503651">
                <a:tc>
                  <a:txBody>
                    <a:bodyPr/>
                    <a:lstStyle/>
                    <a:p>
                      <a:pPr algn="ctr"/>
                      <a:r>
                        <a:rPr lang="en-GB" sz="1600" dirty="0">
                          <a:latin typeface="Bahnschrift" panose="020B0502040204020203" pitchFamily="34" charset="0"/>
                        </a:rPr>
                        <a:t>006</a:t>
                      </a:r>
                    </a:p>
                  </a:txBody>
                  <a:tcPr anchor="ctr">
                    <a:solidFill>
                      <a:schemeClr val="accent6">
                        <a:lumMod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1600" dirty="0">
                          <a:latin typeface="Bahnschrift" panose="020B0502040204020203" pitchFamily="34" charset="0"/>
                        </a:rPr>
                        <a:t>Jason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1600" dirty="0">
                          <a:latin typeface="Bahnschrift" panose="020B0502040204020203" pitchFamily="34" charset="0"/>
                        </a:rPr>
                        <a:t>19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1600" dirty="0">
                          <a:latin typeface="Bahnschrift" panose="020B0502040204020203" pitchFamily="34" charset="0"/>
                        </a:rPr>
                        <a:t>Munich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1600" dirty="0">
                          <a:latin typeface="Bahnschrift" panose="020B0502040204020203" pitchFamily="34" charset="0"/>
                        </a:rPr>
                        <a:t>60000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1600" dirty="0">
                          <a:latin typeface="Bahnschrift" panose="020B0502040204020203" pitchFamily="34" charset="0"/>
                        </a:rPr>
                        <a:t>182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505577490"/>
                  </a:ext>
                </a:extLst>
              </a:tr>
              <a:tr h="503651">
                <a:tc>
                  <a:txBody>
                    <a:bodyPr/>
                    <a:lstStyle/>
                    <a:p>
                      <a:pPr algn="ctr"/>
                      <a:r>
                        <a:rPr lang="en-GB" sz="1600" dirty="0">
                          <a:latin typeface="Bahnschrift" panose="020B0502040204020203" pitchFamily="34" charset="0"/>
                        </a:rPr>
                        <a:t>007</a:t>
                      </a:r>
                    </a:p>
                  </a:txBody>
                  <a:tcPr anchor="ctr">
                    <a:solidFill>
                      <a:schemeClr val="accent6">
                        <a:lumMod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1600" dirty="0">
                          <a:latin typeface="Bahnschrift" panose="020B0502040204020203" pitchFamily="34" charset="0"/>
                        </a:rPr>
                        <a:t>Daniel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1600" dirty="0">
                          <a:latin typeface="Bahnschrift" panose="020B0502040204020203" pitchFamily="34" charset="0"/>
                        </a:rPr>
                        <a:t>25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1600" dirty="0">
                          <a:latin typeface="Bahnschrift" panose="020B0502040204020203" pitchFamily="34" charset="0"/>
                        </a:rPr>
                        <a:t>Lugano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1600" dirty="0">
                          <a:latin typeface="Bahnschrift" panose="020B0502040204020203" pitchFamily="34" charset="0"/>
                        </a:rPr>
                        <a:t>80000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1600" dirty="0">
                          <a:latin typeface="Bahnschrift" panose="020B0502040204020203" pitchFamily="34" charset="0"/>
                        </a:rPr>
                        <a:t>163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217193553"/>
                  </a:ext>
                </a:extLst>
              </a:tr>
            </a:tbl>
          </a:graphicData>
        </a:graphic>
      </p:graphicFrame>
      <p:sp>
        <p:nvSpPr>
          <p:cNvPr id="4" name="TextBox 3">
            <a:extLst>
              <a:ext uri="{FF2B5EF4-FFF2-40B4-BE49-F238E27FC236}">
                <a16:creationId xmlns:a16="http://schemas.microsoft.com/office/drawing/2014/main" id="{0957F1D5-7902-6BFD-9992-91B5A853355A}"/>
              </a:ext>
            </a:extLst>
          </p:cNvPr>
          <p:cNvSpPr txBox="1"/>
          <p:nvPr/>
        </p:nvSpPr>
        <p:spPr>
          <a:xfrm>
            <a:off x="3622718" y="607525"/>
            <a:ext cx="4946563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4000" dirty="0">
                <a:solidFill>
                  <a:schemeClr val="accent5">
                    <a:lumMod val="60000"/>
                    <a:lumOff val="40000"/>
                  </a:schemeClr>
                </a:solidFill>
                <a:latin typeface="Bahnschrift" panose="020B0502040204020203" pitchFamily="34" charset="0"/>
              </a:rPr>
              <a:t>Inconsistencies</a:t>
            </a:r>
          </a:p>
        </p:txBody>
      </p:sp>
    </p:spTree>
    <p:extLst>
      <p:ext uri="{BB962C8B-B14F-4D97-AF65-F5344CB8AC3E}">
        <p14:creationId xmlns:p14="http://schemas.microsoft.com/office/powerpoint/2010/main" val="2677850578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spd="slow">
        <p159:morph option="byObject"/>
      </p:transition>
    </mc:Choice>
    <mc:Fallback xmlns="">
      <p:transition spd="slow">
        <p:fade/>
      </p:transition>
    </mc:Fallback>
  </mc:AlternateContent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2D92EE8-D19F-A28E-1202-53FB21A201C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Table 1">
            <a:extLst>
              <a:ext uri="{FF2B5EF4-FFF2-40B4-BE49-F238E27FC236}">
                <a16:creationId xmlns:a16="http://schemas.microsoft.com/office/drawing/2014/main" id="{7E65FAAE-65B1-D6E3-951E-FA813BA12A93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153885164"/>
              </p:ext>
            </p:extLst>
          </p:nvPr>
        </p:nvGraphicFramePr>
        <p:xfrm>
          <a:off x="1311227" y="1792941"/>
          <a:ext cx="9569544" cy="4029208"/>
        </p:xfrm>
        <a:graphic>
          <a:graphicData uri="http://schemas.openxmlformats.org/drawingml/2006/table">
            <a:tbl>
              <a:tblPr firstRow="1" firstCol="1" bandRow="1">
                <a:tableStyleId>{F5AB1C69-6EDB-4FF4-983F-18BD219EF322}</a:tableStyleId>
              </a:tblPr>
              <a:tblGrid>
                <a:gridCol w="1594924">
                  <a:extLst>
                    <a:ext uri="{9D8B030D-6E8A-4147-A177-3AD203B41FA5}">
                      <a16:colId xmlns:a16="http://schemas.microsoft.com/office/drawing/2014/main" val="751277688"/>
                    </a:ext>
                  </a:extLst>
                </a:gridCol>
                <a:gridCol w="1594924">
                  <a:extLst>
                    <a:ext uri="{9D8B030D-6E8A-4147-A177-3AD203B41FA5}">
                      <a16:colId xmlns:a16="http://schemas.microsoft.com/office/drawing/2014/main" val="1854811326"/>
                    </a:ext>
                  </a:extLst>
                </a:gridCol>
                <a:gridCol w="1594924">
                  <a:extLst>
                    <a:ext uri="{9D8B030D-6E8A-4147-A177-3AD203B41FA5}">
                      <a16:colId xmlns:a16="http://schemas.microsoft.com/office/drawing/2014/main" val="1059762699"/>
                    </a:ext>
                  </a:extLst>
                </a:gridCol>
                <a:gridCol w="1594924">
                  <a:extLst>
                    <a:ext uri="{9D8B030D-6E8A-4147-A177-3AD203B41FA5}">
                      <a16:colId xmlns:a16="http://schemas.microsoft.com/office/drawing/2014/main" val="2195324066"/>
                    </a:ext>
                  </a:extLst>
                </a:gridCol>
                <a:gridCol w="1594924">
                  <a:extLst>
                    <a:ext uri="{9D8B030D-6E8A-4147-A177-3AD203B41FA5}">
                      <a16:colId xmlns:a16="http://schemas.microsoft.com/office/drawing/2014/main" val="3508518715"/>
                    </a:ext>
                  </a:extLst>
                </a:gridCol>
                <a:gridCol w="1594924">
                  <a:extLst>
                    <a:ext uri="{9D8B030D-6E8A-4147-A177-3AD203B41FA5}">
                      <a16:colId xmlns:a16="http://schemas.microsoft.com/office/drawing/2014/main" val="3728935562"/>
                    </a:ext>
                  </a:extLst>
                </a:gridCol>
              </a:tblGrid>
              <a:tr h="503651">
                <a:tc>
                  <a:txBody>
                    <a:bodyPr/>
                    <a:lstStyle/>
                    <a:p>
                      <a:pPr algn="ctr"/>
                      <a:r>
                        <a:rPr lang="en-GB" sz="1600" dirty="0">
                          <a:latin typeface="Bahnschrift" panose="020B0502040204020203" pitchFamily="34" charset="0"/>
                        </a:rPr>
                        <a:t>ID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</a:t>
                      </a:r>
                    </a:p>
                  </a:txBody>
                  <a:tcPr anchor="ctr">
                    <a:solidFill>
                      <a:schemeClr val="accent6">
                        <a:lumMod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1600" dirty="0">
                          <a:latin typeface="Bahnschrift" panose="020B0502040204020203" pitchFamily="34" charset="0"/>
                        </a:rPr>
                        <a:t>Name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1600" dirty="0">
                          <a:latin typeface="Bahnschrift" panose="020B0502040204020203" pitchFamily="34" charset="0"/>
                        </a:rPr>
                        <a:t>Age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1600" dirty="0">
                          <a:latin typeface="Bahnschrift" panose="020B0502040204020203" pitchFamily="34" charset="0"/>
                        </a:rPr>
                        <a:t>Location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1600" dirty="0">
                          <a:latin typeface="Bahnschrift" panose="020B0502040204020203" pitchFamily="34" charset="0"/>
                        </a:rPr>
                        <a:t>Income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1600" dirty="0">
                          <a:latin typeface="Bahnschrift" panose="020B0502040204020203" pitchFamily="34" charset="0"/>
                        </a:rPr>
                        <a:t>Height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454069704"/>
                  </a:ext>
                </a:extLst>
              </a:tr>
              <a:tr h="503651">
                <a:tc>
                  <a:txBody>
                    <a:bodyPr/>
                    <a:lstStyle/>
                    <a:p>
                      <a:pPr algn="ctr"/>
                      <a:r>
                        <a:rPr lang="en-GB" sz="1600" dirty="0">
                          <a:latin typeface="Bahnschrift" panose="020B0502040204020203" pitchFamily="34" charset="0"/>
                        </a:rPr>
                        <a:t>001</a:t>
                      </a:r>
                    </a:p>
                  </a:txBody>
                  <a:tcPr anchor="ctr">
                    <a:solidFill>
                      <a:schemeClr val="accent6">
                        <a:lumMod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1600" dirty="0">
                          <a:latin typeface="Bahnschrift" panose="020B0502040204020203" pitchFamily="34" charset="0"/>
                        </a:rPr>
                        <a:t>Alice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1600" dirty="0">
                          <a:latin typeface="Bahnschrift" panose="020B0502040204020203" pitchFamily="34" charset="0"/>
                        </a:rPr>
                        <a:t>46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1600" dirty="0">
                          <a:latin typeface="Bahnschrift" panose="020B0502040204020203" pitchFamily="34" charset="0"/>
                        </a:rPr>
                        <a:t>Berlin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1600" dirty="0">
                          <a:latin typeface="Bahnschrift" panose="020B0502040204020203" pitchFamily="34" charset="0"/>
                        </a:rPr>
                        <a:t>75000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1600" dirty="0">
                          <a:latin typeface="Bahnschrift" panose="020B0502040204020203" pitchFamily="34" charset="0"/>
                        </a:rPr>
                        <a:t>175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304447080"/>
                  </a:ext>
                </a:extLst>
              </a:tr>
              <a:tr h="503651">
                <a:tc>
                  <a:txBody>
                    <a:bodyPr/>
                    <a:lstStyle/>
                    <a:p>
                      <a:pPr algn="ctr"/>
                      <a:r>
                        <a:rPr lang="en-GB" sz="1600" dirty="0">
                          <a:latin typeface="Bahnschrift" panose="020B0502040204020203" pitchFamily="34" charset="0"/>
                        </a:rPr>
                        <a:t>002</a:t>
                      </a:r>
                    </a:p>
                  </a:txBody>
                  <a:tcPr anchor="ctr">
                    <a:solidFill>
                      <a:schemeClr val="accent6">
                        <a:lumMod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1600" dirty="0">
                          <a:latin typeface="Bahnschrift" panose="020B0502040204020203" pitchFamily="34" charset="0"/>
                        </a:rPr>
                        <a:t>Frank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1600" dirty="0">
                          <a:latin typeface="Bahnschrift" panose="020B0502040204020203" pitchFamily="34" charset="0"/>
                        </a:rPr>
                        <a:t>23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1600" dirty="0">
                          <a:latin typeface="Bahnschrift" panose="020B0502040204020203" pitchFamily="34" charset="0"/>
                        </a:rPr>
                        <a:t>Paris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1600" dirty="0">
                          <a:latin typeface="Bahnschrift" panose="020B0502040204020203" pitchFamily="34" charset="0"/>
                        </a:rPr>
                        <a:t>90000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1600" dirty="0">
                          <a:latin typeface="Bahnschrift" panose="020B0502040204020203" pitchFamily="34" charset="0"/>
                        </a:rPr>
                        <a:t>181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929876547"/>
                  </a:ext>
                </a:extLst>
              </a:tr>
              <a:tr h="503651">
                <a:tc>
                  <a:txBody>
                    <a:bodyPr/>
                    <a:lstStyle/>
                    <a:p>
                      <a:pPr algn="ctr"/>
                      <a:r>
                        <a:rPr lang="en-GB" sz="1600" dirty="0">
                          <a:latin typeface="Bahnschrift" panose="020B0502040204020203" pitchFamily="34" charset="0"/>
                        </a:rPr>
                        <a:t>003</a:t>
                      </a:r>
                    </a:p>
                  </a:txBody>
                  <a:tcPr anchor="ctr">
                    <a:solidFill>
                      <a:schemeClr val="accent6">
                        <a:lumMod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1600" dirty="0">
                          <a:latin typeface="Bahnschrift" panose="020B0502040204020203" pitchFamily="34" charset="0"/>
                        </a:rPr>
                        <a:t>Diana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1600" dirty="0">
                          <a:latin typeface="Bahnschrift" panose="020B0502040204020203" pitchFamily="34" charset="0"/>
                        </a:rPr>
                        <a:t>52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1600" dirty="0">
                          <a:latin typeface="Bahnschrift" panose="020B0502040204020203" pitchFamily="34" charset="0"/>
                        </a:rPr>
                        <a:t>Zurich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1600" dirty="0">
                          <a:latin typeface="Bahnschrift" panose="020B0502040204020203" pitchFamily="34" charset="0"/>
                        </a:rPr>
                        <a:t>65000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1600" dirty="0">
                          <a:latin typeface="Bahnschrift" panose="020B0502040204020203" pitchFamily="34" charset="0"/>
                        </a:rPr>
                        <a:t>169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307725187"/>
                  </a:ext>
                </a:extLst>
              </a:tr>
              <a:tr h="503651">
                <a:tc>
                  <a:txBody>
                    <a:bodyPr/>
                    <a:lstStyle/>
                    <a:p>
                      <a:pPr algn="ctr"/>
                      <a:r>
                        <a:rPr lang="en-GB" sz="1600" dirty="0">
                          <a:latin typeface="Bahnschrift" panose="020B0502040204020203" pitchFamily="34" charset="0"/>
                        </a:rPr>
                        <a:t>004</a:t>
                      </a:r>
                    </a:p>
                  </a:txBody>
                  <a:tcPr anchor="ctr">
                    <a:solidFill>
                      <a:schemeClr val="accent6">
                        <a:lumMod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1600" dirty="0">
                          <a:latin typeface="Bahnschrift" panose="020B0502040204020203" pitchFamily="34" charset="0"/>
                        </a:rPr>
                        <a:t>Bob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1600" dirty="0">
                          <a:latin typeface="Bahnschrift" panose="020B0502040204020203" pitchFamily="34" charset="0"/>
                        </a:rPr>
                        <a:t>24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1600" dirty="0">
                          <a:latin typeface="Bahnschrift" panose="020B0502040204020203" pitchFamily="34" charset="0"/>
                        </a:rPr>
                        <a:t>Basel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1600" dirty="0">
                          <a:latin typeface="Bahnschrift" panose="020B0502040204020203" pitchFamily="34" charset="0"/>
                        </a:rPr>
                        <a:t>40000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1600" dirty="0">
                          <a:latin typeface="Bahnschrift" panose="020B0502040204020203" pitchFamily="34" charset="0"/>
                        </a:rPr>
                        <a:t>154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936780913"/>
                  </a:ext>
                </a:extLst>
              </a:tr>
              <a:tr h="503651">
                <a:tc>
                  <a:txBody>
                    <a:bodyPr/>
                    <a:lstStyle/>
                    <a:p>
                      <a:pPr algn="ctr"/>
                      <a:r>
                        <a:rPr lang="en-GB" sz="1600" dirty="0">
                          <a:latin typeface="Bahnschrift" panose="020B0502040204020203" pitchFamily="34" charset="0"/>
                        </a:rPr>
                        <a:t>005</a:t>
                      </a:r>
                    </a:p>
                  </a:txBody>
                  <a:tcPr anchor="ctr">
                    <a:solidFill>
                      <a:schemeClr val="accent6">
                        <a:lumMod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1600" dirty="0">
                          <a:latin typeface="Bahnschrift" panose="020B0502040204020203" pitchFamily="34" charset="0"/>
                        </a:rPr>
                        <a:t>Daisy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1600" dirty="0">
                          <a:latin typeface="Bahnschrift" panose="020B0502040204020203" pitchFamily="34" charset="0"/>
                        </a:rPr>
                        <a:t>37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1600" dirty="0">
                          <a:latin typeface="Bahnschrift" panose="020B0502040204020203" pitchFamily="34" charset="0"/>
                        </a:rPr>
                        <a:t>Cologne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1600" dirty="0">
                          <a:latin typeface="Bahnschrift" panose="020B0502040204020203" pitchFamily="34" charset="0"/>
                        </a:rPr>
                        <a:t>55000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1600" dirty="0">
                          <a:latin typeface="Bahnschrift" panose="020B0502040204020203" pitchFamily="34" charset="0"/>
                        </a:rPr>
                        <a:t>187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060900218"/>
                  </a:ext>
                </a:extLst>
              </a:tr>
              <a:tr h="503651">
                <a:tc>
                  <a:txBody>
                    <a:bodyPr/>
                    <a:lstStyle/>
                    <a:p>
                      <a:pPr algn="ctr"/>
                      <a:r>
                        <a:rPr lang="en-GB" sz="1600" dirty="0">
                          <a:latin typeface="Bahnschrift" panose="020B0502040204020203" pitchFamily="34" charset="0"/>
                        </a:rPr>
                        <a:t>006</a:t>
                      </a:r>
                    </a:p>
                  </a:txBody>
                  <a:tcPr anchor="ctr">
                    <a:solidFill>
                      <a:schemeClr val="accent6">
                        <a:lumMod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1600" dirty="0">
                          <a:latin typeface="Bahnschrift" panose="020B0502040204020203" pitchFamily="34" charset="0"/>
                        </a:rPr>
                        <a:t>Jason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1600" dirty="0">
                          <a:latin typeface="Bahnschrift" panose="020B0502040204020203" pitchFamily="34" charset="0"/>
                        </a:rPr>
                        <a:t>19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1600" dirty="0">
                          <a:latin typeface="Bahnschrift" panose="020B0502040204020203" pitchFamily="34" charset="0"/>
                        </a:rPr>
                        <a:t>Munich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1600" dirty="0">
                          <a:latin typeface="Bahnschrift" panose="020B0502040204020203" pitchFamily="34" charset="0"/>
                        </a:rPr>
                        <a:t>60000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1600" dirty="0">
                          <a:latin typeface="Bahnschrift" panose="020B0502040204020203" pitchFamily="34" charset="0"/>
                        </a:rPr>
                        <a:t>182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505577490"/>
                  </a:ext>
                </a:extLst>
              </a:tr>
              <a:tr h="503651">
                <a:tc>
                  <a:txBody>
                    <a:bodyPr/>
                    <a:lstStyle/>
                    <a:p>
                      <a:pPr algn="ctr"/>
                      <a:r>
                        <a:rPr lang="en-GB" sz="1600" dirty="0">
                          <a:latin typeface="Bahnschrift" panose="020B0502040204020203" pitchFamily="34" charset="0"/>
                        </a:rPr>
                        <a:t>007</a:t>
                      </a:r>
                    </a:p>
                  </a:txBody>
                  <a:tcPr anchor="ctr">
                    <a:solidFill>
                      <a:schemeClr val="accent6">
                        <a:lumMod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1600" dirty="0">
                          <a:latin typeface="Bahnschrift" panose="020B0502040204020203" pitchFamily="34" charset="0"/>
                        </a:rPr>
                        <a:t>Daniel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1600" dirty="0">
                          <a:latin typeface="Bahnschrift" panose="020B0502040204020203" pitchFamily="34" charset="0"/>
                        </a:rPr>
                        <a:t>25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1600" dirty="0">
                          <a:latin typeface="Bahnschrift" panose="020B0502040204020203" pitchFamily="34" charset="0"/>
                        </a:rPr>
                        <a:t>Lugano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1600" dirty="0">
                          <a:latin typeface="Bahnschrift" panose="020B0502040204020203" pitchFamily="34" charset="0"/>
                        </a:rPr>
                        <a:t>80000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1600" dirty="0">
                          <a:latin typeface="Bahnschrift" panose="020B0502040204020203" pitchFamily="34" charset="0"/>
                        </a:rPr>
                        <a:t>163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217193553"/>
                  </a:ext>
                </a:extLst>
              </a:tr>
            </a:tbl>
          </a:graphicData>
        </a:graphic>
      </p:graphicFrame>
      <p:sp>
        <p:nvSpPr>
          <p:cNvPr id="4" name="TextBox 3">
            <a:extLst>
              <a:ext uri="{FF2B5EF4-FFF2-40B4-BE49-F238E27FC236}">
                <a16:creationId xmlns:a16="http://schemas.microsoft.com/office/drawing/2014/main" id="{F9EB2EE8-12F3-48FD-5A6D-F737C7871AAD}"/>
              </a:ext>
            </a:extLst>
          </p:cNvPr>
          <p:cNvSpPr txBox="1"/>
          <p:nvPr/>
        </p:nvSpPr>
        <p:spPr>
          <a:xfrm>
            <a:off x="3622718" y="607525"/>
            <a:ext cx="4946563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4000" dirty="0">
                <a:solidFill>
                  <a:schemeClr val="accent5">
                    <a:lumMod val="60000"/>
                    <a:lumOff val="40000"/>
                  </a:schemeClr>
                </a:solidFill>
                <a:latin typeface="Bahnschrift" panose="020B0502040204020203" pitchFamily="34" charset="0"/>
              </a:rPr>
              <a:t>Formatting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1865A3B9-B02A-C1C6-34F3-F6668C3E8848}"/>
              </a:ext>
            </a:extLst>
          </p:cNvPr>
          <p:cNvSpPr/>
          <p:nvPr/>
        </p:nvSpPr>
        <p:spPr>
          <a:xfrm>
            <a:off x="7709646" y="1792940"/>
            <a:ext cx="1568824" cy="4029207"/>
          </a:xfrm>
          <a:prstGeom prst="rect">
            <a:avLst/>
          </a:prstGeom>
          <a:noFill/>
          <a:ln w="57150">
            <a:solidFill>
              <a:schemeClr val="accent5">
                <a:lumMod val="60000"/>
                <a:lumOff val="4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276139055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spd="slow">
        <p159:morph option="byObject"/>
      </p:transition>
    </mc:Choice>
    <mc:Fallback xmlns="">
      <p:transition spd="slow">
        <p:fade/>
      </p:transition>
    </mc:Fallback>
  </mc:AlternateContent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8FE5B8F-E082-D9D8-1B2E-D35379108E8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Table 1">
            <a:extLst>
              <a:ext uri="{FF2B5EF4-FFF2-40B4-BE49-F238E27FC236}">
                <a16:creationId xmlns:a16="http://schemas.microsoft.com/office/drawing/2014/main" id="{ED337D4D-B585-5714-3F57-D272FA0464E1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489560343"/>
              </p:ext>
            </p:extLst>
          </p:nvPr>
        </p:nvGraphicFramePr>
        <p:xfrm>
          <a:off x="1311227" y="1792941"/>
          <a:ext cx="9569544" cy="4029208"/>
        </p:xfrm>
        <a:graphic>
          <a:graphicData uri="http://schemas.openxmlformats.org/drawingml/2006/table">
            <a:tbl>
              <a:tblPr firstRow="1" firstCol="1" bandRow="1">
                <a:tableStyleId>{F5AB1C69-6EDB-4FF4-983F-18BD219EF322}</a:tableStyleId>
              </a:tblPr>
              <a:tblGrid>
                <a:gridCol w="1594924">
                  <a:extLst>
                    <a:ext uri="{9D8B030D-6E8A-4147-A177-3AD203B41FA5}">
                      <a16:colId xmlns:a16="http://schemas.microsoft.com/office/drawing/2014/main" val="751277688"/>
                    </a:ext>
                  </a:extLst>
                </a:gridCol>
                <a:gridCol w="1594924">
                  <a:extLst>
                    <a:ext uri="{9D8B030D-6E8A-4147-A177-3AD203B41FA5}">
                      <a16:colId xmlns:a16="http://schemas.microsoft.com/office/drawing/2014/main" val="1854811326"/>
                    </a:ext>
                  </a:extLst>
                </a:gridCol>
                <a:gridCol w="1594924">
                  <a:extLst>
                    <a:ext uri="{9D8B030D-6E8A-4147-A177-3AD203B41FA5}">
                      <a16:colId xmlns:a16="http://schemas.microsoft.com/office/drawing/2014/main" val="1059762699"/>
                    </a:ext>
                  </a:extLst>
                </a:gridCol>
                <a:gridCol w="1594924">
                  <a:extLst>
                    <a:ext uri="{9D8B030D-6E8A-4147-A177-3AD203B41FA5}">
                      <a16:colId xmlns:a16="http://schemas.microsoft.com/office/drawing/2014/main" val="2195324066"/>
                    </a:ext>
                  </a:extLst>
                </a:gridCol>
                <a:gridCol w="1594924">
                  <a:extLst>
                    <a:ext uri="{9D8B030D-6E8A-4147-A177-3AD203B41FA5}">
                      <a16:colId xmlns:a16="http://schemas.microsoft.com/office/drawing/2014/main" val="3508518715"/>
                    </a:ext>
                  </a:extLst>
                </a:gridCol>
                <a:gridCol w="1594924">
                  <a:extLst>
                    <a:ext uri="{9D8B030D-6E8A-4147-A177-3AD203B41FA5}">
                      <a16:colId xmlns:a16="http://schemas.microsoft.com/office/drawing/2014/main" val="3728935562"/>
                    </a:ext>
                  </a:extLst>
                </a:gridCol>
              </a:tblGrid>
              <a:tr h="503651">
                <a:tc>
                  <a:txBody>
                    <a:bodyPr/>
                    <a:lstStyle/>
                    <a:p>
                      <a:pPr algn="ctr"/>
                      <a:r>
                        <a:rPr lang="en-GB" sz="1600" dirty="0">
                          <a:latin typeface="Bahnschrift" panose="020B0502040204020203" pitchFamily="34" charset="0"/>
                        </a:rPr>
                        <a:t>ID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</a:t>
                      </a:r>
                    </a:p>
                  </a:txBody>
                  <a:tcPr anchor="ctr">
                    <a:solidFill>
                      <a:schemeClr val="accent6">
                        <a:lumMod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1600" dirty="0">
                          <a:latin typeface="Bahnschrift" panose="020B0502040204020203" pitchFamily="34" charset="0"/>
                        </a:rPr>
                        <a:t>Name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1600" dirty="0">
                          <a:latin typeface="Bahnschrift" panose="020B0502040204020203" pitchFamily="34" charset="0"/>
                        </a:rPr>
                        <a:t>Age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1600" dirty="0">
                          <a:latin typeface="Bahnschrift" panose="020B0502040204020203" pitchFamily="34" charset="0"/>
                        </a:rPr>
                        <a:t>Location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1600" dirty="0">
                          <a:latin typeface="Bahnschrift" panose="020B0502040204020203" pitchFamily="34" charset="0"/>
                        </a:rPr>
                        <a:t>Income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1600" dirty="0">
                          <a:latin typeface="Bahnschrift" panose="020B0502040204020203" pitchFamily="34" charset="0"/>
                        </a:rPr>
                        <a:t>Height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454069704"/>
                  </a:ext>
                </a:extLst>
              </a:tr>
              <a:tr h="503651">
                <a:tc>
                  <a:txBody>
                    <a:bodyPr/>
                    <a:lstStyle/>
                    <a:p>
                      <a:pPr algn="ctr"/>
                      <a:r>
                        <a:rPr lang="en-GB" sz="1600" dirty="0">
                          <a:latin typeface="Bahnschrift" panose="020B0502040204020203" pitchFamily="34" charset="0"/>
                        </a:rPr>
                        <a:t>001</a:t>
                      </a:r>
                    </a:p>
                  </a:txBody>
                  <a:tcPr anchor="ctr">
                    <a:solidFill>
                      <a:schemeClr val="accent6">
                        <a:lumMod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1600" dirty="0">
                          <a:latin typeface="Bahnschrift" panose="020B0502040204020203" pitchFamily="34" charset="0"/>
                        </a:rPr>
                        <a:t>Alice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1600" dirty="0">
                          <a:latin typeface="Bahnschrift" panose="020B0502040204020203" pitchFamily="34" charset="0"/>
                        </a:rPr>
                        <a:t>46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1600" dirty="0">
                          <a:latin typeface="Bahnschrift" panose="020B0502040204020203" pitchFamily="34" charset="0"/>
                        </a:rPr>
                        <a:t>Berlin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1600" dirty="0">
                          <a:latin typeface="Bahnschrift" panose="020B0502040204020203" pitchFamily="34" charset="0"/>
                        </a:rPr>
                        <a:t>75,000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1600" dirty="0">
                          <a:latin typeface="Bahnschrift" panose="020B0502040204020203" pitchFamily="34" charset="0"/>
                        </a:rPr>
                        <a:t>175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304447080"/>
                  </a:ext>
                </a:extLst>
              </a:tr>
              <a:tr h="503651">
                <a:tc>
                  <a:txBody>
                    <a:bodyPr/>
                    <a:lstStyle/>
                    <a:p>
                      <a:pPr algn="ctr"/>
                      <a:r>
                        <a:rPr lang="en-GB" sz="1600" dirty="0">
                          <a:latin typeface="Bahnschrift" panose="020B0502040204020203" pitchFamily="34" charset="0"/>
                        </a:rPr>
                        <a:t>002</a:t>
                      </a:r>
                    </a:p>
                  </a:txBody>
                  <a:tcPr anchor="ctr">
                    <a:solidFill>
                      <a:schemeClr val="accent6">
                        <a:lumMod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1600" dirty="0">
                          <a:latin typeface="Bahnschrift" panose="020B0502040204020203" pitchFamily="34" charset="0"/>
                        </a:rPr>
                        <a:t>Frank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1600" dirty="0">
                          <a:latin typeface="Bahnschrift" panose="020B0502040204020203" pitchFamily="34" charset="0"/>
                        </a:rPr>
                        <a:t>23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1600" dirty="0">
                          <a:latin typeface="Bahnschrift" panose="020B0502040204020203" pitchFamily="34" charset="0"/>
                        </a:rPr>
                        <a:t>Paris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1600" dirty="0">
                          <a:latin typeface="Bahnschrift" panose="020B0502040204020203" pitchFamily="34" charset="0"/>
                        </a:rPr>
                        <a:t>90,000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1600" dirty="0">
                          <a:latin typeface="Bahnschrift" panose="020B0502040204020203" pitchFamily="34" charset="0"/>
                        </a:rPr>
                        <a:t>181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929876547"/>
                  </a:ext>
                </a:extLst>
              </a:tr>
              <a:tr h="503651">
                <a:tc>
                  <a:txBody>
                    <a:bodyPr/>
                    <a:lstStyle/>
                    <a:p>
                      <a:pPr algn="ctr"/>
                      <a:r>
                        <a:rPr lang="en-GB" sz="1600" dirty="0">
                          <a:latin typeface="Bahnschrift" panose="020B0502040204020203" pitchFamily="34" charset="0"/>
                        </a:rPr>
                        <a:t>003</a:t>
                      </a:r>
                    </a:p>
                  </a:txBody>
                  <a:tcPr anchor="ctr">
                    <a:solidFill>
                      <a:schemeClr val="accent6">
                        <a:lumMod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1600" dirty="0">
                          <a:latin typeface="Bahnschrift" panose="020B0502040204020203" pitchFamily="34" charset="0"/>
                        </a:rPr>
                        <a:t>Diana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1600" dirty="0">
                          <a:latin typeface="Bahnschrift" panose="020B0502040204020203" pitchFamily="34" charset="0"/>
                        </a:rPr>
                        <a:t>52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1600" dirty="0">
                          <a:latin typeface="Bahnschrift" panose="020B0502040204020203" pitchFamily="34" charset="0"/>
                        </a:rPr>
                        <a:t>Zurich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1600" dirty="0">
                          <a:latin typeface="Bahnschrift" panose="020B0502040204020203" pitchFamily="34" charset="0"/>
                        </a:rPr>
                        <a:t>65,000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1600" dirty="0">
                          <a:latin typeface="Bahnschrift" panose="020B0502040204020203" pitchFamily="34" charset="0"/>
                        </a:rPr>
                        <a:t>169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307725187"/>
                  </a:ext>
                </a:extLst>
              </a:tr>
              <a:tr h="503651">
                <a:tc>
                  <a:txBody>
                    <a:bodyPr/>
                    <a:lstStyle/>
                    <a:p>
                      <a:pPr algn="ctr"/>
                      <a:r>
                        <a:rPr lang="en-GB" sz="1600" dirty="0">
                          <a:latin typeface="Bahnschrift" panose="020B0502040204020203" pitchFamily="34" charset="0"/>
                        </a:rPr>
                        <a:t>004</a:t>
                      </a:r>
                    </a:p>
                  </a:txBody>
                  <a:tcPr anchor="ctr">
                    <a:solidFill>
                      <a:schemeClr val="accent6">
                        <a:lumMod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1600" dirty="0">
                          <a:latin typeface="Bahnschrift" panose="020B0502040204020203" pitchFamily="34" charset="0"/>
                        </a:rPr>
                        <a:t>Bob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1600" dirty="0">
                          <a:latin typeface="Bahnschrift" panose="020B0502040204020203" pitchFamily="34" charset="0"/>
                        </a:rPr>
                        <a:t>24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1600" dirty="0">
                          <a:latin typeface="Bahnschrift" panose="020B0502040204020203" pitchFamily="34" charset="0"/>
                        </a:rPr>
                        <a:t>Basel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1600" dirty="0">
                          <a:latin typeface="Bahnschrift" panose="020B0502040204020203" pitchFamily="34" charset="0"/>
                        </a:rPr>
                        <a:t>40,000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1600" dirty="0">
                          <a:latin typeface="Bahnschrift" panose="020B0502040204020203" pitchFamily="34" charset="0"/>
                        </a:rPr>
                        <a:t>154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936780913"/>
                  </a:ext>
                </a:extLst>
              </a:tr>
              <a:tr h="503651">
                <a:tc>
                  <a:txBody>
                    <a:bodyPr/>
                    <a:lstStyle/>
                    <a:p>
                      <a:pPr algn="ctr"/>
                      <a:r>
                        <a:rPr lang="en-GB" sz="1600" dirty="0">
                          <a:latin typeface="Bahnschrift" panose="020B0502040204020203" pitchFamily="34" charset="0"/>
                        </a:rPr>
                        <a:t>005</a:t>
                      </a:r>
                    </a:p>
                  </a:txBody>
                  <a:tcPr anchor="ctr">
                    <a:solidFill>
                      <a:schemeClr val="accent6">
                        <a:lumMod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1600" dirty="0">
                          <a:latin typeface="Bahnschrift" panose="020B0502040204020203" pitchFamily="34" charset="0"/>
                        </a:rPr>
                        <a:t>Daisy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1600" dirty="0">
                          <a:latin typeface="Bahnschrift" panose="020B0502040204020203" pitchFamily="34" charset="0"/>
                        </a:rPr>
                        <a:t>37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1600" dirty="0">
                          <a:latin typeface="Bahnschrift" panose="020B0502040204020203" pitchFamily="34" charset="0"/>
                        </a:rPr>
                        <a:t>Cologne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1600" dirty="0">
                          <a:latin typeface="Bahnschrift" panose="020B0502040204020203" pitchFamily="34" charset="0"/>
                        </a:rPr>
                        <a:t>55,000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1600" dirty="0">
                          <a:latin typeface="Bahnschrift" panose="020B0502040204020203" pitchFamily="34" charset="0"/>
                        </a:rPr>
                        <a:t>187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060900218"/>
                  </a:ext>
                </a:extLst>
              </a:tr>
              <a:tr h="503651">
                <a:tc>
                  <a:txBody>
                    <a:bodyPr/>
                    <a:lstStyle/>
                    <a:p>
                      <a:pPr algn="ctr"/>
                      <a:r>
                        <a:rPr lang="en-GB" sz="1600" dirty="0">
                          <a:latin typeface="Bahnschrift" panose="020B0502040204020203" pitchFamily="34" charset="0"/>
                        </a:rPr>
                        <a:t>006</a:t>
                      </a:r>
                    </a:p>
                  </a:txBody>
                  <a:tcPr anchor="ctr">
                    <a:solidFill>
                      <a:schemeClr val="accent6">
                        <a:lumMod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1600" dirty="0">
                          <a:latin typeface="Bahnschrift" panose="020B0502040204020203" pitchFamily="34" charset="0"/>
                        </a:rPr>
                        <a:t>Jason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1600" dirty="0">
                          <a:latin typeface="Bahnschrift" panose="020B0502040204020203" pitchFamily="34" charset="0"/>
                        </a:rPr>
                        <a:t>19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1600" dirty="0">
                          <a:latin typeface="Bahnschrift" panose="020B0502040204020203" pitchFamily="34" charset="0"/>
                        </a:rPr>
                        <a:t>Munich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1600" dirty="0">
                          <a:latin typeface="Bahnschrift" panose="020B0502040204020203" pitchFamily="34" charset="0"/>
                        </a:rPr>
                        <a:t>60,000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1600" dirty="0">
                          <a:latin typeface="Bahnschrift" panose="020B0502040204020203" pitchFamily="34" charset="0"/>
                        </a:rPr>
                        <a:t>182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505577490"/>
                  </a:ext>
                </a:extLst>
              </a:tr>
              <a:tr h="503651">
                <a:tc>
                  <a:txBody>
                    <a:bodyPr/>
                    <a:lstStyle/>
                    <a:p>
                      <a:pPr algn="ctr"/>
                      <a:r>
                        <a:rPr lang="en-GB" sz="1600" dirty="0">
                          <a:latin typeface="Bahnschrift" panose="020B0502040204020203" pitchFamily="34" charset="0"/>
                        </a:rPr>
                        <a:t>007</a:t>
                      </a:r>
                    </a:p>
                  </a:txBody>
                  <a:tcPr anchor="ctr">
                    <a:solidFill>
                      <a:schemeClr val="accent6">
                        <a:lumMod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1600" dirty="0">
                          <a:latin typeface="Bahnschrift" panose="020B0502040204020203" pitchFamily="34" charset="0"/>
                        </a:rPr>
                        <a:t>Daniel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1600" dirty="0">
                          <a:latin typeface="Bahnschrift" panose="020B0502040204020203" pitchFamily="34" charset="0"/>
                        </a:rPr>
                        <a:t>25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1600" dirty="0">
                          <a:latin typeface="Bahnschrift" panose="020B0502040204020203" pitchFamily="34" charset="0"/>
                        </a:rPr>
                        <a:t>Lugano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1600" dirty="0">
                          <a:latin typeface="Bahnschrift" panose="020B0502040204020203" pitchFamily="34" charset="0"/>
                        </a:rPr>
                        <a:t>80,000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1600" dirty="0">
                          <a:latin typeface="Bahnschrift" panose="020B0502040204020203" pitchFamily="34" charset="0"/>
                        </a:rPr>
                        <a:t>163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217193553"/>
                  </a:ext>
                </a:extLst>
              </a:tr>
            </a:tbl>
          </a:graphicData>
        </a:graphic>
      </p:graphicFrame>
      <p:sp>
        <p:nvSpPr>
          <p:cNvPr id="4" name="TextBox 3">
            <a:extLst>
              <a:ext uri="{FF2B5EF4-FFF2-40B4-BE49-F238E27FC236}">
                <a16:creationId xmlns:a16="http://schemas.microsoft.com/office/drawing/2014/main" id="{3D162943-843D-C3A7-28E9-33DCEDD7343D}"/>
              </a:ext>
            </a:extLst>
          </p:cNvPr>
          <p:cNvSpPr txBox="1"/>
          <p:nvPr/>
        </p:nvSpPr>
        <p:spPr>
          <a:xfrm>
            <a:off x="3622718" y="607525"/>
            <a:ext cx="4946563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4000" dirty="0">
                <a:solidFill>
                  <a:schemeClr val="accent5">
                    <a:lumMod val="60000"/>
                    <a:lumOff val="40000"/>
                  </a:schemeClr>
                </a:solidFill>
                <a:latin typeface="Bahnschrift" panose="020B0502040204020203" pitchFamily="34" charset="0"/>
              </a:rPr>
              <a:t>Formatting</a:t>
            </a:r>
          </a:p>
        </p:txBody>
      </p:sp>
    </p:spTree>
    <p:extLst>
      <p:ext uri="{BB962C8B-B14F-4D97-AF65-F5344CB8AC3E}">
        <p14:creationId xmlns:p14="http://schemas.microsoft.com/office/powerpoint/2010/main" val="1203642000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spd="slow">
        <p159:morph option="byObject"/>
      </p:transition>
    </mc:Choice>
    <mc:Fallback xmlns="">
      <p:transition spd="slow">
        <p:fade/>
      </p:transition>
    </mc:Fallback>
  </mc:AlternateContent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C7E31AE-15D5-88EA-5B08-25427C1946E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Table 1">
            <a:extLst>
              <a:ext uri="{FF2B5EF4-FFF2-40B4-BE49-F238E27FC236}">
                <a16:creationId xmlns:a16="http://schemas.microsoft.com/office/drawing/2014/main" id="{5FDD2F9A-580B-20D2-6183-B70187F9F4F5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183656017"/>
              </p:ext>
            </p:extLst>
          </p:nvPr>
        </p:nvGraphicFramePr>
        <p:xfrm>
          <a:off x="1311227" y="1792941"/>
          <a:ext cx="9569544" cy="4029208"/>
        </p:xfrm>
        <a:graphic>
          <a:graphicData uri="http://schemas.openxmlformats.org/drawingml/2006/table">
            <a:tbl>
              <a:tblPr firstRow="1" firstCol="1" bandRow="1">
                <a:tableStyleId>{F5AB1C69-6EDB-4FF4-983F-18BD219EF322}</a:tableStyleId>
              </a:tblPr>
              <a:tblGrid>
                <a:gridCol w="1594924">
                  <a:extLst>
                    <a:ext uri="{9D8B030D-6E8A-4147-A177-3AD203B41FA5}">
                      <a16:colId xmlns:a16="http://schemas.microsoft.com/office/drawing/2014/main" val="751277688"/>
                    </a:ext>
                  </a:extLst>
                </a:gridCol>
                <a:gridCol w="1594924">
                  <a:extLst>
                    <a:ext uri="{9D8B030D-6E8A-4147-A177-3AD203B41FA5}">
                      <a16:colId xmlns:a16="http://schemas.microsoft.com/office/drawing/2014/main" val="1854811326"/>
                    </a:ext>
                  </a:extLst>
                </a:gridCol>
                <a:gridCol w="1594924">
                  <a:extLst>
                    <a:ext uri="{9D8B030D-6E8A-4147-A177-3AD203B41FA5}">
                      <a16:colId xmlns:a16="http://schemas.microsoft.com/office/drawing/2014/main" val="1059762699"/>
                    </a:ext>
                  </a:extLst>
                </a:gridCol>
                <a:gridCol w="1594924">
                  <a:extLst>
                    <a:ext uri="{9D8B030D-6E8A-4147-A177-3AD203B41FA5}">
                      <a16:colId xmlns:a16="http://schemas.microsoft.com/office/drawing/2014/main" val="2195324066"/>
                    </a:ext>
                  </a:extLst>
                </a:gridCol>
                <a:gridCol w="1594924">
                  <a:extLst>
                    <a:ext uri="{9D8B030D-6E8A-4147-A177-3AD203B41FA5}">
                      <a16:colId xmlns:a16="http://schemas.microsoft.com/office/drawing/2014/main" val="3508518715"/>
                    </a:ext>
                  </a:extLst>
                </a:gridCol>
                <a:gridCol w="1594924">
                  <a:extLst>
                    <a:ext uri="{9D8B030D-6E8A-4147-A177-3AD203B41FA5}">
                      <a16:colId xmlns:a16="http://schemas.microsoft.com/office/drawing/2014/main" val="3728935562"/>
                    </a:ext>
                  </a:extLst>
                </a:gridCol>
              </a:tblGrid>
              <a:tr h="503651">
                <a:tc>
                  <a:txBody>
                    <a:bodyPr/>
                    <a:lstStyle/>
                    <a:p>
                      <a:pPr algn="ctr"/>
                      <a:r>
                        <a:rPr lang="en-GB" sz="1600" dirty="0">
                          <a:latin typeface="Bahnschrift" panose="020B0502040204020203" pitchFamily="34" charset="0"/>
                        </a:rPr>
                        <a:t>ID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</a:t>
                      </a:r>
                    </a:p>
                  </a:txBody>
                  <a:tcPr anchor="ctr">
                    <a:solidFill>
                      <a:schemeClr val="accent6">
                        <a:lumMod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1600" dirty="0">
                          <a:latin typeface="Bahnschrift" panose="020B0502040204020203" pitchFamily="34" charset="0"/>
                        </a:rPr>
                        <a:t>Name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1600" dirty="0">
                          <a:latin typeface="Bahnschrift" panose="020B0502040204020203" pitchFamily="34" charset="0"/>
                        </a:rPr>
                        <a:t>Age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1600" dirty="0">
                          <a:latin typeface="Bahnschrift" panose="020B0502040204020203" pitchFamily="34" charset="0"/>
                        </a:rPr>
                        <a:t>Location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1600" dirty="0">
                          <a:latin typeface="Bahnschrift" panose="020B0502040204020203" pitchFamily="34" charset="0"/>
                        </a:rPr>
                        <a:t>Income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1600" dirty="0">
                          <a:latin typeface="Bahnschrift" panose="020B0502040204020203" pitchFamily="34" charset="0"/>
                        </a:rPr>
                        <a:t>Height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454069704"/>
                  </a:ext>
                </a:extLst>
              </a:tr>
              <a:tr h="503651">
                <a:tc>
                  <a:txBody>
                    <a:bodyPr/>
                    <a:lstStyle/>
                    <a:p>
                      <a:pPr algn="ctr"/>
                      <a:r>
                        <a:rPr lang="en-GB" sz="1600" dirty="0">
                          <a:latin typeface="Bahnschrift" panose="020B0502040204020203" pitchFamily="34" charset="0"/>
                        </a:rPr>
                        <a:t>001</a:t>
                      </a:r>
                    </a:p>
                  </a:txBody>
                  <a:tcPr anchor="ctr">
                    <a:solidFill>
                      <a:schemeClr val="accent6">
                        <a:lumMod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1600" dirty="0">
                          <a:latin typeface="Bahnschrift" panose="020B0502040204020203" pitchFamily="34" charset="0"/>
                        </a:rPr>
                        <a:t>Alice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1600" dirty="0">
                          <a:latin typeface="Bahnschrift" panose="020B0502040204020203" pitchFamily="34" charset="0"/>
                        </a:rPr>
                        <a:t>46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1600" dirty="0">
                          <a:latin typeface="Bahnschrift" panose="020B0502040204020203" pitchFamily="34" charset="0"/>
                        </a:rPr>
                        <a:t>Berlin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1600" dirty="0">
                          <a:latin typeface="Bahnschrift" panose="020B0502040204020203" pitchFamily="34" charset="0"/>
                        </a:rPr>
                        <a:t>75,000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1600" dirty="0">
                          <a:latin typeface="Bahnschrift" panose="020B0502040204020203" pitchFamily="34" charset="0"/>
                        </a:rPr>
                        <a:t>175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304447080"/>
                  </a:ext>
                </a:extLst>
              </a:tr>
              <a:tr h="503651">
                <a:tc>
                  <a:txBody>
                    <a:bodyPr/>
                    <a:lstStyle/>
                    <a:p>
                      <a:pPr algn="ctr"/>
                      <a:r>
                        <a:rPr lang="en-GB" sz="1600" dirty="0">
                          <a:latin typeface="Bahnschrift" panose="020B0502040204020203" pitchFamily="34" charset="0"/>
                        </a:rPr>
                        <a:t>002</a:t>
                      </a:r>
                    </a:p>
                  </a:txBody>
                  <a:tcPr anchor="ctr">
                    <a:solidFill>
                      <a:schemeClr val="accent6">
                        <a:lumMod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1600" dirty="0">
                          <a:latin typeface="Bahnschrift" panose="020B0502040204020203" pitchFamily="34" charset="0"/>
                        </a:rPr>
                        <a:t>Frank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1600" dirty="0">
                          <a:latin typeface="Bahnschrift" panose="020B0502040204020203" pitchFamily="34" charset="0"/>
                        </a:rPr>
                        <a:t>23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1600" dirty="0">
                          <a:latin typeface="Bahnschrift" panose="020B0502040204020203" pitchFamily="34" charset="0"/>
                        </a:rPr>
                        <a:t>Paris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1600" dirty="0">
                          <a:latin typeface="Bahnschrift" panose="020B0502040204020203" pitchFamily="34" charset="0"/>
                        </a:rPr>
                        <a:t>90,000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1600" dirty="0">
                          <a:latin typeface="Bahnschrift" panose="020B0502040204020203" pitchFamily="34" charset="0"/>
                        </a:rPr>
                        <a:t>181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929876547"/>
                  </a:ext>
                </a:extLst>
              </a:tr>
              <a:tr h="503651">
                <a:tc>
                  <a:txBody>
                    <a:bodyPr/>
                    <a:lstStyle/>
                    <a:p>
                      <a:pPr algn="ctr"/>
                      <a:r>
                        <a:rPr lang="en-GB" sz="1600" dirty="0">
                          <a:latin typeface="Bahnschrift" panose="020B0502040204020203" pitchFamily="34" charset="0"/>
                        </a:rPr>
                        <a:t>003</a:t>
                      </a:r>
                    </a:p>
                  </a:txBody>
                  <a:tcPr anchor="ctr">
                    <a:solidFill>
                      <a:schemeClr val="accent6">
                        <a:lumMod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1600" dirty="0">
                          <a:latin typeface="Bahnschrift" panose="020B0502040204020203" pitchFamily="34" charset="0"/>
                        </a:rPr>
                        <a:t>Diana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1600" dirty="0">
                          <a:latin typeface="Bahnschrift" panose="020B0502040204020203" pitchFamily="34" charset="0"/>
                        </a:rPr>
                        <a:t>52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1600" dirty="0">
                          <a:latin typeface="Bahnschrift" panose="020B0502040204020203" pitchFamily="34" charset="0"/>
                        </a:rPr>
                        <a:t>Zurich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1600" dirty="0">
                          <a:latin typeface="Bahnschrift" panose="020B0502040204020203" pitchFamily="34" charset="0"/>
                        </a:rPr>
                        <a:t>65,000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1600" dirty="0">
                          <a:latin typeface="Bahnschrift" panose="020B0502040204020203" pitchFamily="34" charset="0"/>
                        </a:rPr>
                        <a:t>169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307725187"/>
                  </a:ext>
                </a:extLst>
              </a:tr>
              <a:tr h="503651">
                <a:tc>
                  <a:txBody>
                    <a:bodyPr/>
                    <a:lstStyle/>
                    <a:p>
                      <a:pPr algn="ctr"/>
                      <a:r>
                        <a:rPr lang="en-GB" sz="1600" dirty="0">
                          <a:latin typeface="Bahnschrift" panose="020B0502040204020203" pitchFamily="34" charset="0"/>
                        </a:rPr>
                        <a:t>004</a:t>
                      </a:r>
                    </a:p>
                  </a:txBody>
                  <a:tcPr anchor="ctr">
                    <a:solidFill>
                      <a:schemeClr val="accent6">
                        <a:lumMod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1600" dirty="0">
                          <a:latin typeface="Bahnschrift" panose="020B0502040204020203" pitchFamily="34" charset="0"/>
                        </a:rPr>
                        <a:t>Bob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1600" dirty="0">
                          <a:latin typeface="Bahnschrift" panose="020B0502040204020203" pitchFamily="34" charset="0"/>
                        </a:rPr>
                        <a:t>24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1600" dirty="0">
                          <a:latin typeface="Bahnschrift" panose="020B0502040204020203" pitchFamily="34" charset="0"/>
                        </a:rPr>
                        <a:t>Basel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1600" dirty="0">
                          <a:latin typeface="Bahnschrift" panose="020B0502040204020203" pitchFamily="34" charset="0"/>
                        </a:rPr>
                        <a:t>40,000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1600" dirty="0">
                          <a:latin typeface="Bahnschrift" panose="020B0502040204020203" pitchFamily="34" charset="0"/>
                        </a:rPr>
                        <a:t>154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936780913"/>
                  </a:ext>
                </a:extLst>
              </a:tr>
              <a:tr h="503651">
                <a:tc>
                  <a:txBody>
                    <a:bodyPr/>
                    <a:lstStyle/>
                    <a:p>
                      <a:pPr algn="ctr"/>
                      <a:r>
                        <a:rPr lang="en-GB" sz="1600" dirty="0">
                          <a:latin typeface="Bahnschrift" panose="020B0502040204020203" pitchFamily="34" charset="0"/>
                        </a:rPr>
                        <a:t>005</a:t>
                      </a:r>
                    </a:p>
                  </a:txBody>
                  <a:tcPr anchor="ctr">
                    <a:solidFill>
                      <a:schemeClr val="accent6">
                        <a:lumMod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1600" dirty="0">
                          <a:latin typeface="Bahnschrift" panose="020B0502040204020203" pitchFamily="34" charset="0"/>
                        </a:rPr>
                        <a:t>Daisy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1600" dirty="0">
                          <a:latin typeface="Bahnschrift" panose="020B0502040204020203" pitchFamily="34" charset="0"/>
                        </a:rPr>
                        <a:t>37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1600" dirty="0">
                          <a:latin typeface="Bahnschrift" panose="020B0502040204020203" pitchFamily="34" charset="0"/>
                        </a:rPr>
                        <a:t>Cologne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1600" dirty="0">
                          <a:latin typeface="Bahnschrift" panose="020B0502040204020203" pitchFamily="34" charset="0"/>
                        </a:rPr>
                        <a:t>55,000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1600" dirty="0">
                          <a:latin typeface="Bahnschrift" panose="020B0502040204020203" pitchFamily="34" charset="0"/>
                        </a:rPr>
                        <a:t>187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060900218"/>
                  </a:ext>
                </a:extLst>
              </a:tr>
              <a:tr h="503651">
                <a:tc>
                  <a:txBody>
                    <a:bodyPr/>
                    <a:lstStyle/>
                    <a:p>
                      <a:pPr algn="ctr"/>
                      <a:r>
                        <a:rPr lang="en-GB" sz="1600" dirty="0">
                          <a:latin typeface="Bahnschrift" panose="020B0502040204020203" pitchFamily="34" charset="0"/>
                        </a:rPr>
                        <a:t>006</a:t>
                      </a:r>
                    </a:p>
                  </a:txBody>
                  <a:tcPr anchor="ctr">
                    <a:solidFill>
                      <a:schemeClr val="accent6">
                        <a:lumMod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1600" dirty="0">
                          <a:latin typeface="Bahnschrift" panose="020B0502040204020203" pitchFamily="34" charset="0"/>
                        </a:rPr>
                        <a:t>Jason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1600" dirty="0">
                          <a:latin typeface="Bahnschrift" panose="020B0502040204020203" pitchFamily="34" charset="0"/>
                        </a:rPr>
                        <a:t>19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1600" dirty="0">
                          <a:latin typeface="Bahnschrift" panose="020B0502040204020203" pitchFamily="34" charset="0"/>
                        </a:rPr>
                        <a:t>Munich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1600" dirty="0">
                          <a:latin typeface="Bahnschrift" panose="020B0502040204020203" pitchFamily="34" charset="0"/>
                        </a:rPr>
                        <a:t>60,000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1600" dirty="0">
                          <a:latin typeface="Bahnschrift" panose="020B0502040204020203" pitchFamily="34" charset="0"/>
                        </a:rPr>
                        <a:t>182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505577490"/>
                  </a:ext>
                </a:extLst>
              </a:tr>
              <a:tr h="503651">
                <a:tc>
                  <a:txBody>
                    <a:bodyPr/>
                    <a:lstStyle/>
                    <a:p>
                      <a:pPr algn="ctr"/>
                      <a:r>
                        <a:rPr lang="en-GB" sz="1600" dirty="0">
                          <a:latin typeface="Bahnschrift" panose="020B0502040204020203" pitchFamily="34" charset="0"/>
                        </a:rPr>
                        <a:t>007</a:t>
                      </a:r>
                    </a:p>
                  </a:txBody>
                  <a:tcPr anchor="ctr">
                    <a:solidFill>
                      <a:schemeClr val="accent6">
                        <a:lumMod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1600" dirty="0">
                          <a:latin typeface="Bahnschrift" panose="020B0502040204020203" pitchFamily="34" charset="0"/>
                        </a:rPr>
                        <a:t>Daniel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1600" dirty="0">
                          <a:latin typeface="Bahnschrift" panose="020B0502040204020203" pitchFamily="34" charset="0"/>
                        </a:rPr>
                        <a:t>25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1600" dirty="0">
                          <a:latin typeface="Bahnschrift" panose="020B0502040204020203" pitchFamily="34" charset="0"/>
                        </a:rPr>
                        <a:t>Lugano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1600" dirty="0">
                          <a:latin typeface="Bahnschrift" panose="020B0502040204020203" pitchFamily="34" charset="0"/>
                        </a:rPr>
                        <a:t>80,000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1600" dirty="0">
                          <a:latin typeface="Bahnschrift" panose="020B0502040204020203" pitchFamily="34" charset="0"/>
                        </a:rPr>
                        <a:t>163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217193553"/>
                  </a:ext>
                </a:extLst>
              </a:tr>
            </a:tbl>
          </a:graphicData>
        </a:graphic>
      </p:graphicFrame>
      <p:sp>
        <p:nvSpPr>
          <p:cNvPr id="3" name="TextBox 2">
            <a:extLst>
              <a:ext uri="{FF2B5EF4-FFF2-40B4-BE49-F238E27FC236}">
                <a16:creationId xmlns:a16="http://schemas.microsoft.com/office/drawing/2014/main" id="{589DC89E-9E03-333E-F0DF-EF97709ECF85}"/>
              </a:ext>
            </a:extLst>
          </p:cNvPr>
          <p:cNvSpPr txBox="1"/>
          <p:nvPr/>
        </p:nvSpPr>
        <p:spPr>
          <a:xfrm>
            <a:off x="3622718" y="607525"/>
            <a:ext cx="4946563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4000" dirty="0">
                <a:solidFill>
                  <a:schemeClr val="accent5">
                    <a:lumMod val="60000"/>
                    <a:lumOff val="40000"/>
                  </a:schemeClr>
                </a:solidFill>
                <a:latin typeface="Bahnschrift" panose="020B0502040204020203" pitchFamily="34" charset="0"/>
              </a:rPr>
              <a:t>Scaling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E6D5A126-A3F4-7355-EF1C-7BBAADEFC0FE}"/>
              </a:ext>
            </a:extLst>
          </p:cNvPr>
          <p:cNvSpPr/>
          <p:nvPr/>
        </p:nvSpPr>
        <p:spPr>
          <a:xfrm>
            <a:off x="9311947" y="1801907"/>
            <a:ext cx="1568824" cy="4029207"/>
          </a:xfrm>
          <a:prstGeom prst="rect">
            <a:avLst/>
          </a:prstGeom>
          <a:noFill/>
          <a:ln w="57150">
            <a:solidFill>
              <a:schemeClr val="accent5">
                <a:lumMod val="60000"/>
                <a:lumOff val="4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445431788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spd="slow">
        <p159:morph option="byObject"/>
      </p:transition>
    </mc:Choice>
    <mc:Fallback xmlns="">
      <p:transition spd="slow">
        <p:fade/>
      </p:transition>
    </mc:Fallback>
  </mc:AlternateContent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239489F-C27C-24A4-BBD7-303C806F40A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Table 1">
            <a:extLst>
              <a:ext uri="{FF2B5EF4-FFF2-40B4-BE49-F238E27FC236}">
                <a16:creationId xmlns:a16="http://schemas.microsoft.com/office/drawing/2014/main" id="{8D6D0DE1-2A72-F189-F75C-F550ECBD0572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645015988"/>
              </p:ext>
            </p:extLst>
          </p:nvPr>
        </p:nvGraphicFramePr>
        <p:xfrm>
          <a:off x="1311227" y="1792941"/>
          <a:ext cx="9569544" cy="4029208"/>
        </p:xfrm>
        <a:graphic>
          <a:graphicData uri="http://schemas.openxmlformats.org/drawingml/2006/table">
            <a:tbl>
              <a:tblPr firstRow="1" firstCol="1" bandRow="1">
                <a:tableStyleId>{F5AB1C69-6EDB-4FF4-983F-18BD219EF322}</a:tableStyleId>
              </a:tblPr>
              <a:tblGrid>
                <a:gridCol w="1594924">
                  <a:extLst>
                    <a:ext uri="{9D8B030D-6E8A-4147-A177-3AD203B41FA5}">
                      <a16:colId xmlns:a16="http://schemas.microsoft.com/office/drawing/2014/main" val="751277688"/>
                    </a:ext>
                  </a:extLst>
                </a:gridCol>
                <a:gridCol w="1594924">
                  <a:extLst>
                    <a:ext uri="{9D8B030D-6E8A-4147-A177-3AD203B41FA5}">
                      <a16:colId xmlns:a16="http://schemas.microsoft.com/office/drawing/2014/main" val="1854811326"/>
                    </a:ext>
                  </a:extLst>
                </a:gridCol>
                <a:gridCol w="1594924">
                  <a:extLst>
                    <a:ext uri="{9D8B030D-6E8A-4147-A177-3AD203B41FA5}">
                      <a16:colId xmlns:a16="http://schemas.microsoft.com/office/drawing/2014/main" val="1059762699"/>
                    </a:ext>
                  </a:extLst>
                </a:gridCol>
                <a:gridCol w="1594924">
                  <a:extLst>
                    <a:ext uri="{9D8B030D-6E8A-4147-A177-3AD203B41FA5}">
                      <a16:colId xmlns:a16="http://schemas.microsoft.com/office/drawing/2014/main" val="2195324066"/>
                    </a:ext>
                  </a:extLst>
                </a:gridCol>
                <a:gridCol w="1594924">
                  <a:extLst>
                    <a:ext uri="{9D8B030D-6E8A-4147-A177-3AD203B41FA5}">
                      <a16:colId xmlns:a16="http://schemas.microsoft.com/office/drawing/2014/main" val="3508518715"/>
                    </a:ext>
                  </a:extLst>
                </a:gridCol>
                <a:gridCol w="1594924">
                  <a:extLst>
                    <a:ext uri="{9D8B030D-6E8A-4147-A177-3AD203B41FA5}">
                      <a16:colId xmlns:a16="http://schemas.microsoft.com/office/drawing/2014/main" val="3728935562"/>
                    </a:ext>
                  </a:extLst>
                </a:gridCol>
              </a:tblGrid>
              <a:tr h="503651">
                <a:tc>
                  <a:txBody>
                    <a:bodyPr/>
                    <a:lstStyle/>
                    <a:p>
                      <a:pPr algn="ctr"/>
                      <a:r>
                        <a:rPr lang="en-GB" sz="1600" dirty="0">
                          <a:latin typeface="Bahnschrift" panose="020B0502040204020203" pitchFamily="34" charset="0"/>
                        </a:rPr>
                        <a:t>ID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</a:t>
                      </a:r>
                    </a:p>
                  </a:txBody>
                  <a:tcPr anchor="ctr">
                    <a:solidFill>
                      <a:schemeClr val="accent6">
                        <a:lumMod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1600" dirty="0">
                          <a:latin typeface="Bahnschrift" panose="020B0502040204020203" pitchFamily="34" charset="0"/>
                        </a:rPr>
                        <a:t>Name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1600" dirty="0">
                          <a:latin typeface="Bahnschrift" panose="020B0502040204020203" pitchFamily="34" charset="0"/>
                        </a:rPr>
                        <a:t>Age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1600" dirty="0">
                          <a:latin typeface="Bahnschrift" panose="020B0502040204020203" pitchFamily="34" charset="0"/>
                        </a:rPr>
                        <a:t>Location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1600" dirty="0">
                          <a:latin typeface="Bahnschrift" panose="020B0502040204020203" pitchFamily="34" charset="0"/>
                        </a:rPr>
                        <a:t>Income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1600" dirty="0">
                          <a:latin typeface="Bahnschrift" panose="020B0502040204020203" pitchFamily="34" charset="0"/>
                        </a:rPr>
                        <a:t>Height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454069704"/>
                  </a:ext>
                </a:extLst>
              </a:tr>
              <a:tr h="503651">
                <a:tc>
                  <a:txBody>
                    <a:bodyPr/>
                    <a:lstStyle/>
                    <a:p>
                      <a:pPr algn="ctr"/>
                      <a:r>
                        <a:rPr lang="en-GB" sz="1600" dirty="0">
                          <a:latin typeface="Bahnschrift" panose="020B0502040204020203" pitchFamily="34" charset="0"/>
                        </a:rPr>
                        <a:t>001</a:t>
                      </a:r>
                    </a:p>
                  </a:txBody>
                  <a:tcPr anchor="ctr">
                    <a:solidFill>
                      <a:schemeClr val="accent6">
                        <a:lumMod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1600" dirty="0">
                          <a:latin typeface="Bahnschrift" panose="020B0502040204020203" pitchFamily="34" charset="0"/>
                        </a:rPr>
                        <a:t>Alice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1600" dirty="0">
                          <a:latin typeface="Bahnschrift" panose="020B0502040204020203" pitchFamily="34" charset="0"/>
                        </a:rPr>
                        <a:t>46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1600" dirty="0">
                          <a:latin typeface="Bahnschrift" panose="020B0502040204020203" pitchFamily="34" charset="0"/>
                        </a:rPr>
                        <a:t>Berlin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1600" dirty="0">
                          <a:latin typeface="Bahnschrift" panose="020B0502040204020203" pitchFamily="34" charset="0"/>
                        </a:rPr>
                        <a:t>75,000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1600" dirty="0">
                          <a:latin typeface="Bahnschrift" panose="020B0502040204020203" pitchFamily="34" charset="0"/>
                        </a:rPr>
                        <a:t>1.75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304447080"/>
                  </a:ext>
                </a:extLst>
              </a:tr>
              <a:tr h="503651">
                <a:tc>
                  <a:txBody>
                    <a:bodyPr/>
                    <a:lstStyle/>
                    <a:p>
                      <a:pPr algn="ctr"/>
                      <a:r>
                        <a:rPr lang="en-GB" sz="1600" dirty="0">
                          <a:latin typeface="Bahnschrift" panose="020B0502040204020203" pitchFamily="34" charset="0"/>
                        </a:rPr>
                        <a:t>002</a:t>
                      </a:r>
                    </a:p>
                  </a:txBody>
                  <a:tcPr anchor="ctr">
                    <a:solidFill>
                      <a:schemeClr val="accent6">
                        <a:lumMod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1600" dirty="0">
                          <a:latin typeface="Bahnschrift" panose="020B0502040204020203" pitchFamily="34" charset="0"/>
                        </a:rPr>
                        <a:t>Frank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1600" dirty="0">
                          <a:latin typeface="Bahnschrift" panose="020B0502040204020203" pitchFamily="34" charset="0"/>
                        </a:rPr>
                        <a:t>23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1600" dirty="0">
                          <a:latin typeface="Bahnschrift" panose="020B0502040204020203" pitchFamily="34" charset="0"/>
                        </a:rPr>
                        <a:t>Paris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1600" dirty="0">
                          <a:latin typeface="Bahnschrift" panose="020B0502040204020203" pitchFamily="34" charset="0"/>
                        </a:rPr>
                        <a:t>90,000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1600" dirty="0">
                          <a:latin typeface="Bahnschrift" panose="020B0502040204020203" pitchFamily="34" charset="0"/>
                        </a:rPr>
                        <a:t>1.81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929876547"/>
                  </a:ext>
                </a:extLst>
              </a:tr>
              <a:tr h="503651">
                <a:tc>
                  <a:txBody>
                    <a:bodyPr/>
                    <a:lstStyle/>
                    <a:p>
                      <a:pPr algn="ctr"/>
                      <a:r>
                        <a:rPr lang="en-GB" sz="1600" dirty="0">
                          <a:latin typeface="Bahnschrift" panose="020B0502040204020203" pitchFamily="34" charset="0"/>
                        </a:rPr>
                        <a:t>003</a:t>
                      </a:r>
                    </a:p>
                  </a:txBody>
                  <a:tcPr anchor="ctr">
                    <a:solidFill>
                      <a:schemeClr val="accent6">
                        <a:lumMod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1600" dirty="0">
                          <a:latin typeface="Bahnschrift" panose="020B0502040204020203" pitchFamily="34" charset="0"/>
                        </a:rPr>
                        <a:t>Diana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1600" dirty="0">
                          <a:latin typeface="Bahnschrift" panose="020B0502040204020203" pitchFamily="34" charset="0"/>
                        </a:rPr>
                        <a:t>52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1600" dirty="0">
                          <a:latin typeface="Bahnschrift" panose="020B0502040204020203" pitchFamily="34" charset="0"/>
                        </a:rPr>
                        <a:t>Zurich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1600" dirty="0">
                          <a:latin typeface="Bahnschrift" panose="020B0502040204020203" pitchFamily="34" charset="0"/>
                        </a:rPr>
                        <a:t>65,000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1600" dirty="0">
                          <a:latin typeface="Bahnschrift" panose="020B0502040204020203" pitchFamily="34" charset="0"/>
                        </a:rPr>
                        <a:t>1.69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307725187"/>
                  </a:ext>
                </a:extLst>
              </a:tr>
              <a:tr h="503651">
                <a:tc>
                  <a:txBody>
                    <a:bodyPr/>
                    <a:lstStyle/>
                    <a:p>
                      <a:pPr algn="ctr"/>
                      <a:r>
                        <a:rPr lang="en-GB" sz="1600" dirty="0">
                          <a:latin typeface="Bahnschrift" panose="020B0502040204020203" pitchFamily="34" charset="0"/>
                        </a:rPr>
                        <a:t>004</a:t>
                      </a:r>
                    </a:p>
                  </a:txBody>
                  <a:tcPr anchor="ctr">
                    <a:solidFill>
                      <a:schemeClr val="accent6">
                        <a:lumMod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1600" dirty="0">
                          <a:latin typeface="Bahnschrift" panose="020B0502040204020203" pitchFamily="34" charset="0"/>
                        </a:rPr>
                        <a:t>Bob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1600" dirty="0">
                          <a:latin typeface="Bahnschrift" panose="020B0502040204020203" pitchFamily="34" charset="0"/>
                        </a:rPr>
                        <a:t>24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1600" dirty="0">
                          <a:latin typeface="Bahnschrift" panose="020B0502040204020203" pitchFamily="34" charset="0"/>
                        </a:rPr>
                        <a:t>Basel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1600" dirty="0">
                          <a:latin typeface="Bahnschrift" panose="020B0502040204020203" pitchFamily="34" charset="0"/>
                        </a:rPr>
                        <a:t>40,000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1600" dirty="0">
                          <a:latin typeface="Bahnschrift" panose="020B0502040204020203" pitchFamily="34" charset="0"/>
                        </a:rPr>
                        <a:t>1.54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936780913"/>
                  </a:ext>
                </a:extLst>
              </a:tr>
              <a:tr h="503651">
                <a:tc>
                  <a:txBody>
                    <a:bodyPr/>
                    <a:lstStyle/>
                    <a:p>
                      <a:pPr algn="ctr"/>
                      <a:r>
                        <a:rPr lang="en-GB" sz="1600" dirty="0">
                          <a:latin typeface="Bahnschrift" panose="020B0502040204020203" pitchFamily="34" charset="0"/>
                        </a:rPr>
                        <a:t>005</a:t>
                      </a:r>
                    </a:p>
                  </a:txBody>
                  <a:tcPr anchor="ctr">
                    <a:solidFill>
                      <a:schemeClr val="accent6">
                        <a:lumMod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1600" dirty="0">
                          <a:latin typeface="Bahnschrift" panose="020B0502040204020203" pitchFamily="34" charset="0"/>
                        </a:rPr>
                        <a:t>Daisy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1600" dirty="0">
                          <a:latin typeface="Bahnschrift" panose="020B0502040204020203" pitchFamily="34" charset="0"/>
                        </a:rPr>
                        <a:t>37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1600" dirty="0">
                          <a:latin typeface="Bahnschrift" panose="020B0502040204020203" pitchFamily="34" charset="0"/>
                        </a:rPr>
                        <a:t>Cologne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1600" dirty="0">
                          <a:latin typeface="Bahnschrift" panose="020B0502040204020203" pitchFamily="34" charset="0"/>
                        </a:rPr>
                        <a:t>55,000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1600" dirty="0">
                          <a:latin typeface="Bahnschrift" panose="020B0502040204020203" pitchFamily="34" charset="0"/>
                        </a:rPr>
                        <a:t>1.87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060900218"/>
                  </a:ext>
                </a:extLst>
              </a:tr>
              <a:tr h="503651">
                <a:tc>
                  <a:txBody>
                    <a:bodyPr/>
                    <a:lstStyle/>
                    <a:p>
                      <a:pPr algn="ctr"/>
                      <a:r>
                        <a:rPr lang="en-GB" sz="1600" dirty="0">
                          <a:latin typeface="Bahnschrift" panose="020B0502040204020203" pitchFamily="34" charset="0"/>
                        </a:rPr>
                        <a:t>006</a:t>
                      </a:r>
                    </a:p>
                  </a:txBody>
                  <a:tcPr anchor="ctr">
                    <a:solidFill>
                      <a:schemeClr val="accent6">
                        <a:lumMod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1600" dirty="0">
                          <a:latin typeface="Bahnschrift" panose="020B0502040204020203" pitchFamily="34" charset="0"/>
                        </a:rPr>
                        <a:t>Jason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1600" dirty="0">
                          <a:latin typeface="Bahnschrift" panose="020B0502040204020203" pitchFamily="34" charset="0"/>
                        </a:rPr>
                        <a:t>19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1600" dirty="0">
                          <a:latin typeface="Bahnschrift" panose="020B0502040204020203" pitchFamily="34" charset="0"/>
                        </a:rPr>
                        <a:t>Munich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1600" dirty="0">
                          <a:latin typeface="Bahnschrift" panose="020B0502040204020203" pitchFamily="34" charset="0"/>
                        </a:rPr>
                        <a:t>60,000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1600" dirty="0">
                          <a:latin typeface="Bahnschrift" panose="020B0502040204020203" pitchFamily="34" charset="0"/>
                        </a:rPr>
                        <a:t>1.82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505577490"/>
                  </a:ext>
                </a:extLst>
              </a:tr>
              <a:tr h="503651">
                <a:tc>
                  <a:txBody>
                    <a:bodyPr/>
                    <a:lstStyle/>
                    <a:p>
                      <a:pPr algn="ctr"/>
                      <a:r>
                        <a:rPr lang="en-GB" sz="1600" dirty="0">
                          <a:latin typeface="Bahnschrift" panose="020B0502040204020203" pitchFamily="34" charset="0"/>
                        </a:rPr>
                        <a:t>007</a:t>
                      </a:r>
                    </a:p>
                  </a:txBody>
                  <a:tcPr anchor="ctr">
                    <a:solidFill>
                      <a:schemeClr val="accent6">
                        <a:lumMod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1600" dirty="0">
                          <a:latin typeface="Bahnschrift" panose="020B0502040204020203" pitchFamily="34" charset="0"/>
                        </a:rPr>
                        <a:t>Daniel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1600" dirty="0">
                          <a:latin typeface="Bahnschrift" panose="020B0502040204020203" pitchFamily="34" charset="0"/>
                        </a:rPr>
                        <a:t>25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1600" dirty="0">
                          <a:latin typeface="Bahnschrift" panose="020B0502040204020203" pitchFamily="34" charset="0"/>
                        </a:rPr>
                        <a:t>Lugano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1600" dirty="0">
                          <a:latin typeface="Bahnschrift" panose="020B0502040204020203" pitchFamily="34" charset="0"/>
                        </a:rPr>
                        <a:t>80,000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1600" dirty="0">
                          <a:latin typeface="Bahnschrift" panose="020B0502040204020203" pitchFamily="34" charset="0"/>
                        </a:rPr>
                        <a:t>1.63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217193553"/>
                  </a:ext>
                </a:extLst>
              </a:tr>
            </a:tbl>
          </a:graphicData>
        </a:graphic>
      </p:graphicFrame>
      <p:sp>
        <p:nvSpPr>
          <p:cNvPr id="4" name="TextBox 3">
            <a:extLst>
              <a:ext uri="{FF2B5EF4-FFF2-40B4-BE49-F238E27FC236}">
                <a16:creationId xmlns:a16="http://schemas.microsoft.com/office/drawing/2014/main" id="{1E47B96F-3921-AD0B-9BDF-5B05539B28E6}"/>
              </a:ext>
            </a:extLst>
          </p:cNvPr>
          <p:cNvSpPr txBox="1"/>
          <p:nvPr/>
        </p:nvSpPr>
        <p:spPr>
          <a:xfrm>
            <a:off x="3622718" y="607525"/>
            <a:ext cx="4946563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4000" dirty="0">
                <a:solidFill>
                  <a:schemeClr val="accent5">
                    <a:lumMod val="60000"/>
                    <a:lumOff val="40000"/>
                  </a:schemeClr>
                </a:solidFill>
                <a:latin typeface="Bahnschrift" panose="020B0502040204020203" pitchFamily="34" charset="0"/>
              </a:rPr>
              <a:t>Scaling</a:t>
            </a:r>
          </a:p>
        </p:txBody>
      </p:sp>
    </p:spTree>
    <p:extLst>
      <p:ext uri="{BB962C8B-B14F-4D97-AF65-F5344CB8AC3E}">
        <p14:creationId xmlns:p14="http://schemas.microsoft.com/office/powerpoint/2010/main" val="850469979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spd="slow">
        <p159:morph option="byObject"/>
      </p:transition>
    </mc:Choice>
    <mc:Fallback xmlns="">
      <p:transition spd="slow">
        <p:fade/>
      </p:transition>
    </mc:Fallback>
  </mc:AlternateContent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6FCDAB6-A10A-21DD-EAE7-74A33180CE0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Table 1">
            <a:extLst>
              <a:ext uri="{FF2B5EF4-FFF2-40B4-BE49-F238E27FC236}">
                <a16:creationId xmlns:a16="http://schemas.microsoft.com/office/drawing/2014/main" id="{DC4A5FD3-D9E3-184D-4808-33B8D04F9F30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164134409"/>
              </p:ext>
            </p:extLst>
          </p:nvPr>
        </p:nvGraphicFramePr>
        <p:xfrm>
          <a:off x="1311227" y="1792941"/>
          <a:ext cx="9569544" cy="4029208"/>
        </p:xfrm>
        <a:graphic>
          <a:graphicData uri="http://schemas.openxmlformats.org/drawingml/2006/table">
            <a:tbl>
              <a:tblPr firstRow="1" firstCol="1" bandRow="1">
                <a:tableStyleId>{F5AB1C69-6EDB-4FF4-983F-18BD219EF322}</a:tableStyleId>
              </a:tblPr>
              <a:tblGrid>
                <a:gridCol w="1594924">
                  <a:extLst>
                    <a:ext uri="{9D8B030D-6E8A-4147-A177-3AD203B41FA5}">
                      <a16:colId xmlns:a16="http://schemas.microsoft.com/office/drawing/2014/main" val="751277688"/>
                    </a:ext>
                  </a:extLst>
                </a:gridCol>
                <a:gridCol w="1594924">
                  <a:extLst>
                    <a:ext uri="{9D8B030D-6E8A-4147-A177-3AD203B41FA5}">
                      <a16:colId xmlns:a16="http://schemas.microsoft.com/office/drawing/2014/main" val="1854811326"/>
                    </a:ext>
                  </a:extLst>
                </a:gridCol>
                <a:gridCol w="1594924">
                  <a:extLst>
                    <a:ext uri="{9D8B030D-6E8A-4147-A177-3AD203B41FA5}">
                      <a16:colId xmlns:a16="http://schemas.microsoft.com/office/drawing/2014/main" val="1059762699"/>
                    </a:ext>
                  </a:extLst>
                </a:gridCol>
                <a:gridCol w="1594924">
                  <a:extLst>
                    <a:ext uri="{9D8B030D-6E8A-4147-A177-3AD203B41FA5}">
                      <a16:colId xmlns:a16="http://schemas.microsoft.com/office/drawing/2014/main" val="2195324066"/>
                    </a:ext>
                  </a:extLst>
                </a:gridCol>
                <a:gridCol w="1594924">
                  <a:extLst>
                    <a:ext uri="{9D8B030D-6E8A-4147-A177-3AD203B41FA5}">
                      <a16:colId xmlns:a16="http://schemas.microsoft.com/office/drawing/2014/main" val="3508518715"/>
                    </a:ext>
                  </a:extLst>
                </a:gridCol>
                <a:gridCol w="1594924">
                  <a:extLst>
                    <a:ext uri="{9D8B030D-6E8A-4147-A177-3AD203B41FA5}">
                      <a16:colId xmlns:a16="http://schemas.microsoft.com/office/drawing/2014/main" val="3728935562"/>
                    </a:ext>
                  </a:extLst>
                </a:gridCol>
              </a:tblGrid>
              <a:tr h="503651">
                <a:tc>
                  <a:txBody>
                    <a:bodyPr/>
                    <a:lstStyle/>
                    <a:p>
                      <a:pPr algn="ctr"/>
                      <a:r>
                        <a:rPr lang="en-GB" sz="1600" dirty="0">
                          <a:latin typeface="Bahnschrift" panose="020B0502040204020203" pitchFamily="34" charset="0"/>
                        </a:rPr>
                        <a:t>ID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</a:t>
                      </a:r>
                    </a:p>
                  </a:txBody>
                  <a:tcPr anchor="ctr">
                    <a:solidFill>
                      <a:schemeClr val="accent6">
                        <a:lumMod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1600" dirty="0">
                          <a:latin typeface="Bahnschrift" panose="020B0502040204020203" pitchFamily="34" charset="0"/>
                        </a:rPr>
                        <a:t>Name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1600" dirty="0">
                          <a:latin typeface="Bahnschrift" panose="020B0502040204020203" pitchFamily="34" charset="0"/>
                        </a:rPr>
                        <a:t>Age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1600" dirty="0">
                          <a:latin typeface="Bahnschrift" panose="020B0502040204020203" pitchFamily="34" charset="0"/>
                        </a:rPr>
                        <a:t>Location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1600" dirty="0">
                          <a:latin typeface="Bahnschrift" panose="020B0502040204020203" pitchFamily="34" charset="0"/>
                        </a:rPr>
                        <a:t>Income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1600" dirty="0">
                          <a:latin typeface="Bahnschrift" panose="020B0502040204020203" pitchFamily="34" charset="0"/>
                        </a:rPr>
                        <a:t>Height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454069704"/>
                  </a:ext>
                </a:extLst>
              </a:tr>
              <a:tr h="503651">
                <a:tc>
                  <a:txBody>
                    <a:bodyPr/>
                    <a:lstStyle/>
                    <a:p>
                      <a:pPr algn="ctr"/>
                      <a:r>
                        <a:rPr lang="en-GB" sz="1600" dirty="0">
                          <a:latin typeface="Bahnschrift" panose="020B0502040204020203" pitchFamily="34" charset="0"/>
                        </a:rPr>
                        <a:t>001</a:t>
                      </a:r>
                    </a:p>
                  </a:txBody>
                  <a:tcPr anchor="ctr">
                    <a:solidFill>
                      <a:schemeClr val="accent6">
                        <a:lumMod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1600" dirty="0">
                          <a:latin typeface="Bahnschrift" panose="020B0502040204020203" pitchFamily="34" charset="0"/>
                        </a:rPr>
                        <a:t>Alice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1600" dirty="0">
                          <a:latin typeface="Bahnschrift" panose="020B0502040204020203" pitchFamily="34" charset="0"/>
                        </a:rPr>
                        <a:t>46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1600" dirty="0">
                          <a:latin typeface="Bahnschrift" panose="020B0502040204020203" pitchFamily="34" charset="0"/>
                        </a:rPr>
                        <a:t>Berlin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1600" dirty="0">
                          <a:latin typeface="Bahnschrift" panose="020B0502040204020203" pitchFamily="34" charset="0"/>
                        </a:rPr>
                        <a:t>75,000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1600" dirty="0">
                          <a:latin typeface="Bahnschrift" panose="020B0502040204020203" pitchFamily="34" charset="0"/>
                        </a:rPr>
                        <a:t>1.75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304447080"/>
                  </a:ext>
                </a:extLst>
              </a:tr>
              <a:tr h="503651">
                <a:tc>
                  <a:txBody>
                    <a:bodyPr/>
                    <a:lstStyle/>
                    <a:p>
                      <a:pPr algn="ctr"/>
                      <a:r>
                        <a:rPr lang="en-GB" sz="1600" dirty="0">
                          <a:latin typeface="Bahnschrift" panose="020B0502040204020203" pitchFamily="34" charset="0"/>
                        </a:rPr>
                        <a:t>002</a:t>
                      </a:r>
                    </a:p>
                  </a:txBody>
                  <a:tcPr anchor="ctr">
                    <a:solidFill>
                      <a:schemeClr val="accent6">
                        <a:lumMod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1600" dirty="0">
                          <a:latin typeface="Bahnschrift" panose="020B0502040204020203" pitchFamily="34" charset="0"/>
                        </a:rPr>
                        <a:t>Frank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1600" dirty="0">
                          <a:latin typeface="Bahnschrift" panose="020B0502040204020203" pitchFamily="34" charset="0"/>
                        </a:rPr>
                        <a:t>23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1600" dirty="0">
                          <a:latin typeface="Bahnschrift" panose="020B0502040204020203" pitchFamily="34" charset="0"/>
                        </a:rPr>
                        <a:t>Paris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1600" dirty="0">
                          <a:latin typeface="Bahnschrift" panose="020B0502040204020203" pitchFamily="34" charset="0"/>
                        </a:rPr>
                        <a:t>90,000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1600" dirty="0">
                          <a:latin typeface="Bahnschrift" panose="020B0502040204020203" pitchFamily="34" charset="0"/>
                        </a:rPr>
                        <a:t>1.81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929876547"/>
                  </a:ext>
                </a:extLst>
              </a:tr>
              <a:tr h="503651">
                <a:tc>
                  <a:txBody>
                    <a:bodyPr/>
                    <a:lstStyle/>
                    <a:p>
                      <a:pPr algn="ctr"/>
                      <a:r>
                        <a:rPr lang="en-GB" sz="1600" dirty="0">
                          <a:latin typeface="Bahnschrift" panose="020B0502040204020203" pitchFamily="34" charset="0"/>
                        </a:rPr>
                        <a:t>003</a:t>
                      </a:r>
                    </a:p>
                  </a:txBody>
                  <a:tcPr anchor="ctr">
                    <a:solidFill>
                      <a:schemeClr val="accent6">
                        <a:lumMod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1600" dirty="0">
                          <a:latin typeface="Bahnschrift" panose="020B0502040204020203" pitchFamily="34" charset="0"/>
                        </a:rPr>
                        <a:t>Diana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1600" dirty="0">
                          <a:latin typeface="Bahnschrift" panose="020B0502040204020203" pitchFamily="34" charset="0"/>
                        </a:rPr>
                        <a:t>52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1600" dirty="0">
                          <a:latin typeface="Bahnschrift" panose="020B0502040204020203" pitchFamily="34" charset="0"/>
                        </a:rPr>
                        <a:t>Zurich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1600" dirty="0">
                          <a:latin typeface="Bahnschrift" panose="020B0502040204020203" pitchFamily="34" charset="0"/>
                        </a:rPr>
                        <a:t>65,000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1600" dirty="0">
                          <a:latin typeface="Bahnschrift" panose="020B0502040204020203" pitchFamily="34" charset="0"/>
                        </a:rPr>
                        <a:t>1.69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307725187"/>
                  </a:ext>
                </a:extLst>
              </a:tr>
              <a:tr h="503651">
                <a:tc>
                  <a:txBody>
                    <a:bodyPr/>
                    <a:lstStyle/>
                    <a:p>
                      <a:pPr algn="ctr"/>
                      <a:r>
                        <a:rPr lang="en-GB" sz="1600" dirty="0">
                          <a:latin typeface="Bahnschrift" panose="020B0502040204020203" pitchFamily="34" charset="0"/>
                        </a:rPr>
                        <a:t>004</a:t>
                      </a:r>
                    </a:p>
                  </a:txBody>
                  <a:tcPr anchor="ctr">
                    <a:solidFill>
                      <a:schemeClr val="accent6">
                        <a:lumMod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1600" dirty="0">
                          <a:latin typeface="Bahnschrift" panose="020B0502040204020203" pitchFamily="34" charset="0"/>
                        </a:rPr>
                        <a:t>Bob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1600" dirty="0">
                          <a:latin typeface="Bahnschrift" panose="020B0502040204020203" pitchFamily="34" charset="0"/>
                        </a:rPr>
                        <a:t>24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1600" dirty="0">
                          <a:latin typeface="Bahnschrift" panose="020B0502040204020203" pitchFamily="34" charset="0"/>
                        </a:rPr>
                        <a:t>Basel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1600" dirty="0">
                          <a:latin typeface="Bahnschrift" panose="020B0502040204020203" pitchFamily="34" charset="0"/>
                        </a:rPr>
                        <a:t>40,000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1600" dirty="0">
                          <a:latin typeface="Bahnschrift" panose="020B0502040204020203" pitchFamily="34" charset="0"/>
                        </a:rPr>
                        <a:t>1.54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936780913"/>
                  </a:ext>
                </a:extLst>
              </a:tr>
              <a:tr h="503651">
                <a:tc>
                  <a:txBody>
                    <a:bodyPr/>
                    <a:lstStyle/>
                    <a:p>
                      <a:pPr algn="ctr"/>
                      <a:r>
                        <a:rPr lang="en-GB" sz="1600" dirty="0">
                          <a:latin typeface="Bahnschrift" panose="020B0502040204020203" pitchFamily="34" charset="0"/>
                        </a:rPr>
                        <a:t>005</a:t>
                      </a:r>
                    </a:p>
                  </a:txBody>
                  <a:tcPr anchor="ctr">
                    <a:solidFill>
                      <a:schemeClr val="accent6">
                        <a:lumMod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1600" dirty="0">
                          <a:latin typeface="Bahnschrift" panose="020B0502040204020203" pitchFamily="34" charset="0"/>
                        </a:rPr>
                        <a:t>Daisy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1600" dirty="0">
                          <a:latin typeface="Bahnschrift" panose="020B0502040204020203" pitchFamily="34" charset="0"/>
                        </a:rPr>
                        <a:t>37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1600" dirty="0">
                          <a:latin typeface="Bahnschrift" panose="020B0502040204020203" pitchFamily="34" charset="0"/>
                        </a:rPr>
                        <a:t>Cologne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1600" dirty="0">
                          <a:latin typeface="Bahnschrift" panose="020B0502040204020203" pitchFamily="34" charset="0"/>
                        </a:rPr>
                        <a:t>55,000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1600" dirty="0">
                          <a:latin typeface="Bahnschrift" panose="020B0502040204020203" pitchFamily="34" charset="0"/>
                        </a:rPr>
                        <a:t>1.87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060900218"/>
                  </a:ext>
                </a:extLst>
              </a:tr>
              <a:tr h="503651">
                <a:tc>
                  <a:txBody>
                    <a:bodyPr/>
                    <a:lstStyle/>
                    <a:p>
                      <a:pPr algn="ctr"/>
                      <a:r>
                        <a:rPr lang="en-GB" sz="1600" dirty="0">
                          <a:latin typeface="Bahnschrift" panose="020B0502040204020203" pitchFamily="34" charset="0"/>
                        </a:rPr>
                        <a:t>006</a:t>
                      </a:r>
                    </a:p>
                  </a:txBody>
                  <a:tcPr anchor="ctr">
                    <a:solidFill>
                      <a:schemeClr val="accent6">
                        <a:lumMod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1600" dirty="0">
                          <a:latin typeface="Bahnschrift" panose="020B0502040204020203" pitchFamily="34" charset="0"/>
                        </a:rPr>
                        <a:t>Jason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1600" dirty="0">
                          <a:latin typeface="Bahnschrift" panose="020B0502040204020203" pitchFamily="34" charset="0"/>
                        </a:rPr>
                        <a:t>19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1600" dirty="0">
                          <a:latin typeface="Bahnschrift" panose="020B0502040204020203" pitchFamily="34" charset="0"/>
                        </a:rPr>
                        <a:t>Munich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1600" dirty="0">
                          <a:latin typeface="Bahnschrift" panose="020B0502040204020203" pitchFamily="34" charset="0"/>
                        </a:rPr>
                        <a:t>60,000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1600" dirty="0">
                          <a:latin typeface="Bahnschrift" panose="020B0502040204020203" pitchFamily="34" charset="0"/>
                        </a:rPr>
                        <a:t>1.82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505577490"/>
                  </a:ext>
                </a:extLst>
              </a:tr>
              <a:tr h="503651">
                <a:tc>
                  <a:txBody>
                    <a:bodyPr/>
                    <a:lstStyle/>
                    <a:p>
                      <a:pPr algn="ctr"/>
                      <a:r>
                        <a:rPr lang="en-GB" sz="1600" dirty="0">
                          <a:latin typeface="Bahnschrift" panose="020B0502040204020203" pitchFamily="34" charset="0"/>
                        </a:rPr>
                        <a:t>007</a:t>
                      </a:r>
                    </a:p>
                  </a:txBody>
                  <a:tcPr anchor="ctr">
                    <a:solidFill>
                      <a:schemeClr val="accent6">
                        <a:lumMod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1600" dirty="0">
                          <a:latin typeface="Bahnschrift" panose="020B0502040204020203" pitchFamily="34" charset="0"/>
                        </a:rPr>
                        <a:t>Daniel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1600" dirty="0">
                          <a:latin typeface="Bahnschrift" panose="020B0502040204020203" pitchFamily="34" charset="0"/>
                        </a:rPr>
                        <a:t>25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1600" dirty="0">
                          <a:latin typeface="Bahnschrift" panose="020B0502040204020203" pitchFamily="34" charset="0"/>
                        </a:rPr>
                        <a:t>Lugano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1600" dirty="0">
                          <a:latin typeface="Bahnschrift" panose="020B0502040204020203" pitchFamily="34" charset="0"/>
                        </a:rPr>
                        <a:t>80,000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1600" dirty="0">
                          <a:latin typeface="Bahnschrift" panose="020B0502040204020203" pitchFamily="34" charset="0"/>
                        </a:rPr>
                        <a:t>1.63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217193553"/>
                  </a:ext>
                </a:extLst>
              </a:tr>
            </a:tbl>
          </a:graphicData>
        </a:graphic>
      </p:graphicFrame>
      <p:sp>
        <p:nvSpPr>
          <p:cNvPr id="4" name="TextBox 3">
            <a:extLst>
              <a:ext uri="{FF2B5EF4-FFF2-40B4-BE49-F238E27FC236}">
                <a16:creationId xmlns:a16="http://schemas.microsoft.com/office/drawing/2014/main" id="{CB15E7DE-7A08-43FA-FD88-CBE087390752}"/>
              </a:ext>
            </a:extLst>
          </p:cNvPr>
          <p:cNvSpPr txBox="1"/>
          <p:nvPr/>
        </p:nvSpPr>
        <p:spPr>
          <a:xfrm>
            <a:off x="3622718" y="607525"/>
            <a:ext cx="4946563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4000" dirty="0" err="1">
                <a:solidFill>
                  <a:schemeClr val="accent5">
                    <a:lumMod val="60000"/>
                    <a:lumOff val="40000"/>
                  </a:schemeClr>
                </a:solidFill>
                <a:latin typeface="Bahnschrift" panose="020B0502040204020203" pitchFamily="34" charset="0"/>
              </a:rPr>
              <a:t>Standardising</a:t>
            </a:r>
            <a:endParaRPr lang="en-US" sz="4000" dirty="0">
              <a:solidFill>
                <a:schemeClr val="accent5">
                  <a:lumMod val="60000"/>
                  <a:lumOff val="40000"/>
                </a:schemeClr>
              </a:solidFill>
              <a:latin typeface="Bahnschrift" panose="020B0502040204020203" pitchFamily="34" charset="0"/>
            </a:endParaRP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ABDBF92B-ECC6-6117-6358-F631B918B08C}"/>
              </a:ext>
            </a:extLst>
          </p:cNvPr>
          <p:cNvSpPr/>
          <p:nvPr/>
        </p:nvSpPr>
        <p:spPr>
          <a:xfrm>
            <a:off x="4527175" y="1792942"/>
            <a:ext cx="1568824" cy="4029207"/>
          </a:xfrm>
          <a:prstGeom prst="rect">
            <a:avLst/>
          </a:prstGeom>
          <a:noFill/>
          <a:ln w="57150">
            <a:solidFill>
              <a:schemeClr val="accent5">
                <a:lumMod val="60000"/>
                <a:lumOff val="4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748084930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spd="slow">
        <p159:morph option="byObject"/>
      </p:transition>
    </mc:Choice>
    <mc:Fallback xmlns="">
      <p:transition spd="slow">
        <p:fade/>
      </p:transition>
    </mc:Fallback>
  </mc:AlternateContent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D27716B-B60A-4A0D-E023-1DE8166EFEF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DACBE815-A1A8-40A7-7464-4535FCD95827}"/>
              </a:ext>
            </a:extLst>
          </p:cNvPr>
          <p:cNvSpPr txBox="1"/>
          <p:nvPr/>
        </p:nvSpPr>
        <p:spPr>
          <a:xfrm>
            <a:off x="3622718" y="607525"/>
            <a:ext cx="4946563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GB" sz="4000">
                <a:solidFill>
                  <a:schemeClr val="accent5">
                    <a:lumMod val="60000"/>
                    <a:lumOff val="40000"/>
                  </a:schemeClr>
                </a:solidFill>
                <a:latin typeface="Bahnschrift" panose="020B0502040204020203" pitchFamily="34" charset="0"/>
              </a:rPr>
              <a:t>Standardising</a:t>
            </a:r>
          </a:p>
        </p:txBody>
      </p:sp>
      <p:graphicFrame>
        <p:nvGraphicFramePr>
          <p:cNvPr id="5" name="Table 4">
            <a:extLst>
              <a:ext uri="{FF2B5EF4-FFF2-40B4-BE49-F238E27FC236}">
                <a16:creationId xmlns:a16="http://schemas.microsoft.com/office/drawing/2014/main" id="{C001B942-37EF-D600-3066-D0EDB30698C3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525973389"/>
              </p:ext>
            </p:extLst>
          </p:nvPr>
        </p:nvGraphicFramePr>
        <p:xfrm>
          <a:off x="804915" y="1414396"/>
          <a:ext cx="1594924" cy="4029208"/>
        </p:xfrm>
        <a:graphic>
          <a:graphicData uri="http://schemas.openxmlformats.org/drawingml/2006/table">
            <a:tbl>
              <a:tblPr firstRow="1" bandRow="1">
                <a:tableStyleId>{F5AB1C69-6EDB-4FF4-983F-18BD219EF322}</a:tableStyleId>
              </a:tblPr>
              <a:tblGrid>
                <a:gridCol w="1594924">
                  <a:extLst>
                    <a:ext uri="{9D8B030D-6E8A-4147-A177-3AD203B41FA5}">
                      <a16:colId xmlns:a16="http://schemas.microsoft.com/office/drawing/2014/main" val="3985989347"/>
                    </a:ext>
                  </a:extLst>
                </a:gridCol>
              </a:tblGrid>
              <a:tr h="503651">
                <a:tc>
                  <a:txBody>
                    <a:bodyPr/>
                    <a:lstStyle/>
                    <a:p>
                      <a:pPr algn="ctr"/>
                      <a:r>
                        <a:rPr lang="en-GB" sz="1600" dirty="0">
                          <a:latin typeface="Bahnschrift" panose="020B0502040204020203" pitchFamily="34" charset="0"/>
                        </a:rPr>
                        <a:t>Age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154236307"/>
                  </a:ext>
                </a:extLst>
              </a:tr>
              <a:tr h="503651">
                <a:tc>
                  <a:txBody>
                    <a:bodyPr/>
                    <a:lstStyle/>
                    <a:p>
                      <a:pPr algn="ctr"/>
                      <a:r>
                        <a:rPr lang="en-GB" sz="1600" dirty="0">
                          <a:latin typeface="Bahnschrift" panose="020B0502040204020203" pitchFamily="34" charset="0"/>
                        </a:rPr>
                        <a:t>46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862705550"/>
                  </a:ext>
                </a:extLst>
              </a:tr>
              <a:tr h="503651">
                <a:tc>
                  <a:txBody>
                    <a:bodyPr/>
                    <a:lstStyle/>
                    <a:p>
                      <a:pPr algn="ctr"/>
                      <a:r>
                        <a:rPr lang="en-GB" sz="1600" dirty="0">
                          <a:latin typeface="Bahnschrift" panose="020B0502040204020203" pitchFamily="34" charset="0"/>
                        </a:rPr>
                        <a:t>23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76534677"/>
                  </a:ext>
                </a:extLst>
              </a:tr>
              <a:tr h="503651">
                <a:tc>
                  <a:txBody>
                    <a:bodyPr/>
                    <a:lstStyle/>
                    <a:p>
                      <a:pPr algn="ctr"/>
                      <a:r>
                        <a:rPr lang="en-GB" sz="1600" dirty="0">
                          <a:latin typeface="Bahnschrift" panose="020B0502040204020203" pitchFamily="34" charset="0"/>
                        </a:rPr>
                        <a:t>52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4138352807"/>
                  </a:ext>
                </a:extLst>
              </a:tr>
              <a:tr h="503651">
                <a:tc>
                  <a:txBody>
                    <a:bodyPr/>
                    <a:lstStyle/>
                    <a:p>
                      <a:pPr algn="ctr"/>
                      <a:r>
                        <a:rPr lang="en-GB" sz="1600" dirty="0">
                          <a:latin typeface="Bahnschrift" panose="020B0502040204020203" pitchFamily="34" charset="0"/>
                        </a:rPr>
                        <a:t>24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635136352"/>
                  </a:ext>
                </a:extLst>
              </a:tr>
              <a:tr h="503651">
                <a:tc>
                  <a:txBody>
                    <a:bodyPr/>
                    <a:lstStyle/>
                    <a:p>
                      <a:pPr algn="ctr"/>
                      <a:r>
                        <a:rPr lang="en-GB" sz="1600" dirty="0">
                          <a:latin typeface="Bahnschrift" panose="020B0502040204020203" pitchFamily="34" charset="0"/>
                        </a:rPr>
                        <a:t>37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609944788"/>
                  </a:ext>
                </a:extLst>
              </a:tr>
              <a:tr h="503651">
                <a:tc>
                  <a:txBody>
                    <a:bodyPr/>
                    <a:lstStyle/>
                    <a:p>
                      <a:pPr algn="ctr"/>
                      <a:r>
                        <a:rPr lang="en-GB" sz="1600" dirty="0">
                          <a:latin typeface="Bahnschrift" panose="020B0502040204020203" pitchFamily="34" charset="0"/>
                        </a:rPr>
                        <a:t>19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064592613"/>
                  </a:ext>
                </a:extLst>
              </a:tr>
              <a:tr h="503651">
                <a:tc>
                  <a:txBody>
                    <a:bodyPr/>
                    <a:lstStyle/>
                    <a:p>
                      <a:pPr algn="ctr"/>
                      <a:r>
                        <a:rPr lang="en-GB" sz="1600" dirty="0">
                          <a:latin typeface="Bahnschrift" panose="020B0502040204020203" pitchFamily="34" charset="0"/>
                        </a:rPr>
                        <a:t>25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456268614"/>
                  </a:ext>
                </a:extLst>
              </a:tr>
            </a:tbl>
          </a:graphicData>
        </a:graphic>
      </p:graphicFrame>
      <p:sp>
        <p:nvSpPr>
          <p:cNvPr id="3" name="Rectangle 2">
            <a:extLst>
              <a:ext uri="{FF2B5EF4-FFF2-40B4-BE49-F238E27FC236}">
                <a16:creationId xmlns:a16="http://schemas.microsoft.com/office/drawing/2014/main" id="{1B540858-06AF-0391-854B-D754B97F56E1}"/>
              </a:ext>
            </a:extLst>
          </p:cNvPr>
          <p:cNvSpPr/>
          <p:nvPr/>
        </p:nvSpPr>
        <p:spPr>
          <a:xfrm>
            <a:off x="831015" y="1414397"/>
            <a:ext cx="1568824" cy="4029207"/>
          </a:xfrm>
          <a:prstGeom prst="rect">
            <a:avLst/>
          </a:prstGeom>
          <a:noFill/>
          <a:ln w="57150">
            <a:solidFill>
              <a:schemeClr val="accent5">
                <a:lumMod val="60000"/>
                <a:lumOff val="4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7" name="TextBox 6">
                <a:extLst>
                  <a:ext uri="{FF2B5EF4-FFF2-40B4-BE49-F238E27FC236}">
                    <a16:creationId xmlns:a16="http://schemas.microsoft.com/office/drawing/2014/main" id="{0F25D67D-2F20-430E-2249-E8FA2C4B9B5D}"/>
                  </a:ext>
                </a:extLst>
              </p:cNvPr>
              <p:cNvSpPr txBox="1"/>
              <p:nvPr/>
            </p:nvSpPr>
            <p:spPr>
              <a:xfrm>
                <a:off x="5097913" y="3101712"/>
                <a:ext cx="2361929" cy="948786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GB" sz="360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de-CH" sz="3600" b="0" i="1" smtClean="0">
                              <a:latin typeface="Cambria Math" panose="02040503050406030204" pitchFamily="18" charset="0"/>
                            </a:rPr>
                            <m:t>𝑦</m:t>
                          </m:r>
                        </m:e>
                        <m:sub>
                          <m:r>
                            <a:rPr lang="de-CH" sz="3600" b="0" i="1" smtClean="0">
                              <a:latin typeface="Cambria Math" panose="02040503050406030204" pitchFamily="18" charset="0"/>
                            </a:rPr>
                            <m:t>𝑖</m:t>
                          </m:r>
                        </m:sub>
                      </m:sSub>
                      <m:r>
                        <a:rPr lang="de-CH" sz="3600" b="0" i="1" smtClean="0"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de-CH" sz="3600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sSub>
                            <m:sSubPr>
                              <m:ctrlPr>
                                <a:rPr lang="de-CH" sz="3600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de-CH" sz="3600" b="0" i="1" smtClean="0"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e>
                            <m:sub>
                              <m:r>
                                <a:rPr lang="de-CH" sz="3600" b="0" i="1" smtClean="0">
                                  <a:latin typeface="Cambria Math" panose="02040503050406030204" pitchFamily="18" charset="0"/>
                                </a:rPr>
                                <m:t>𝑖</m:t>
                              </m:r>
                            </m:sub>
                          </m:sSub>
                          <m:r>
                            <a:rPr lang="de-CH" sz="3600" b="0" i="1" smtClean="0">
                              <a:latin typeface="Cambria Math" panose="02040503050406030204" pitchFamily="18" charset="0"/>
                            </a:rPr>
                            <m:t>−</m:t>
                          </m:r>
                          <m:r>
                            <a:rPr lang="de-CH" sz="36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𝜇</m:t>
                          </m:r>
                        </m:num>
                        <m:den>
                          <m:r>
                            <a:rPr lang="de-CH" sz="36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𝜎</m:t>
                          </m:r>
                        </m:den>
                      </m:f>
                    </m:oMath>
                  </m:oMathPara>
                </a14:m>
                <a:endParaRPr lang="en-GB" sz="3600" dirty="0"/>
              </a:p>
            </p:txBody>
          </p:sp>
        </mc:Choice>
        <mc:Fallback xmlns="">
          <p:sp>
            <p:nvSpPr>
              <p:cNvPr id="7" name="TextBox 6">
                <a:extLst>
                  <a:ext uri="{FF2B5EF4-FFF2-40B4-BE49-F238E27FC236}">
                    <a16:creationId xmlns:a16="http://schemas.microsoft.com/office/drawing/2014/main" id="{0F25D67D-2F20-430E-2249-E8FA2C4B9B5D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097913" y="3101712"/>
                <a:ext cx="2361929" cy="948786"/>
              </a:xfrm>
              <a:prstGeom prst="rect">
                <a:avLst/>
              </a:prstGeom>
              <a:blipFill>
                <a:blip r:embed="rId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5" name="TextBox 14">
                <a:extLst>
                  <a:ext uri="{FF2B5EF4-FFF2-40B4-BE49-F238E27FC236}">
                    <a16:creationId xmlns:a16="http://schemas.microsoft.com/office/drawing/2014/main" id="{6AB2E815-AA81-A5F5-0523-6AC52F041C88}"/>
                  </a:ext>
                </a:extLst>
              </p:cNvPr>
              <p:cNvSpPr txBox="1"/>
              <p:nvPr/>
            </p:nvSpPr>
            <p:spPr>
              <a:xfrm>
                <a:off x="4291144" y="4414375"/>
                <a:ext cx="3975465" cy="1631216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marL="342900" indent="-342900">
                  <a:buFont typeface="Arial" panose="020B0604020202020204" pitchFamily="34" charset="0"/>
                  <a:buChar char="•"/>
                </a:pPr>
                <a14:m>
                  <m:oMath xmlns:m="http://schemas.openxmlformats.org/officeDocument/2006/math">
                    <m:sSub>
                      <m:sSubPr>
                        <m:ctrlPr>
                          <a:rPr lang="en-GB" sz="200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de-CH" sz="2000" b="0" i="1" smtClean="0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de-CH" sz="2000" b="0" i="1" smtClean="0">
                            <a:latin typeface="Cambria Math" panose="02040503050406030204" pitchFamily="18" charset="0"/>
                          </a:rPr>
                          <m:t>𝑖</m:t>
                        </m:r>
                      </m:sub>
                    </m:sSub>
                    <m:r>
                      <a:rPr lang="de-CH" sz="2000" b="0" i="0" smtClean="0">
                        <a:latin typeface="Cambria Math" panose="02040503050406030204" pitchFamily="18" charset="0"/>
                      </a:rPr>
                      <m:t> </m:t>
                    </m:r>
                  </m:oMath>
                </a14:m>
                <a:r>
                  <a:rPr lang="en-GB" sz="2000" dirty="0">
                    <a:latin typeface="Bahnschrift" panose="020B0502040204020203" pitchFamily="34" charset="0"/>
                  </a:rPr>
                  <a:t>are the original values</a:t>
                </a:r>
                <a:endParaRPr lang="en-GB" sz="2000" i="1" dirty="0">
                  <a:latin typeface="Cambria Math" panose="02040503050406030204" pitchFamily="18" charset="0"/>
                </a:endParaRPr>
              </a:p>
              <a:p>
                <a:pPr marL="342900" indent="-342900">
                  <a:buFont typeface="Arial" panose="020B0604020202020204" pitchFamily="34" charset="0"/>
                  <a:buChar char="•"/>
                </a:pPr>
                <a14:m>
                  <m:oMath xmlns:m="http://schemas.openxmlformats.org/officeDocument/2006/math">
                    <m:sSub>
                      <m:sSubPr>
                        <m:ctrlPr>
                          <a:rPr lang="en-GB" sz="200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de-CH" sz="2000" b="0" i="1" smtClean="0">
                            <a:latin typeface="Cambria Math" panose="02040503050406030204" pitchFamily="18" charset="0"/>
                          </a:rPr>
                          <m:t>𝑦</m:t>
                        </m:r>
                      </m:e>
                      <m:sub>
                        <m:r>
                          <a:rPr lang="de-CH" sz="2000" b="0" i="1" smtClean="0">
                            <a:latin typeface="Cambria Math" panose="02040503050406030204" pitchFamily="18" charset="0"/>
                          </a:rPr>
                          <m:t>𝑖</m:t>
                        </m:r>
                      </m:sub>
                    </m:sSub>
                    <m:r>
                      <a:rPr lang="de-CH" sz="2000" b="0" i="0" smtClean="0">
                        <a:latin typeface="Cambria Math" panose="02040503050406030204" pitchFamily="18" charset="0"/>
                      </a:rPr>
                      <m:t> </m:t>
                    </m:r>
                  </m:oMath>
                </a14:m>
                <a:r>
                  <a:rPr lang="en-GB" sz="2000" dirty="0">
                    <a:latin typeface="Bahnschrift" panose="020B0502040204020203" pitchFamily="34" charset="0"/>
                  </a:rPr>
                  <a:t>are the standardised values</a:t>
                </a:r>
              </a:p>
              <a:p>
                <a:pPr marL="342900" indent="-342900">
                  <a:buFont typeface="Arial" panose="020B0604020202020204" pitchFamily="34" charset="0"/>
                  <a:buChar char="•"/>
                </a:pPr>
                <a14:m>
                  <m:oMath xmlns:m="http://schemas.openxmlformats.org/officeDocument/2006/math">
                    <m:r>
                      <a:rPr lang="en-GB" sz="200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𝜇</m:t>
                    </m:r>
                  </m:oMath>
                </a14:m>
                <a:r>
                  <a:rPr lang="en-GB" sz="2000" dirty="0">
                    <a:latin typeface="Bahnschrift" panose="020B0502040204020203" pitchFamily="34" charset="0"/>
                  </a:rPr>
                  <a:t> is the mean of the data</a:t>
                </a:r>
              </a:p>
              <a:p>
                <a:pPr marL="342900" indent="-342900">
                  <a:buFont typeface="Arial" panose="020B0604020202020204" pitchFamily="34" charset="0"/>
                  <a:buChar char="•"/>
                </a:pPr>
                <a14:m>
                  <m:oMath xmlns:m="http://schemas.openxmlformats.org/officeDocument/2006/math">
                    <m:r>
                      <a:rPr lang="en-GB" sz="200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𝜎</m:t>
                    </m:r>
                  </m:oMath>
                </a14:m>
                <a:r>
                  <a:rPr lang="en-GB" sz="2000" dirty="0">
                    <a:latin typeface="Bahnschrift" panose="020B0502040204020203" pitchFamily="34" charset="0"/>
                  </a:rPr>
                  <a:t> is the standard deviation</a:t>
                </a:r>
              </a:p>
              <a:p>
                <a:pPr marL="342900" indent="-342900">
                  <a:buFont typeface="Arial" panose="020B0604020202020204" pitchFamily="34" charset="0"/>
                  <a:buChar char="•"/>
                </a:pPr>
                <a14:m>
                  <m:oMath xmlns:m="http://schemas.openxmlformats.org/officeDocument/2006/math">
                    <m:r>
                      <a:rPr lang="de-CH" sz="2000" b="0" i="1" smtClean="0">
                        <a:latin typeface="Cambria Math" panose="02040503050406030204" pitchFamily="18" charset="0"/>
                      </a:rPr>
                      <m:t>𝑁</m:t>
                    </m:r>
                  </m:oMath>
                </a14:m>
                <a:r>
                  <a:rPr lang="en-GB" sz="2000" dirty="0">
                    <a:latin typeface="Bahnschrift" panose="020B0502040204020203" pitchFamily="34" charset="0"/>
                  </a:rPr>
                  <a:t> is the number of data</a:t>
                </a:r>
              </a:p>
            </p:txBody>
          </p:sp>
        </mc:Choice>
        <mc:Fallback xmlns="">
          <p:sp>
            <p:nvSpPr>
              <p:cNvPr id="15" name="TextBox 14">
                <a:extLst>
                  <a:ext uri="{FF2B5EF4-FFF2-40B4-BE49-F238E27FC236}">
                    <a16:creationId xmlns:a16="http://schemas.microsoft.com/office/drawing/2014/main" id="{6AB2E815-AA81-A5F5-0523-6AC52F041C88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291144" y="4414375"/>
                <a:ext cx="3975465" cy="1631216"/>
              </a:xfrm>
              <a:prstGeom prst="rect">
                <a:avLst/>
              </a:prstGeom>
              <a:blipFill>
                <a:blip r:embed="rId3"/>
                <a:stretch>
                  <a:fillRect l="-1380" t="-2239" r="-2914" b="-5224"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6" name="TextBox 15">
            <a:extLst>
              <a:ext uri="{FF2B5EF4-FFF2-40B4-BE49-F238E27FC236}">
                <a16:creationId xmlns:a16="http://schemas.microsoft.com/office/drawing/2014/main" id="{130B5700-89AF-46EF-5543-28221953F89E}"/>
              </a:ext>
            </a:extLst>
          </p:cNvPr>
          <p:cNvSpPr txBox="1"/>
          <p:nvPr/>
        </p:nvSpPr>
        <p:spPr>
          <a:xfrm>
            <a:off x="2965266" y="1414396"/>
            <a:ext cx="6627224" cy="13234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kumimoji="0" lang="en-GB" sz="2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Bahnschrift" panose="020B0502040204020203" pitchFamily="34" charset="0"/>
                <a:ea typeface="+mn-ea"/>
                <a:cs typeface="+mn-cs"/>
              </a:rPr>
              <a:t>Standardising ensures </a:t>
            </a:r>
            <a:r>
              <a:rPr kumimoji="0" lang="en-GB" sz="20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Bahnschrift" panose="020B0502040204020203" pitchFamily="34" charset="0"/>
                <a:ea typeface="+mn-ea"/>
                <a:cs typeface="+mn-cs"/>
              </a:rPr>
              <a:t>all properties contribute equally</a:t>
            </a:r>
            <a:r>
              <a:rPr kumimoji="0" lang="en-GB" sz="2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Bahnschrift" panose="020B0502040204020203" pitchFamily="34" charset="0"/>
                <a:ea typeface="+mn-ea"/>
                <a:cs typeface="+mn-cs"/>
              </a:rPr>
              <a:t>, preventing larger scales (like age) from dominating smaller ones (like height). It is typically applied to datasets with varying scales.</a:t>
            </a:r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886211470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spd="slow">
        <p159:morph option="byObject"/>
      </p:transition>
    </mc:Choice>
    <mc:Fallback xmlns="">
      <p:transition spd="slow">
        <p:fade/>
      </p:transition>
    </mc:Fallback>
  </mc:AlternateContent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D04CD09-F425-3527-5564-6F8E1930614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E96584F0-1234-40B9-3297-0E93CB0C98D6}"/>
              </a:ext>
            </a:extLst>
          </p:cNvPr>
          <p:cNvSpPr txBox="1"/>
          <p:nvPr/>
        </p:nvSpPr>
        <p:spPr>
          <a:xfrm>
            <a:off x="3622718" y="607525"/>
            <a:ext cx="4946563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GB" sz="4000">
                <a:solidFill>
                  <a:schemeClr val="accent5">
                    <a:lumMod val="60000"/>
                    <a:lumOff val="40000"/>
                  </a:schemeClr>
                </a:solidFill>
                <a:latin typeface="Bahnschrift" panose="020B0502040204020203" pitchFamily="34" charset="0"/>
              </a:rPr>
              <a:t>Standardising</a:t>
            </a:r>
          </a:p>
        </p:txBody>
      </p:sp>
      <p:graphicFrame>
        <p:nvGraphicFramePr>
          <p:cNvPr id="5" name="Table 4">
            <a:extLst>
              <a:ext uri="{FF2B5EF4-FFF2-40B4-BE49-F238E27FC236}">
                <a16:creationId xmlns:a16="http://schemas.microsoft.com/office/drawing/2014/main" id="{633CD91E-DF40-DBAA-D059-4E7467F060D9}"/>
              </a:ext>
            </a:extLst>
          </p:cNvPr>
          <p:cNvGraphicFramePr>
            <a:graphicFrameLocks noGrp="1"/>
          </p:cNvGraphicFramePr>
          <p:nvPr/>
        </p:nvGraphicFramePr>
        <p:xfrm>
          <a:off x="804915" y="1414396"/>
          <a:ext cx="1594924" cy="4029208"/>
        </p:xfrm>
        <a:graphic>
          <a:graphicData uri="http://schemas.openxmlformats.org/drawingml/2006/table">
            <a:tbl>
              <a:tblPr firstRow="1" bandRow="1">
                <a:tableStyleId>{F5AB1C69-6EDB-4FF4-983F-18BD219EF322}</a:tableStyleId>
              </a:tblPr>
              <a:tblGrid>
                <a:gridCol w="1594924">
                  <a:extLst>
                    <a:ext uri="{9D8B030D-6E8A-4147-A177-3AD203B41FA5}">
                      <a16:colId xmlns:a16="http://schemas.microsoft.com/office/drawing/2014/main" val="3985989347"/>
                    </a:ext>
                  </a:extLst>
                </a:gridCol>
              </a:tblGrid>
              <a:tr h="503651">
                <a:tc>
                  <a:txBody>
                    <a:bodyPr/>
                    <a:lstStyle/>
                    <a:p>
                      <a:pPr algn="ctr"/>
                      <a:r>
                        <a:rPr lang="en-GB" sz="1600" dirty="0">
                          <a:latin typeface="Bahnschrift" panose="020B0502040204020203" pitchFamily="34" charset="0"/>
                        </a:rPr>
                        <a:t>Age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154236307"/>
                  </a:ext>
                </a:extLst>
              </a:tr>
              <a:tr h="503651">
                <a:tc>
                  <a:txBody>
                    <a:bodyPr/>
                    <a:lstStyle/>
                    <a:p>
                      <a:pPr algn="ctr"/>
                      <a:r>
                        <a:rPr lang="en-GB" sz="1600" dirty="0">
                          <a:latin typeface="Bahnschrift" panose="020B0502040204020203" pitchFamily="34" charset="0"/>
                        </a:rPr>
                        <a:t>46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862705550"/>
                  </a:ext>
                </a:extLst>
              </a:tr>
              <a:tr h="503651">
                <a:tc>
                  <a:txBody>
                    <a:bodyPr/>
                    <a:lstStyle/>
                    <a:p>
                      <a:pPr algn="ctr"/>
                      <a:r>
                        <a:rPr lang="en-GB" sz="1600" dirty="0">
                          <a:latin typeface="Bahnschrift" panose="020B0502040204020203" pitchFamily="34" charset="0"/>
                        </a:rPr>
                        <a:t>23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76534677"/>
                  </a:ext>
                </a:extLst>
              </a:tr>
              <a:tr h="503651">
                <a:tc>
                  <a:txBody>
                    <a:bodyPr/>
                    <a:lstStyle/>
                    <a:p>
                      <a:pPr algn="ctr"/>
                      <a:r>
                        <a:rPr lang="en-GB" sz="1600" dirty="0">
                          <a:latin typeface="Bahnschrift" panose="020B0502040204020203" pitchFamily="34" charset="0"/>
                        </a:rPr>
                        <a:t>52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4138352807"/>
                  </a:ext>
                </a:extLst>
              </a:tr>
              <a:tr h="503651">
                <a:tc>
                  <a:txBody>
                    <a:bodyPr/>
                    <a:lstStyle/>
                    <a:p>
                      <a:pPr algn="ctr"/>
                      <a:r>
                        <a:rPr lang="en-GB" sz="1600" dirty="0">
                          <a:latin typeface="Bahnschrift" panose="020B0502040204020203" pitchFamily="34" charset="0"/>
                        </a:rPr>
                        <a:t>24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635136352"/>
                  </a:ext>
                </a:extLst>
              </a:tr>
              <a:tr h="503651">
                <a:tc>
                  <a:txBody>
                    <a:bodyPr/>
                    <a:lstStyle/>
                    <a:p>
                      <a:pPr algn="ctr"/>
                      <a:r>
                        <a:rPr lang="en-GB" sz="1600" dirty="0">
                          <a:latin typeface="Bahnschrift" panose="020B0502040204020203" pitchFamily="34" charset="0"/>
                        </a:rPr>
                        <a:t>37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609944788"/>
                  </a:ext>
                </a:extLst>
              </a:tr>
              <a:tr h="503651">
                <a:tc>
                  <a:txBody>
                    <a:bodyPr/>
                    <a:lstStyle/>
                    <a:p>
                      <a:pPr algn="ctr"/>
                      <a:r>
                        <a:rPr lang="en-GB" sz="1600" dirty="0">
                          <a:latin typeface="Bahnschrift" panose="020B0502040204020203" pitchFamily="34" charset="0"/>
                        </a:rPr>
                        <a:t>19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064592613"/>
                  </a:ext>
                </a:extLst>
              </a:tr>
              <a:tr h="503651">
                <a:tc>
                  <a:txBody>
                    <a:bodyPr/>
                    <a:lstStyle/>
                    <a:p>
                      <a:pPr algn="ctr"/>
                      <a:r>
                        <a:rPr lang="en-GB" sz="1600" dirty="0">
                          <a:latin typeface="Bahnschrift" panose="020B0502040204020203" pitchFamily="34" charset="0"/>
                        </a:rPr>
                        <a:t>25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456268614"/>
                  </a:ext>
                </a:extLst>
              </a:tr>
            </a:tbl>
          </a:graphicData>
        </a:graphic>
      </p:graphicFrame>
      <p:sp>
        <p:nvSpPr>
          <p:cNvPr id="3" name="Rectangle 2">
            <a:extLst>
              <a:ext uri="{FF2B5EF4-FFF2-40B4-BE49-F238E27FC236}">
                <a16:creationId xmlns:a16="http://schemas.microsoft.com/office/drawing/2014/main" id="{AE585AD3-73AB-F270-B023-9FBB12934A3D}"/>
              </a:ext>
            </a:extLst>
          </p:cNvPr>
          <p:cNvSpPr/>
          <p:nvPr/>
        </p:nvSpPr>
        <p:spPr>
          <a:xfrm>
            <a:off x="831015" y="1414397"/>
            <a:ext cx="1568824" cy="4029207"/>
          </a:xfrm>
          <a:prstGeom prst="rect">
            <a:avLst/>
          </a:prstGeom>
          <a:noFill/>
          <a:ln w="57150">
            <a:solidFill>
              <a:schemeClr val="accent5">
                <a:lumMod val="60000"/>
                <a:lumOff val="4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7" name="TextBox 6">
                <a:extLst>
                  <a:ext uri="{FF2B5EF4-FFF2-40B4-BE49-F238E27FC236}">
                    <a16:creationId xmlns:a16="http://schemas.microsoft.com/office/drawing/2014/main" id="{288BB1C4-6BB8-C35C-B71B-6928486F2C50}"/>
                  </a:ext>
                </a:extLst>
              </p:cNvPr>
              <p:cNvSpPr txBox="1"/>
              <p:nvPr/>
            </p:nvSpPr>
            <p:spPr>
              <a:xfrm>
                <a:off x="5184627" y="3042369"/>
                <a:ext cx="1822743" cy="1067472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de-CH" sz="360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𝜇</m:t>
                      </m:r>
                      <m:r>
                        <a:rPr lang="de-CH" sz="3600" b="0" i="1" smtClean="0"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de-CH" sz="3600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nary>
                            <m:naryPr>
                              <m:chr m:val="∑"/>
                              <m:subHide m:val="on"/>
                              <m:supHide m:val="on"/>
                              <m:ctrlPr>
                                <a:rPr lang="de-CH" sz="3600" b="0" i="1" smtClean="0">
                                  <a:latin typeface="Cambria Math" panose="02040503050406030204" pitchFamily="18" charset="0"/>
                                </a:rPr>
                              </m:ctrlPr>
                            </m:naryPr>
                            <m:sub/>
                            <m:sup/>
                            <m:e>
                              <m:sSub>
                                <m:sSubPr>
                                  <m:ctrlPr>
                                    <a:rPr lang="de-CH" sz="3600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de-CH" sz="3600" b="0" i="1" smtClean="0">
                                      <a:latin typeface="Cambria Math" panose="02040503050406030204" pitchFamily="18" charset="0"/>
                                    </a:rPr>
                                    <m:t>𝑥</m:t>
                                  </m:r>
                                </m:e>
                                <m:sub>
                                  <m:r>
                                    <a:rPr lang="de-CH" sz="3600" b="0" i="1" smtClean="0">
                                      <a:latin typeface="Cambria Math" panose="02040503050406030204" pitchFamily="18" charset="0"/>
                                    </a:rPr>
                                    <m:t>𝑖</m:t>
                                  </m:r>
                                </m:sub>
                              </m:sSub>
                            </m:e>
                          </m:nary>
                        </m:num>
                        <m:den>
                          <m:r>
                            <a:rPr lang="de-CH" sz="3600" b="0" i="1" smtClean="0">
                              <a:latin typeface="Cambria Math" panose="02040503050406030204" pitchFamily="18" charset="0"/>
                            </a:rPr>
                            <m:t>𝑁</m:t>
                          </m:r>
                        </m:den>
                      </m:f>
                    </m:oMath>
                  </m:oMathPara>
                </a14:m>
                <a:endParaRPr lang="en-GB" sz="3600" dirty="0"/>
              </a:p>
            </p:txBody>
          </p:sp>
        </mc:Choice>
        <mc:Fallback xmlns="">
          <p:sp>
            <p:nvSpPr>
              <p:cNvPr id="7" name="TextBox 6">
                <a:extLst>
                  <a:ext uri="{FF2B5EF4-FFF2-40B4-BE49-F238E27FC236}">
                    <a16:creationId xmlns:a16="http://schemas.microsoft.com/office/drawing/2014/main" id="{288BB1C4-6BB8-C35C-B71B-6928486F2C50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184627" y="3042369"/>
                <a:ext cx="1822743" cy="1067472"/>
              </a:xfrm>
              <a:prstGeom prst="rect">
                <a:avLst/>
              </a:prstGeom>
              <a:blipFill>
                <a:blip r:embed="rId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" name="TextBox 1">
            <a:extLst>
              <a:ext uri="{FF2B5EF4-FFF2-40B4-BE49-F238E27FC236}">
                <a16:creationId xmlns:a16="http://schemas.microsoft.com/office/drawing/2014/main" id="{DC28AC12-48E1-192D-99BE-77A31AB9E73F}"/>
              </a:ext>
            </a:extLst>
          </p:cNvPr>
          <p:cNvSpPr txBox="1"/>
          <p:nvPr/>
        </p:nvSpPr>
        <p:spPr>
          <a:xfrm>
            <a:off x="2965266" y="1414396"/>
            <a:ext cx="6627224" cy="13234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kumimoji="0" lang="en-GB" sz="2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Bahnschrift" panose="020B0502040204020203" pitchFamily="34" charset="0"/>
                <a:ea typeface="+mn-ea"/>
                <a:cs typeface="+mn-cs"/>
              </a:rPr>
              <a:t>Standardising ensures </a:t>
            </a:r>
            <a:r>
              <a:rPr kumimoji="0" lang="en-GB" sz="20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Bahnschrift" panose="020B0502040204020203" pitchFamily="34" charset="0"/>
                <a:ea typeface="+mn-ea"/>
                <a:cs typeface="+mn-cs"/>
              </a:rPr>
              <a:t>all properties contribute equally</a:t>
            </a:r>
            <a:r>
              <a:rPr kumimoji="0" lang="en-GB" sz="2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Bahnschrift" panose="020B0502040204020203" pitchFamily="34" charset="0"/>
                <a:ea typeface="+mn-ea"/>
                <a:cs typeface="+mn-cs"/>
              </a:rPr>
              <a:t>, preventing larger scales (like age) from dominating smaller ones (like height). It is typically applied to datasets with varying scales.</a:t>
            </a:r>
            <a:endParaRPr lang="en-GB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6" name="TextBox 5">
                <a:extLst>
                  <a:ext uri="{FF2B5EF4-FFF2-40B4-BE49-F238E27FC236}">
                    <a16:creationId xmlns:a16="http://schemas.microsoft.com/office/drawing/2014/main" id="{78581651-B5E6-8CA6-BD0C-72BE2D001BBF}"/>
                  </a:ext>
                </a:extLst>
              </p:cNvPr>
              <p:cNvSpPr txBox="1"/>
              <p:nvPr/>
            </p:nvSpPr>
            <p:spPr>
              <a:xfrm>
                <a:off x="4291144" y="4414375"/>
                <a:ext cx="3975465" cy="1631216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marL="342900" indent="-342900">
                  <a:buFont typeface="Arial" panose="020B0604020202020204" pitchFamily="34" charset="0"/>
                  <a:buChar char="•"/>
                </a:pPr>
                <a14:m>
                  <m:oMath xmlns:m="http://schemas.openxmlformats.org/officeDocument/2006/math">
                    <m:sSub>
                      <m:sSubPr>
                        <m:ctrlPr>
                          <a:rPr lang="en-GB" sz="200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de-CH" sz="2000" b="0" i="1" smtClean="0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de-CH" sz="2000" b="0" i="1" smtClean="0">
                            <a:latin typeface="Cambria Math" panose="02040503050406030204" pitchFamily="18" charset="0"/>
                          </a:rPr>
                          <m:t>𝑖</m:t>
                        </m:r>
                      </m:sub>
                    </m:sSub>
                    <m:r>
                      <a:rPr lang="de-CH" sz="2000" b="0" i="0" smtClean="0">
                        <a:latin typeface="Cambria Math" panose="02040503050406030204" pitchFamily="18" charset="0"/>
                      </a:rPr>
                      <m:t> </m:t>
                    </m:r>
                  </m:oMath>
                </a14:m>
                <a:r>
                  <a:rPr lang="en-GB" sz="2000" dirty="0">
                    <a:latin typeface="Bahnschrift" panose="020B0502040204020203" pitchFamily="34" charset="0"/>
                  </a:rPr>
                  <a:t>are the original values</a:t>
                </a:r>
                <a:endParaRPr lang="en-GB" sz="2000" i="1" dirty="0">
                  <a:latin typeface="Cambria Math" panose="02040503050406030204" pitchFamily="18" charset="0"/>
                </a:endParaRPr>
              </a:p>
              <a:p>
                <a:pPr marL="342900" indent="-342900">
                  <a:buFont typeface="Arial" panose="020B0604020202020204" pitchFamily="34" charset="0"/>
                  <a:buChar char="•"/>
                </a:pPr>
                <a14:m>
                  <m:oMath xmlns:m="http://schemas.openxmlformats.org/officeDocument/2006/math">
                    <m:sSub>
                      <m:sSubPr>
                        <m:ctrlPr>
                          <a:rPr lang="en-GB" sz="200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de-CH" sz="2000" b="0" i="1" smtClean="0">
                            <a:latin typeface="Cambria Math" panose="02040503050406030204" pitchFamily="18" charset="0"/>
                          </a:rPr>
                          <m:t>𝑦</m:t>
                        </m:r>
                      </m:e>
                      <m:sub>
                        <m:r>
                          <a:rPr lang="de-CH" sz="2000" b="0" i="1" smtClean="0">
                            <a:latin typeface="Cambria Math" panose="02040503050406030204" pitchFamily="18" charset="0"/>
                          </a:rPr>
                          <m:t>𝑖</m:t>
                        </m:r>
                      </m:sub>
                    </m:sSub>
                    <m:r>
                      <a:rPr lang="de-CH" sz="2000" b="0" i="0" smtClean="0">
                        <a:latin typeface="Cambria Math" panose="02040503050406030204" pitchFamily="18" charset="0"/>
                      </a:rPr>
                      <m:t> </m:t>
                    </m:r>
                  </m:oMath>
                </a14:m>
                <a:r>
                  <a:rPr lang="en-GB" sz="2000" dirty="0">
                    <a:latin typeface="Bahnschrift" panose="020B0502040204020203" pitchFamily="34" charset="0"/>
                  </a:rPr>
                  <a:t>are the standardised values</a:t>
                </a:r>
              </a:p>
              <a:p>
                <a:pPr marL="342900" indent="-342900">
                  <a:buFont typeface="Arial" panose="020B0604020202020204" pitchFamily="34" charset="0"/>
                  <a:buChar char="•"/>
                </a:pPr>
                <a14:m>
                  <m:oMath xmlns:m="http://schemas.openxmlformats.org/officeDocument/2006/math">
                    <m:r>
                      <a:rPr lang="en-GB" sz="200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𝜇</m:t>
                    </m:r>
                  </m:oMath>
                </a14:m>
                <a:r>
                  <a:rPr lang="en-GB" sz="2000" dirty="0">
                    <a:latin typeface="Bahnschrift" panose="020B0502040204020203" pitchFamily="34" charset="0"/>
                  </a:rPr>
                  <a:t> is the mean of the data</a:t>
                </a:r>
              </a:p>
              <a:p>
                <a:pPr marL="342900" indent="-342900">
                  <a:buFont typeface="Arial" panose="020B0604020202020204" pitchFamily="34" charset="0"/>
                  <a:buChar char="•"/>
                </a:pPr>
                <a14:m>
                  <m:oMath xmlns:m="http://schemas.openxmlformats.org/officeDocument/2006/math">
                    <m:r>
                      <a:rPr lang="en-GB" sz="200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𝜎</m:t>
                    </m:r>
                  </m:oMath>
                </a14:m>
                <a:r>
                  <a:rPr lang="en-GB" sz="2000" dirty="0">
                    <a:latin typeface="Bahnschrift" panose="020B0502040204020203" pitchFamily="34" charset="0"/>
                  </a:rPr>
                  <a:t> is the standard deviation</a:t>
                </a:r>
              </a:p>
              <a:p>
                <a:pPr marL="342900" indent="-342900">
                  <a:buFont typeface="Arial" panose="020B0604020202020204" pitchFamily="34" charset="0"/>
                  <a:buChar char="•"/>
                </a:pPr>
                <a14:m>
                  <m:oMath xmlns:m="http://schemas.openxmlformats.org/officeDocument/2006/math">
                    <m:r>
                      <a:rPr lang="de-CH" sz="2000" b="0" i="1" smtClean="0">
                        <a:latin typeface="Cambria Math" panose="02040503050406030204" pitchFamily="18" charset="0"/>
                      </a:rPr>
                      <m:t>𝑁</m:t>
                    </m:r>
                  </m:oMath>
                </a14:m>
                <a:r>
                  <a:rPr lang="en-GB" sz="2000" dirty="0">
                    <a:latin typeface="Bahnschrift" panose="020B0502040204020203" pitchFamily="34" charset="0"/>
                  </a:rPr>
                  <a:t> is the number of data</a:t>
                </a:r>
              </a:p>
            </p:txBody>
          </p:sp>
        </mc:Choice>
        <mc:Fallback xmlns="">
          <p:sp>
            <p:nvSpPr>
              <p:cNvPr id="6" name="TextBox 5">
                <a:extLst>
                  <a:ext uri="{FF2B5EF4-FFF2-40B4-BE49-F238E27FC236}">
                    <a16:creationId xmlns:a16="http://schemas.microsoft.com/office/drawing/2014/main" id="{78581651-B5E6-8CA6-BD0C-72BE2D001BBF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291144" y="4414375"/>
                <a:ext cx="3975465" cy="1631216"/>
              </a:xfrm>
              <a:prstGeom prst="rect">
                <a:avLst/>
              </a:prstGeom>
              <a:blipFill>
                <a:blip r:embed="rId3"/>
                <a:stretch>
                  <a:fillRect l="-1380" t="-2239" r="-2914" b="-5224"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50204353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spd="slow">
        <p159:morph option="byObject"/>
      </p:transition>
    </mc:Choice>
    <mc:Fallback xmlns="">
      <p:transition spd="slow">
        <p:fade/>
      </p:transition>
    </mc:Fallback>
  </mc:AlternateContent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6AC6E6B-8640-2B43-173A-BCA589260B5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650DCE62-A436-A7C0-B11D-51A693701FAB}"/>
              </a:ext>
            </a:extLst>
          </p:cNvPr>
          <p:cNvSpPr txBox="1"/>
          <p:nvPr/>
        </p:nvSpPr>
        <p:spPr>
          <a:xfrm>
            <a:off x="3622718" y="607525"/>
            <a:ext cx="4946563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GB" sz="4000">
                <a:solidFill>
                  <a:schemeClr val="accent5">
                    <a:lumMod val="60000"/>
                    <a:lumOff val="40000"/>
                  </a:schemeClr>
                </a:solidFill>
                <a:latin typeface="Bahnschrift" panose="020B0502040204020203" pitchFamily="34" charset="0"/>
              </a:rPr>
              <a:t>Standardising</a:t>
            </a:r>
          </a:p>
        </p:txBody>
      </p:sp>
      <p:graphicFrame>
        <p:nvGraphicFramePr>
          <p:cNvPr id="5" name="Table 4">
            <a:extLst>
              <a:ext uri="{FF2B5EF4-FFF2-40B4-BE49-F238E27FC236}">
                <a16:creationId xmlns:a16="http://schemas.microsoft.com/office/drawing/2014/main" id="{5322E272-5359-D858-B5BB-EE41B7495BE4}"/>
              </a:ext>
            </a:extLst>
          </p:cNvPr>
          <p:cNvGraphicFramePr>
            <a:graphicFrameLocks noGrp="1"/>
          </p:cNvGraphicFramePr>
          <p:nvPr/>
        </p:nvGraphicFramePr>
        <p:xfrm>
          <a:off x="804915" y="1414396"/>
          <a:ext cx="1594924" cy="4029208"/>
        </p:xfrm>
        <a:graphic>
          <a:graphicData uri="http://schemas.openxmlformats.org/drawingml/2006/table">
            <a:tbl>
              <a:tblPr firstRow="1" bandRow="1">
                <a:tableStyleId>{F5AB1C69-6EDB-4FF4-983F-18BD219EF322}</a:tableStyleId>
              </a:tblPr>
              <a:tblGrid>
                <a:gridCol w="1594924">
                  <a:extLst>
                    <a:ext uri="{9D8B030D-6E8A-4147-A177-3AD203B41FA5}">
                      <a16:colId xmlns:a16="http://schemas.microsoft.com/office/drawing/2014/main" val="3985989347"/>
                    </a:ext>
                  </a:extLst>
                </a:gridCol>
              </a:tblGrid>
              <a:tr h="503651">
                <a:tc>
                  <a:txBody>
                    <a:bodyPr/>
                    <a:lstStyle/>
                    <a:p>
                      <a:pPr algn="ctr"/>
                      <a:r>
                        <a:rPr lang="en-GB" sz="1600" dirty="0">
                          <a:latin typeface="Bahnschrift" panose="020B0502040204020203" pitchFamily="34" charset="0"/>
                        </a:rPr>
                        <a:t>Age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154236307"/>
                  </a:ext>
                </a:extLst>
              </a:tr>
              <a:tr h="503651">
                <a:tc>
                  <a:txBody>
                    <a:bodyPr/>
                    <a:lstStyle/>
                    <a:p>
                      <a:pPr algn="ctr"/>
                      <a:r>
                        <a:rPr lang="en-GB" sz="1600" dirty="0">
                          <a:latin typeface="Bahnschrift" panose="020B0502040204020203" pitchFamily="34" charset="0"/>
                        </a:rPr>
                        <a:t>46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862705550"/>
                  </a:ext>
                </a:extLst>
              </a:tr>
              <a:tr h="503651">
                <a:tc>
                  <a:txBody>
                    <a:bodyPr/>
                    <a:lstStyle/>
                    <a:p>
                      <a:pPr algn="ctr"/>
                      <a:r>
                        <a:rPr lang="en-GB" sz="1600" dirty="0">
                          <a:latin typeface="Bahnschrift" panose="020B0502040204020203" pitchFamily="34" charset="0"/>
                        </a:rPr>
                        <a:t>23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76534677"/>
                  </a:ext>
                </a:extLst>
              </a:tr>
              <a:tr h="503651">
                <a:tc>
                  <a:txBody>
                    <a:bodyPr/>
                    <a:lstStyle/>
                    <a:p>
                      <a:pPr algn="ctr"/>
                      <a:r>
                        <a:rPr lang="en-GB" sz="1600" dirty="0">
                          <a:latin typeface="Bahnschrift" panose="020B0502040204020203" pitchFamily="34" charset="0"/>
                        </a:rPr>
                        <a:t>52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4138352807"/>
                  </a:ext>
                </a:extLst>
              </a:tr>
              <a:tr h="503651">
                <a:tc>
                  <a:txBody>
                    <a:bodyPr/>
                    <a:lstStyle/>
                    <a:p>
                      <a:pPr algn="ctr"/>
                      <a:r>
                        <a:rPr lang="en-GB" sz="1600" dirty="0">
                          <a:latin typeface="Bahnschrift" panose="020B0502040204020203" pitchFamily="34" charset="0"/>
                        </a:rPr>
                        <a:t>24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635136352"/>
                  </a:ext>
                </a:extLst>
              </a:tr>
              <a:tr h="503651">
                <a:tc>
                  <a:txBody>
                    <a:bodyPr/>
                    <a:lstStyle/>
                    <a:p>
                      <a:pPr algn="ctr"/>
                      <a:r>
                        <a:rPr lang="en-GB" sz="1600" dirty="0">
                          <a:latin typeface="Bahnschrift" panose="020B0502040204020203" pitchFamily="34" charset="0"/>
                        </a:rPr>
                        <a:t>37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609944788"/>
                  </a:ext>
                </a:extLst>
              </a:tr>
              <a:tr h="503651">
                <a:tc>
                  <a:txBody>
                    <a:bodyPr/>
                    <a:lstStyle/>
                    <a:p>
                      <a:pPr algn="ctr"/>
                      <a:r>
                        <a:rPr lang="en-GB" sz="1600" dirty="0">
                          <a:latin typeface="Bahnschrift" panose="020B0502040204020203" pitchFamily="34" charset="0"/>
                        </a:rPr>
                        <a:t>19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064592613"/>
                  </a:ext>
                </a:extLst>
              </a:tr>
              <a:tr h="503651">
                <a:tc>
                  <a:txBody>
                    <a:bodyPr/>
                    <a:lstStyle/>
                    <a:p>
                      <a:pPr algn="ctr"/>
                      <a:r>
                        <a:rPr lang="en-GB" sz="1600" dirty="0">
                          <a:latin typeface="Bahnschrift" panose="020B0502040204020203" pitchFamily="34" charset="0"/>
                        </a:rPr>
                        <a:t>25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456268614"/>
                  </a:ext>
                </a:extLst>
              </a:tr>
            </a:tbl>
          </a:graphicData>
        </a:graphic>
      </p:graphicFrame>
      <p:sp>
        <p:nvSpPr>
          <p:cNvPr id="3" name="Rectangle 2">
            <a:extLst>
              <a:ext uri="{FF2B5EF4-FFF2-40B4-BE49-F238E27FC236}">
                <a16:creationId xmlns:a16="http://schemas.microsoft.com/office/drawing/2014/main" id="{541FF528-7E1F-8CFD-A014-27D7F6290C31}"/>
              </a:ext>
            </a:extLst>
          </p:cNvPr>
          <p:cNvSpPr/>
          <p:nvPr/>
        </p:nvSpPr>
        <p:spPr>
          <a:xfrm>
            <a:off x="831015" y="1414397"/>
            <a:ext cx="1568824" cy="4029207"/>
          </a:xfrm>
          <a:prstGeom prst="rect">
            <a:avLst/>
          </a:prstGeom>
          <a:noFill/>
          <a:ln w="57150">
            <a:solidFill>
              <a:schemeClr val="accent5">
                <a:lumMod val="60000"/>
                <a:lumOff val="4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7" name="TextBox 6">
                <a:extLst>
                  <a:ext uri="{FF2B5EF4-FFF2-40B4-BE49-F238E27FC236}">
                    <a16:creationId xmlns:a16="http://schemas.microsoft.com/office/drawing/2014/main" id="{BF9F6DCD-5E6A-7C4F-BCF1-8A1DCBE5284D}"/>
                  </a:ext>
                </a:extLst>
              </p:cNvPr>
              <p:cNvSpPr txBox="1"/>
              <p:nvPr/>
            </p:nvSpPr>
            <p:spPr>
              <a:xfrm>
                <a:off x="3364531" y="3042369"/>
                <a:ext cx="1822743" cy="1067472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de-CH" sz="360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𝜇</m:t>
                      </m:r>
                      <m:r>
                        <a:rPr lang="de-CH" sz="3600" b="0" i="1" smtClean="0"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de-CH" sz="3600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nary>
                            <m:naryPr>
                              <m:chr m:val="∑"/>
                              <m:subHide m:val="on"/>
                              <m:supHide m:val="on"/>
                              <m:ctrlPr>
                                <a:rPr lang="de-CH" sz="3600" b="0" i="1" smtClean="0">
                                  <a:latin typeface="Cambria Math" panose="02040503050406030204" pitchFamily="18" charset="0"/>
                                </a:rPr>
                              </m:ctrlPr>
                            </m:naryPr>
                            <m:sub/>
                            <m:sup/>
                            <m:e>
                              <m:sSub>
                                <m:sSubPr>
                                  <m:ctrlPr>
                                    <a:rPr lang="de-CH" sz="3600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de-CH" sz="3600" b="0" i="1" smtClean="0">
                                      <a:latin typeface="Cambria Math" panose="02040503050406030204" pitchFamily="18" charset="0"/>
                                    </a:rPr>
                                    <m:t>𝑥</m:t>
                                  </m:r>
                                </m:e>
                                <m:sub>
                                  <m:r>
                                    <a:rPr lang="de-CH" sz="3600" b="0" i="1" smtClean="0">
                                      <a:latin typeface="Cambria Math" panose="02040503050406030204" pitchFamily="18" charset="0"/>
                                    </a:rPr>
                                    <m:t>𝑖</m:t>
                                  </m:r>
                                </m:sub>
                              </m:sSub>
                            </m:e>
                          </m:nary>
                        </m:num>
                        <m:den>
                          <m:r>
                            <a:rPr lang="de-CH" sz="3600" b="0" i="1" smtClean="0">
                              <a:latin typeface="Cambria Math" panose="02040503050406030204" pitchFamily="18" charset="0"/>
                            </a:rPr>
                            <m:t>𝑁</m:t>
                          </m:r>
                        </m:den>
                      </m:f>
                    </m:oMath>
                  </m:oMathPara>
                </a14:m>
                <a:endParaRPr lang="en-GB" sz="3600" dirty="0"/>
              </a:p>
            </p:txBody>
          </p:sp>
        </mc:Choice>
        <mc:Fallback xmlns="">
          <p:sp>
            <p:nvSpPr>
              <p:cNvPr id="7" name="TextBox 6">
                <a:extLst>
                  <a:ext uri="{FF2B5EF4-FFF2-40B4-BE49-F238E27FC236}">
                    <a16:creationId xmlns:a16="http://schemas.microsoft.com/office/drawing/2014/main" id="{BF9F6DCD-5E6A-7C4F-BCF1-8A1DCBE5284D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364531" y="3042369"/>
                <a:ext cx="1822743" cy="1067472"/>
              </a:xfrm>
              <a:prstGeom prst="rect">
                <a:avLst/>
              </a:prstGeom>
              <a:blipFill>
                <a:blip r:embed="rId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" name="TextBox 1">
                <a:extLst>
                  <a:ext uri="{FF2B5EF4-FFF2-40B4-BE49-F238E27FC236}">
                    <a16:creationId xmlns:a16="http://schemas.microsoft.com/office/drawing/2014/main" id="{BBC15DD5-8E9A-23EC-6B10-9E7D3989E0BD}"/>
                  </a:ext>
                </a:extLst>
              </p:cNvPr>
              <p:cNvSpPr txBox="1"/>
              <p:nvPr/>
            </p:nvSpPr>
            <p:spPr>
              <a:xfrm>
                <a:off x="5187274" y="3184436"/>
                <a:ext cx="5840317" cy="818173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de-CH" sz="2800" b="0" i="1" smtClean="0"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de-CH" sz="2800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de-CH" sz="2800" b="0" i="1" smtClean="0">
                              <a:latin typeface="Cambria Math" panose="02040503050406030204" pitchFamily="18" charset="0"/>
                            </a:rPr>
                            <m:t>46+23+52+24+37+19+25</m:t>
                          </m:r>
                        </m:num>
                        <m:den>
                          <m:r>
                            <a:rPr lang="de-CH" sz="2800" b="0" i="1" smtClean="0">
                              <a:latin typeface="Cambria Math" panose="02040503050406030204" pitchFamily="18" charset="0"/>
                            </a:rPr>
                            <m:t>7</m:t>
                          </m:r>
                        </m:den>
                      </m:f>
                    </m:oMath>
                  </m:oMathPara>
                </a14:m>
                <a:endParaRPr lang="en-GB" sz="2800" dirty="0"/>
              </a:p>
            </p:txBody>
          </p:sp>
        </mc:Choice>
        <mc:Fallback xmlns="">
          <p:sp>
            <p:nvSpPr>
              <p:cNvPr id="2" name="TextBox 1">
                <a:extLst>
                  <a:ext uri="{FF2B5EF4-FFF2-40B4-BE49-F238E27FC236}">
                    <a16:creationId xmlns:a16="http://schemas.microsoft.com/office/drawing/2014/main" id="{BBC15DD5-8E9A-23EC-6B10-9E7D3989E0BD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187274" y="3184436"/>
                <a:ext cx="5840317" cy="818173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6" name="TextBox 5">
            <a:extLst>
              <a:ext uri="{FF2B5EF4-FFF2-40B4-BE49-F238E27FC236}">
                <a16:creationId xmlns:a16="http://schemas.microsoft.com/office/drawing/2014/main" id="{373E7B85-5FC9-5C8E-7209-628E7403AA86}"/>
              </a:ext>
            </a:extLst>
          </p:cNvPr>
          <p:cNvSpPr txBox="1"/>
          <p:nvPr/>
        </p:nvSpPr>
        <p:spPr>
          <a:xfrm>
            <a:off x="2965266" y="1414396"/>
            <a:ext cx="6627224" cy="13234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kumimoji="0" lang="en-GB" sz="2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Bahnschrift" panose="020B0502040204020203" pitchFamily="34" charset="0"/>
                <a:ea typeface="+mn-ea"/>
                <a:cs typeface="+mn-cs"/>
              </a:rPr>
              <a:t>Standardising ensures </a:t>
            </a:r>
            <a:r>
              <a:rPr kumimoji="0" lang="en-GB" sz="20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Bahnschrift" panose="020B0502040204020203" pitchFamily="34" charset="0"/>
                <a:ea typeface="+mn-ea"/>
                <a:cs typeface="+mn-cs"/>
              </a:rPr>
              <a:t>all properties contribute equally</a:t>
            </a:r>
            <a:r>
              <a:rPr kumimoji="0" lang="en-GB" sz="2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Bahnschrift" panose="020B0502040204020203" pitchFamily="34" charset="0"/>
                <a:ea typeface="+mn-ea"/>
                <a:cs typeface="+mn-cs"/>
              </a:rPr>
              <a:t>, preventing larger scales (like age) from dominating smaller ones (like height). It is typically applied to datasets with varying scales.</a:t>
            </a:r>
            <a:endParaRPr lang="en-GB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9" name="TextBox 8">
                <a:extLst>
                  <a:ext uri="{FF2B5EF4-FFF2-40B4-BE49-F238E27FC236}">
                    <a16:creationId xmlns:a16="http://schemas.microsoft.com/office/drawing/2014/main" id="{C710E963-6B8A-32E1-080F-DE75E709CCE2}"/>
                  </a:ext>
                </a:extLst>
              </p:cNvPr>
              <p:cNvSpPr txBox="1"/>
              <p:nvPr/>
            </p:nvSpPr>
            <p:spPr>
              <a:xfrm>
                <a:off x="4291144" y="4414375"/>
                <a:ext cx="3975465" cy="1631216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marL="342900" indent="-342900">
                  <a:buFont typeface="Arial" panose="020B0604020202020204" pitchFamily="34" charset="0"/>
                  <a:buChar char="•"/>
                </a:pPr>
                <a14:m>
                  <m:oMath xmlns:m="http://schemas.openxmlformats.org/officeDocument/2006/math">
                    <m:sSub>
                      <m:sSubPr>
                        <m:ctrlPr>
                          <a:rPr lang="en-GB" sz="200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de-CH" sz="2000" b="0" i="1" smtClean="0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de-CH" sz="2000" b="0" i="1" smtClean="0">
                            <a:latin typeface="Cambria Math" panose="02040503050406030204" pitchFamily="18" charset="0"/>
                          </a:rPr>
                          <m:t>𝑖</m:t>
                        </m:r>
                      </m:sub>
                    </m:sSub>
                    <m:r>
                      <a:rPr lang="de-CH" sz="2000" b="0" i="0" smtClean="0">
                        <a:latin typeface="Cambria Math" panose="02040503050406030204" pitchFamily="18" charset="0"/>
                      </a:rPr>
                      <m:t> </m:t>
                    </m:r>
                  </m:oMath>
                </a14:m>
                <a:r>
                  <a:rPr lang="en-GB" sz="2000" dirty="0">
                    <a:latin typeface="Bahnschrift" panose="020B0502040204020203" pitchFamily="34" charset="0"/>
                  </a:rPr>
                  <a:t>are the original values</a:t>
                </a:r>
                <a:endParaRPr lang="en-GB" sz="2000" i="1" dirty="0">
                  <a:latin typeface="Cambria Math" panose="02040503050406030204" pitchFamily="18" charset="0"/>
                </a:endParaRPr>
              </a:p>
              <a:p>
                <a:pPr marL="342900" indent="-342900">
                  <a:buFont typeface="Arial" panose="020B0604020202020204" pitchFamily="34" charset="0"/>
                  <a:buChar char="•"/>
                </a:pPr>
                <a14:m>
                  <m:oMath xmlns:m="http://schemas.openxmlformats.org/officeDocument/2006/math">
                    <m:sSub>
                      <m:sSubPr>
                        <m:ctrlPr>
                          <a:rPr lang="en-GB" sz="200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de-CH" sz="2000" b="0" i="1" smtClean="0">
                            <a:latin typeface="Cambria Math" panose="02040503050406030204" pitchFamily="18" charset="0"/>
                          </a:rPr>
                          <m:t>𝑦</m:t>
                        </m:r>
                      </m:e>
                      <m:sub>
                        <m:r>
                          <a:rPr lang="de-CH" sz="2000" b="0" i="1" smtClean="0">
                            <a:latin typeface="Cambria Math" panose="02040503050406030204" pitchFamily="18" charset="0"/>
                          </a:rPr>
                          <m:t>𝑖</m:t>
                        </m:r>
                      </m:sub>
                    </m:sSub>
                    <m:r>
                      <a:rPr lang="de-CH" sz="2000" b="0" i="0" smtClean="0">
                        <a:latin typeface="Cambria Math" panose="02040503050406030204" pitchFamily="18" charset="0"/>
                      </a:rPr>
                      <m:t> </m:t>
                    </m:r>
                  </m:oMath>
                </a14:m>
                <a:r>
                  <a:rPr lang="en-GB" sz="2000" dirty="0">
                    <a:latin typeface="Bahnschrift" panose="020B0502040204020203" pitchFamily="34" charset="0"/>
                  </a:rPr>
                  <a:t>are the standardised values</a:t>
                </a:r>
              </a:p>
              <a:p>
                <a:pPr marL="342900" indent="-342900">
                  <a:buFont typeface="Arial" panose="020B0604020202020204" pitchFamily="34" charset="0"/>
                  <a:buChar char="•"/>
                </a:pPr>
                <a14:m>
                  <m:oMath xmlns:m="http://schemas.openxmlformats.org/officeDocument/2006/math">
                    <m:r>
                      <a:rPr lang="en-GB" sz="200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𝜇</m:t>
                    </m:r>
                  </m:oMath>
                </a14:m>
                <a:r>
                  <a:rPr lang="en-GB" sz="2000" dirty="0">
                    <a:latin typeface="Bahnschrift" panose="020B0502040204020203" pitchFamily="34" charset="0"/>
                  </a:rPr>
                  <a:t> is the mean of the data</a:t>
                </a:r>
              </a:p>
              <a:p>
                <a:pPr marL="342900" indent="-342900">
                  <a:buFont typeface="Arial" panose="020B0604020202020204" pitchFamily="34" charset="0"/>
                  <a:buChar char="•"/>
                </a:pPr>
                <a14:m>
                  <m:oMath xmlns:m="http://schemas.openxmlformats.org/officeDocument/2006/math">
                    <m:r>
                      <a:rPr lang="en-GB" sz="200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𝜎</m:t>
                    </m:r>
                  </m:oMath>
                </a14:m>
                <a:r>
                  <a:rPr lang="en-GB" sz="2000" dirty="0">
                    <a:latin typeface="Bahnschrift" panose="020B0502040204020203" pitchFamily="34" charset="0"/>
                  </a:rPr>
                  <a:t> is the standard deviation</a:t>
                </a:r>
              </a:p>
              <a:p>
                <a:pPr marL="342900" indent="-342900">
                  <a:buFont typeface="Arial" panose="020B0604020202020204" pitchFamily="34" charset="0"/>
                  <a:buChar char="•"/>
                </a:pPr>
                <a14:m>
                  <m:oMath xmlns:m="http://schemas.openxmlformats.org/officeDocument/2006/math">
                    <m:r>
                      <a:rPr lang="de-CH" sz="2000" b="0" i="1" smtClean="0">
                        <a:latin typeface="Cambria Math" panose="02040503050406030204" pitchFamily="18" charset="0"/>
                      </a:rPr>
                      <m:t>𝑁</m:t>
                    </m:r>
                  </m:oMath>
                </a14:m>
                <a:r>
                  <a:rPr lang="en-GB" sz="2000" dirty="0">
                    <a:latin typeface="Bahnschrift" panose="020B0502040204020203" pitchFamily="34" charset="0"/>
                  </a:rPr>
                  <a:t> is the number of data</a:t>
                </a:r>
              </a:p>
            </p:txBody>
          </p:sp>
        </mc:Choice>
        <mc:Fallback xmlns="">
          <p:sp>
            <p:nvSpPr>
              <p:cNvPr id="9" name="TextBox 8">
                <a:extLst>
                  <a:ext uri="{FF2B5EF4-FFF2-40B4-BE49-F238E27FC236}">
                    <a16:creationId xmlns:a16="http://schemas.microsoft.com/office/drawing/2014/main" id="{C710E963-6B8A-32E1-080F-DE75E709CCE2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291144" y="4414375"/>
                <a:ext cx="3975465" cy="1631216"/>
              </a:xfrm>
              <a:prstGeom prst="rect">
                <a:avLst/>
              </a:prstGeom>
              <a:blipFill>
                <a:blip r:embed="rId5"/>
                <a:stretch>
                  <a:fillRect l="-1380" t="-2239" r="-2914" b="-5224"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103654473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spd="slow">
        <p159:morph option="byObject"/>
      </p:transition>
    </mc:Choice>
    <mc:Fallback xmlns="">
      <p:transition spd="slow">
        <p:fade/>
      </p:transition>
    </mc:Fallback>
  </mc:AlternateContent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43905C6-03F3-EE73-FAA8-EFE0247A334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7510C78A-0E18-5841-A604-3A5584FFBDD0}"/>
              </a:ext>
            </a:extLst>
          </p:cNvPr>
          <p:cNvSpPr txBox="1"/>
          <p:nvPr/>
        </p:nvSpPr>
        <p:spPr>
          <a:xfrm>
            <a:off x="3622718" y="607525"/>
            <a:ext cx="4946563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GB" sz="4000">
                <a:solidFill>
                  <a:schemeClr val="accent5">
                    <a:lumMod val="60000"/>
                    <a:lumOff val="40000"/>
                  </a:schemeClr>
                </a:solidFill>
                <a:latin typeface="Bahnschrift" panose="020B0502040204020203" pitchFamily="34" charset="0"/>
              </a:rPr>
              <a:t>Standardising</a:t>
            </a:r>
          </a:p>
        </p:txBody>
      </p:sp>
      <p:graphicFrame>
        <p:nvGraphicFramePr>
          <p:cNvPr id="5" name="Table 4">
            <a:extLst>
              <a:ext uri="{FF2B5EF4-FFF2-40B4-BE49-F238E27FC236}">
                <a16:creationId xmlns:a16="http://schemas.microsoft.com/office/drawing/2014/main" id="{40E0BA67-A8C1-1235-60E8-9D4408B486AB}"/>
              </a:ext>
            </a:extLst>
          </p:cNvPr>
          <p:cNvGraphicFramePr>
            <a:graphicFrameLocks noGrp="1"/>
          </p:cNvGraphicFramePr>
          <p:nvPr/>
        </p:nvGraphicFramePr>
        <p:xfrm>
          <a:off x="804915" y="1414396"/>
          <a:ext cx="1594924" cy="4029208"/>
        </p:xfrm>
        <a:graphic>
          <a:graphicData uri="http://schemas.openxmlformats.org/drawingml/2006/table">
            <a:tbl>
              <a:tblPr firstRow="1" bandRow="1">
                <a:tableStyleId>{F5AB1C69-6EDB-4FF4-983F-18BD219EF322}</a:tableStyleId>
              </a:tblPr>
              <a:tblGrid>
                <a:gridCol w="1594924">
                  <a:extLst>
                    <a:ext uri="{9D8B030D-6E8A-4147-A177-3AD203B41FA5}">
                      <a16:colId xmlns:a16="http://schemas.microsoft.com/office/drawing/2014/main" val="3985989347"/>
                    </a:ext>
                  </a:extLst>
                </a:gridCol>
              </a:tblGrid>
              <a:tr h="503651">
                <a:tc>
                  <a:txBody>
                    <a:bodyPr/>
                    <a:lstStyle/>
                    <a:p>
                      <a:pPr algn="ctr"/>
                      <a:r>
                        <a:rPr lang="en-GB" sz="1600" dirty="0">
                          <a:latin typeface="Bahnschrift" panose="020B0502040204020203" pitchFamily="34" charset="0"/>
                        </a:rPr>
                        <a:t>Age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154236307"/>
                  </a:ext>
                </a:extLst>
              </a:tr>
              <a:tr h="503651">
                <a:tc>
                  <a:txBody>
                    <a:bodyPr/>
                    <a:lstStyle/>
                    <a:p>
                      <a:pPr algn="ctr"/>
                      <a:r>
                        <a:rPr lang="en-GB" sz="1600" dirty="0">
                          <a:latin typeface="Bahnschrift" panose="020B0502040204020203" pitchFamily="34" charset="0"/>
                        </a:rPr>
                        <a:t>46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862705550"/>
                  </a:ext>
                </a:extLst>
              </a:tr>
              <a:tr h="503651">
                <a:tc>
                  <a:txBody>
                    <a:bodyPr/>
                    <a:lstStyle/>
                    <a:p>
                      <a:pPr algn="ctr"/>
                      <a:r>
                        <a:rPr lang="en-GB" sz="1600" dirty="0">
                          <a:latin typeface="Bahnschrift" panose="020B0502040204020203" pitchFamily="34" charset="0"/>
                        </a:rPr>
                        <a:t>23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76534677"/>
                  </a:ext>
                </a:extLst>
              </a:tr>
              <a:tr h="503651">
                <a:tc>
                  <a:txBody>
                    <a:bodyPr/>
                    <a:lstStyle/>
                    <a:p>
                      <a:pPr algn="ctr"/>
                      <a:r>
                        <a:rPr lang="en-GB" sz="1600" dirty="0">
                          <a:latin typeface="Bahnschrift" panose="020B0502040204020203" pitchFamily="34" charset="0"/>
                        </a:rPr>
                        <a:t>52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4138352807"/>
                  </a:ext>
                </a:extLst>
              </a:tr>
              <a:tr h="503651">
                <a:tc>
                  <a:txBody>
                    <a:bodyPr/>
                    <a:lstStyle/>
                    <a:p>
                      <a:pPr algn="ctr"/>
                      <a:r>
                        <a:rPr lang="en-GB" sz="1600" dirty="0">
                          <a:latin typeface="Bahnschrift" panose="020B0502040204020203" pitchFamily="34" charset="0"/>
                        </a:rPr>
                        <a:t>24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635136352"/>
                  </a:ext>
                </a:extLst>
              </a:tr>
              <a:tr h="503651">
                <a:tc>
                  <a:txBody>
                    <a:bodyPr/>
                    <a:lstStyle/>
                    <a:p>
                      <a:pPr algn="ctr"/>
                      <a:r>
                        <a:rPr lang="en-GB" sz="1600" dirty="0">
                          <a:latin typeface="Bahnschrift" panose="020B0502040204020203" pitchFamily="34" charset="0"/>
                        </a:rPr>
                        <a:t>37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609944788"/>
                  </a:ext>
                </a:extLst>
              </a:tr>
              <a:tr h="503651">
                <a:tc>
                  <a:txBody>
                    <a:bodyPr/>
                    <a:lstStyle/>
                    <a:p>
                      <a:pPr algn="ctr"/>
                      <a:r>
                        <a:rPr lang="en-GB" sz="1600" dirty="0">
                          <a:latin typeface="Bahnschrift" panose="020B0502040204020203" pitchFamily="34" charset="0"/>
                        </a:rPr>
                        <a:t>19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064592613"/>
                  </a:ext>
                </a:extLst>
              </a:tr>
              <a:tr h="503651">
                <a:tc>
                  <a:txBody>
                    <a:bodyPr/>
                    <a:lstStyle/>
                    <a:p>
                      <a:pPr algn="ctr"/>
                      <a:r>
                        <a:rPr lang="en-GB" sz="1600" dirty="0">
                          <a:latin typeface="Bahnschrift" panose="020B0502040204020203" pitchFamily="34" charset="0"/>
                        </a:rPr>
                        <a:t>25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456268614"/>
                  </a:ext>
                </a:extLst>
              </a:tr>
            </a:tbl>
          </a:graphicData>
        </a:graphic>
      </p:graphicFrame>
      <p:sp>
        <p:nvSpPr>
          <p:cNvPr id="3" name="Rectangle 2">
            <a:extLst>
              <a:ext uri="{FF2B5EF4-FFF2-40B4-BE49-F238E27FC236}">
                <a16:creationId xmlns:a16="http://schemas.microsoft.com/office/drawing/2014/main" id="{176F953C-9028-BCE9-3AE7-692D771E4477}"/>
              </a:ext>
            </a:extLst>
          </p:cNvPr>
          <p:cNvSpPr/>
          <p:nvPr/>
        </p:nvSpPr>
        <p:spPr>
          <a:xfrm>
            <a:off x="831015" y="1414397"/>
            <a:ext cx="1568824" cy="4029207"/>
          </a:xfrm>
          <a:prstGeom prst="rect">
            <a:avLst/>
          </a:prstGeom>
          <a:noFill/>
          <a:ln w="57150">
            <a:solidFill>
              <a:schemeClr val="accent5">
                <a:lumMod val="60000"/>
                <a:lumOff val="4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7" name="TextBox 6">
                <a:extLst>
                  <a:ext uri="{FF2B5EF4-FFF2-40B4-BE49-F238E27FC236}">
                    <a16:creationId xmlns:a16="http://schemas.microsoft.com/office/drawing/2014/main" id="{2836ADA4-2ABE-EC66-9B45-6D5947549F8F}"/>
                  </a:ext>
                </a:extLst>
              </p:cNvPr>
              <p:cNvSpPr txBox="1"/>
              <p:nvPr/>
            </p:nvSpPr>
            <p:spPr>
              <a:xfrm>
                <a:off x="4312595" y="3042369"/>
                <a:ext cx="1822743" cy="1067472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de-CH" sz="360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𝜇</m:t>
                      </m:r>
                      <m:r>
                        <a:rPr lang="de-CH" sz="3600" b="0" i="1" smtClean="0"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de-CH" sz="3600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nary>
                            <m:naryPr>
                              <m:chr m:val="∑"/>
                              <m:subHide m:val="on"/>
                              <m:supHide m:val="on"/>
                              <m:ctrlPr>
                                <a:rPr lang="de-CH" sz="3600" b="0" i="1" smtClean="0">
                                  <a:latin typeface="Cambria Math" panose="02040503050406030204" pitchFamily="18" charset="0"/>
                                </a:rPr>
                              </m:ctrlPr>
                            </m:naryPr>
                            <m:sub/>
                            <m:sup/>
                            <m:e>
                              <m:sSub>
                                <m:sSubPr>
                                  <m:ctrlPr>
                                    <a:rPr lang="de-CH" sz="3600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de-CH" sz="3600" b="0" i="1" smtClean="0">
                                      <a:latin typeface="Cambria Math" panose="02040503050406030204" pitchFamily="18" charset="0"/>
                                    </a:rPr>
                                    <m:t>𝑥</m:t>
                                  </m:r>
                                </m:e>
                                <m:sub>
                                  <m:r>
                                    <a:rPr lang="de-CH" sz="3600" b="0" i="1" smtClean="0">
                                      <a:latin typeface="Cambria Math" panose="02040503050406030204" pitchFamily="18" charset="0"/>
                                    </a:rPr>
                                    <m:t>𝑖</m:t>
                                  </m:r>
                                </m:sub>
                              </m:sSub>
                            </m:e>
                          </m:nary>
                        </m:num>
                        <m:den>
                          <m:r>
                            <a:rPr lang="de-CH" sz="3600" b="0" i="1" smtClean="0">
                              <a:latin typeface="Cambria Math" panose="02040503050406030204" pitchFamily="18" charset="0"/>
                            </a:rPr>
                            <m:t>𝑁</m:t>
                          </m:r>
                        </m:den>
                      </m:f>
                    </m:oMath>
                  </m:oMathPara>
                </a14:m>
                <a:endParaRPr lang="en-GB" sz="3600" dirty="0"/>
              </a:p>
            </p:txBody>
          </p:sp>
        </mc:Choice>
        <mc:Fallback xmlns="">
          <p:sp>
            <p:nvSpPr>
              <p:cNvPr id="7" name="TextBox 6">
                <a:extLst>
                  <a:ext uri="{FF2B5EF4-FFF2-40B4-BE49-F238E27FC236}">
                    <a16:creationId xmlns:a16="http://schemas.microsoft.com/office/drawing/2014/main" id="{2836ADA4-2ABE-EC66-9B45-6D5947549F8F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312595" y="3042369"/>
                <a:ext cx="1822743" cy="1067472"/>
              </a:xfrm>
              <a:prstGeom prst="rect">
                <a:avLst/>
              </a:prstGeom>
              <a:blipFill>
                <a:blip r:embed="rId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" name="TextBox 1">
                <a:extLst>
                  <a:ext uri="{FF2B5EF4-FFF2-40B4-BE49-F238E27FC236}">
                    <a16:creationId xmlns:a16="http://schemas.microsoft.com/office/drawing/2014/main" id="{99216EC3-36D2-E854-1E50-4D0134A989A6}"/>
                  </a:ext>
                </a:extLst>
              </p:cNvPr>
              <p:cNvSpPr txBox="1"/>
              <p:nvPr/>
            </p:nvSpPr>
            <p:spPr>
              <a:xfrm>
                <a:off x="6135338" y="3333942"/>
                <a:ext cx="1744067" cy="553998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GB" sz="360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≈</m:t>
                      </m:r>
                      <m:r>
                        <a:rPr lang="de-CH" sz="36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32.29</m:t>
                      </m:r>
                    </m:oMath>
                  </m:oMathPara>
                </a14:m>
                <a:endParaRPr lang="en-GB" sz="2800" dirty="0"/>
              </a:p>
            </p:txBody>
          </p:sp>
        </mc:Choice>
        <mc:Fallback xmlns="">
          <p:sp>
            <p:nvSpPr>
              <p:cNvPr id="2" name="TextBox 1">
                <a:extLst>
                  <a:ext uri="{FF2B5EF4-FFF2-40B4-BE49-F238E27FC236}">
                    <a16:creationId xmlns:a16="http://schemas.microsoft.com/office/drawing/2014/main" id="{99216EC3-36D2-E854-1E50-4D0134A989A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135338" y="3333942"/>
                <a:ext cx="1744067" cy="553998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8" name="TextBox 7">
            <a:extLst>
              <a:ext uri="{FF2B5EF4-FFF2-40B4-BE49-F238E27FC236}">
                <a16:creationId xmlns:a16="http://schemas.microsoft.com/office/drawing/2014/main" id="{281C8DC8-A4DC-3CFB-3DEB-99F4EF80A38F}"/>
              </a:ext>
            </a:extLst>
          </p:cNvPr>
          <p:cNvSpPr txBox="1"/>
          <p:nvPr/>
        </p:nvSpPr>
        <p:spPr>
          <a:xfrm>
            <a:off x="2965266" y="1414396"/>
            <a:ext cx="6627224" cy="13234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kumimoji="0" lang="en-GB" sz="2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Bahnschrift" panose="020B0502040204020203" pitchFamily="34" charset="0"/>
                <a:ea typeface="+mn-ea"/>
                <a:cs typeface="+mn-cs"/>
              </a:rPr>
              <a:t>Standardising ensures </a:t>
            </a:r>
            <a:r>
              <a:rPr kumimoji="0" lang="en-GB" sz="20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Bahnschrift" panose="020B0502040204020203" pitchFamily="34" charset="0"/>
                <a:ea typeface="+mn-ea"/>
                <a:cs typeface="+mn-cs"/>
              </a:rPr>
              <a:t>all properties contribute equally</a:t>
            </a:r>
            <a:r>
              <a:rPr kumimoji="0" lang="en-GB" sz="2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Bahnschrift" panose="020B0502040204020203" pitchFamily="34" charset="0"/>
                <a:ea typeface="+mn-ea"/>
                <a:cs typeface="+mn-cs"/>
              </a:rPr>
              <a:t>, preventing larger scales (like age) from dominating smaller ones (like height). It is typically applied to datasets with varying scales.</a:t>
            </a:r>
            <a:endParaRPr lang="en-GB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6" name="TextBox 5">
                <a:extLst>
                  <a:ext uri="{FF2B5EF4-FFF2-40B4-BE49-F238E27FC236}">
                    <a16:creationId xmlns:a16="http://schemas.microsoft.com/office/drawing/2014/main" id="{B8FDA8B0-200F-796D-6E3B-53A6D21D2AA1}"/>
                  </a:ext>
                </a:extLst>
              </p:cNvPr>
              <p:cNvSpPr txBox="1"/>
              <p:nvPr/>
            </p:nvSpPr>
            <p:spPr>
              <a:xfrm>
                <a:off x="4291144" y="4414375"/>
                <a:ext cx="3975465" cy="1631216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marL="342900" indent="-342900">
                  <a:buFont typeface="Arial" panose="020B0604020202020204" pitchFamily="34" charset="0"/>
                  <a:buChar char="•"/>
                </a:pPr>
                <a14:m>
                  <m:oMath xmlns:m="http://schemas.openxmlformats.org/officeDocument/2006/math">
                    <m:sSub>
                      <m:sSubPr>
                        <m:ctrlPr>
                          <a:rPr lang="en-GB" sz="200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de-CH" sz="2000" b="0" i="1" smtClean="0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de-CH" sz="2000" b="0" i="1" smtClean="0">
                            <a:latin typeface="Cambria Math" panose="02040503050406030204" pitchFamily="18" charset="0"/>
                          </a:rPr>
                          <m:t>𝑖</m:t>
                        </m:r>
                      </m:sub>
                    </m:sSub>
                    <m:r>
                      <a:rPr lang="de-CH" sz="2000" b="0" i="0" smtClean="0">
                        <a:latin typeface="Cambria Math" panose="02040503050406030204" pitchFamily="18" charset="0"/>
                      </a:rPr>
                      <m:t> </m:t>
                    </m:r>
                  </m:oMath>
                </a14:m>
                <a:r>
                  <a:rPr lang="en-GB" sz="2000" dirty="0">
                    <a:latin typeface="Bahnschrift" panose="020B0502040204020203" pitchFamily="34" charset="0"/>
                  </a:rPr>
                  <a:t>are the original values</a:t>
                </a:r>
                <a:endParaRPr lang="en-GB" sz="2000" i="1" dirty="0">
                  <a:latin typeface="Cambria Math" panose="02040503050406030204" pitchFamily="18" charset="0"/>
                </a:endParaRPr>
              </a:p>
              <a:p>
                <a:pPr marL="342900" indent="-342900">
                  <a:buFont typeface="Arial" panose="020B0604020202020204" pitchFamily="34" charset="0"/>
                  <a:buChar char="•"/>
                </a:pPr>
                <a14:m>
                  <m:oMath xmlns:m="http://schemas.openxmlformats.org/officeDocument/2006/math">
                    <m:sSub>
                      <m:sSubPr>
                        <m:ctrlPr>
                          <a:rPr lang="en-GB" sz="200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de-CH" sz="2000" b="0" i="1" smtClean="0">
                            <a:latin typeface="Cambria Math" panose="02040503050406030204" pitchFamily="18" charset="0"/>
                          </a:rPr>
                          <m:t>𝑦</m:t>
                        </m:r>
                      </m:e>
                      <m:sub>
                        <m:r>
                          <a:rPr lang="de-CH" sz="2000" b="0" i="1" smtClean="0">
                            <a:latin typeface="Cambria Math" panose="02040503050406030204" pitchFamily="18" charset="0"/>
                          </a:rPr>
                          <m:t>𝑖</m:t>
                        </m:r>
                      </m:sub>
                    </m:sSub>
                    <m:r>
                      <a:rPr lang="de-CH" sz="2000" b="0" i="0" smtClean="0">
                        <a:latin typeface="Cambria Math" panose="02040503050406030204" pitchFamily="18" charset="0"/>
                      </a:rPr>
                      <m:t> </m:t>
                    </m:r>
                  </m:oMath>
                </a14:m>
                <a:r>
                  <a:rPr lang="en-GB" sz="2000" dirty="0">
                    <a:latin typeface="Bahnschrift" panose="020B0502040204020203" pitchFamily="34" charset="0"/>
                  </a:rPr>
                  <a:t>are the standardised values</a:t>
                </a:r>
              </a:p>
              <a:p>
                <a:pPr marL="342900" indent="-342900">
                  <a:buFont typeface="Arial" panose="020B0604020202020204" pitchFamily="34" charset="0"/>
                  <a:buChar char="•"/>
                </a:pPr>
                <a14:m>
                  <m:oMath xmlns:m="http://schemas.openxmlformats.org/officeDocument/2006/math">
                    <m:r>
                      <a:rPr lang="en-GB" sz="200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𝜇</m:t>
                    </m:r>
                  </m:oMath>
                </a14:m>
                <a:r>
                  <a:rPr lang="en-GB" sz="2000" dirty="0">
                    <a:latin typeface="Bahnschrift" panose="020B0502040204020203" pitchFamily="34" charset="0"/>
                  </a:rPr>
                  <a:t> is the mean of the data</a:t>
                </a:r>
              </a:p>
              <a:p>
                <a:pPr marL="342900" indent="-342900">
                  <a:buFont typeface="Arial" panose="020B0604020202020204" pitchFamily="34" charset="0"/>
                  <a:buChar char="•"/>
                </a:pPr>
                <a14:m>
                  <m:oMath xmlns:m="http://schemas.openxmlformats.org/officeDocument/2006/math">
                    <m:r>
                      <a:rPr lang="en-GB" sz="200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𝜎</m:t>
                    </m:r>
                  </m:oMath>
                </a14:m>
                <a:r>
                  <a:rPr lang="en-GB" sz="2000" dirty="0">
                    <a:latin typeface="Bahnschrift" panose="020B0502040204020203" pitchFamily="34" charset="0"/>
                  </a:rPr>
                  <a:t> is the standard deviation</a:t>
                </a:r>
              </a:p>
              <a:p>
                <a:pPr marL="342900" indent="-342900">
                  <a:buFont typeface="Arial" panose="020B0604020202020204" pitchFamily="34" charset="0"/>
                  <a:buChar char="•"/>
                </a:pPr>
                <a14:m>
                  <m:oMath xmlns:m="http://schemas.openxmlformats.org/officeDocument/2006/math">
                    <m:r>
                      <a:rPr lang="de-CH" sz="2000" b="0" i="1" smtClean="0">
                        <a:latin typeface="Cambria Math" panose="02040503050406030204" pitchFamily="18" charset="0"/>
                      </a:rPr>
                      <m:t>𝑁</m:t>
                    </m:r>
                  </m:oMath>
                </a14:m>
                <a:r>
                  <a:rPr lang="en-GB" sz="2000" dirty="0">
                    <a:latin typeface="Bahnschrift" panose="020B0502040204020203" pitchFamily="34" charset="0"/>
                  </a:rPr>
                  <a:t> is the number of data</a:t>
                </a:r>
              </a:p>
            </p:txBody>
          </p:sp>
        </mc:Choice>
        <mc:Fallback xmlns="">
          <p:sp>
            <p:nvSpPr>
              <p:cNvPr id="6" name="TextBox 5">
                <a:extLst>
                  <a:ext uri="{FF2B5EF4-FFF2-40B4-BE49-F238E27FC236}">
                    <a16:creationId xmlns:a16="http://schemas.microsoft.com/office/drawing/2014/main" id="{B8FDA8B0-200F-796D-6E3B-53A6D21D2AA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291144" y="4414375"/>
                <a:ext cx="3975465" cy="1631216"/>
              </a:xfrm>
              <a:prstGeom prst="rect">
                <a:avLst/>
              </a:prstGeom>
              <a:blipFill>
                <a:blip r:embed="rId5"/>
                <a:stretch>
                  <a:fillRect l="-1380" t="-2239" r="-2914" b="-5224"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553968418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spd="slow">
        <p159:morph option="byObject"/>
      </p:transition>
    </mc:Choice>
    <mc:Fallback xmlns="">
      <p:transition spd="slow">
        <p:fade/>
      </p:transition>
    </mc:Fallback>
  </mc:AlternateContent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85B2B04-5594-EB06-2E0C-80DF30BE2D0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69E1704A-1968-ED9F-0225-43AD4AD5DCD2}"/>
              </a:ext>
            </a:extLst>
          </p:cNvPr>
          <p:cNvSpPr txBox="1"/>
          <p:nvPr/>
        </p:nvSpPr>
        <p:spPr>
          <a:xfrm>
            <a:off x="3622718" y="607525"/>
            <a:ext cx="4946563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GB" sz="4000">
                <a:solidFill>
                  <a:schemeClr val="accent5">
                    <a:lumMod val="60000"/>
                    <a:lumOff val="40000"/>
                  </a:schemeClr>
                </a:solidFill>
                <a:latin typeface="Bahnschrift" panose="020B0502040204020203" pitchFamily="34" charset="0"/>
              </a:rPr>
              <a:t>Standardising</a:t>
            </a:r>
          </a:p>
        </p:txBody>
      </p:sp>
      <p:graphicFrame>
        <p:nvGraphicFramePr>
          <p:cNvPr id="5" name="Table 4">
            <a:extLst>
              <a:ext uri="{FF2B5EF4-FFF2-40B4-BE49-F238E27FC236}">
                <a16:creationId xmlns:a16="http://schemas.microsoft.com/office/drawing/2014/main" id="{50074DA6-3881-C8AF-DE51-F297E22180EF}"/>
              </a:ext>
            </a:extLst>
          </p:cNvPr>
          <p:cNvGraphicFramePr>
            <a:graphicFrameLocks noGrp="1"/>
          </p:cNvGraphicFramePr>
          <p:nvPr/>
        </p:nvGraphicFramePr>
        <p:xfrm>
          <a:off x="804915" y="1414396"/>
          <a:ext cx="1594924" cy="4029208"/>
        </p:xfrm>
        <a:graphic>
          <a:graphicData uri="http://schemas.openxmlformats.org/drawingml/2006/table">
            <a:tbl>
              <a:tblPr firstRow="1" bandRow="1">
                <a:tableStyleId>{F5AB1C69-6EDB-4FF4-983F-18BD219EF322}</a:tableStyleId>
              </a:tblPr>
              <a:tblGrid>
                <a:gridCol w="1594924">
                  <a:extLst>
                    <a:ext uri="{9D8B030D-6E8A-4147-A177-3AD203B41FA5}">
                      <a16:colId xmlns:a16="http://schemas.microsoft.com/office/drawing/2014/main" val="3985989347"/>
                    </a:ext>
                  </a:extLst>
                </a:gridCol>
              </a:tblGrid>
              <a:tr h="503651">
                <a:tc>
                  <a:txBody>
                    <a:bodyPr/>
                    <a:lstStyle/>
                    <a:p>
                      <a:pPr algn="ctr"/>
                      <a:r>
                        <a:rPr lang="en-GB" sz="1600" dirty="0">
                          <a:latin typeface="Bahnschrift" panose="020B0502040204020203" pitchFamily="34" charset="0"/>
                        </a:rPr>
                        <a:t>Age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154236307"/>
                  </a:ext>
                </a:extLst>
              </a:tr>
              <a:tr h="503651">
                <a:tc>
                  <a:txBody>
                    <a:bodyPr/>
                    <a:lstStyle/>
                    <a:p>
                      <a:pPr algn="ctr"/>
                      <a:r>
                        <a:rPr lang="en-GB" sz="1600" dirty="0">
                          <a:latin typeface="Bahnschrift" panose="020B0502040204020203" pitchFamily="34" charset="0"/>
                        </a:rPr>
                        <a:t>46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862705550"/>
                  </a:ext>
                </a:extLst>
              </a:tr>
              <a:tr h="503651">
                <a:tc>
                  <a:txBody>
                    <a:bodyPr/>
                    <a:lstStyle/>
                    <a:p>
                      <a:pPr algn="ctr"/>
                      <a:r>
                        <a:rPr lang="en-GB" sz="1600" dirty="0">
                          <a:latin typeface="Bahnschrift" panose="020B0502040204020203" pitchFamily="34" charset="0"/>
                        </a:rPr>
                        <a:t>23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76534677"/>
                  </a:ext>
                </a:extLst>
              </a:tr>
              <a:tr h="503651">
                <a:tc>
                  <a:txBody>
                    <a:bodyPr/>
                    <a:lstStyle/>
                    <a:p>
                      <a:pPr algn="ctr"/>
                      <a:r>
                        <a:rPr lang="en-GB" sz="1600" dirty="0">
                          <a:latin typeface="Bahnschrift" panose="020B0502040204020203" pitchFamily="34" charset="0"/>
                        </a:rPr>
                        <a:t>52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4138352807"/>
                  </a:ext>
                </a:extLst>
              </a:tr>
              <a:tr h="503651">
                <a:tc>
                  <a:txBody>
                    <a:bodyPr/>
                    <a:lstStyle/>
                    <a:p>
                      <a:pPr algn="ctr"/>
                      <a:r>
                        <a:rPr lang="en-GB" sz="1600" dirty="0">
                          <a:latin typeface="Bahnschrift" panose="020B0502040204020203" pitchFamily="34" charset="0"/>
                        </a:rPr>
                        <a:t>24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635136352"/>
                  </a:ext>
                </a:extLst>
              </a:tr>
              <a:tr h="503651">
                <a:tc>
                  <a:txBody>
                    <a:bodyPr/>
                    <a:lstStyle/>
                    <a:p>
                      <a:pPr algn="ctr"/>
                      <a:r>
                        <a:rPr lang="en-GB" sz="1600" dirty="0">
                          <a:latin typeface="Bahnschrift" panose="020B0502040204020203" pitchFamily="34" charset="0"/>
                        </a:rPr>
                        <a:t>37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609944788"/>
                  </a:ext>
                </a:extLst>
              </a:tr>
              <a:tr h="503651">
                <a:tc>
                  <a:txBody>
                    <a:bodyPr/>
                    <a:lstStyle/>
                    <a:p>
                      <a:pPr algn="ctr"/>
                      <a:r>
                        <a:rPr lang="en-GB" sz="1600" dirty="0">
                          <a:latin typeface="Bahnschrift" panose="020B0502040204020203" pitchFamily="34" charset="0"/>
                        </a:rPr>
                        <a:t>19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064592613"/>
                  </a:ext>
                </a:extLst>
              </a:tr>
              <a:tr h="503651">
                <a:tc>
                  <a:txBody>
                    <a:bodyPr/>
                    <a:lstStyle/>
                    <a:p>
                      <a:pPr algn="ctr"/>
                      <a:r>
                        <a:rPr lang="en-GB" sz="1600" dirty="0">
                          <a:latin typeface="Bahnschrift" panose="020B0502040204020203" pitchFamily="34" charset="0"/>
                        </a:rPr>
                        <a:t>25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456268614"/>
                  </a:ext>
                </a:extLst>
              </a:tr>
            </a:tbl>
          </a:graphicData>
        </a:graphic>
      </p:graphicFrame>
      <p:sp>
        <p:nvSpPr>
          <p:cNvPr id="3" name="Rectangle 2">
            <a:extLst>
              <a:ext uri="{FF2B5EF4-FFF2-40B4-BE49-F238E27FC236}">
                <a16:creationId xmlns:a16="http://schemas.microsoft.com/office/drawing/2014/main" id="{2D1E1C72-1E05-D6BD-4DB1-24302769EF36}"/>
              </a:ext>
            </a:extLst>
          </p:cNvPr>
          <p:cNvSpPr/>
          <p:nvPr/>
        </p:nvSpPr>
        <p:spPr>
          <a:xfrm>
            <a:off x="831015" y="1414397"/>
            <a:ext cx="1568824" cy="4029207"/>
          </a:xfrm>
          <a:prstGeom prst="rect">
            <a:avLst/>
          </a:prstGeom>
          <a:noFill/>
          <a:ln w="57150">
            <a:solidFill>
              <a:schemeClr val="accent5">
                <a:lumMod val="60000"/>
                <a:lumOff val="4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" name="TextBox 1">
                <a:extLst>
                  <a:ext uri="{FF2B5EF4-FFF2-40B4-BE49-F238E27FC236}">
                    <a16:creationId xmlns:a16="http://schemas.microsoft.com/office/drawing/2014/main" id="{8BB70F26-8B22-FABD-1904-3767A6C53328}"/>
                  </a:ext>
                </a:extLst>
              </p:cNvPr>
              <p:cNvSpPr txBox="1"/>
              <p:nvPr/>
            </p:nvSpPr>
            <p:spPr>
              <a:xfrm>
                <a:off x="4514547" y="2737835"/>
                <a:ext cx="3528658" cy="1636858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de-CH" sz="36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𝜎</m:t>
                      </m:r>
                      <m:r>
                        <a:rPr lang="de-CH" sz="3600" b="0" i="1" smtClean="0">
                          <a:latin typeface="Cambria Math" panose="02040503050406030204" pitchFamily="18" charset="0"/>
                        </a:rPr>
                        <m:t>=</m:t>
                      </m:r>
                      <m:rad>
                        <m:radPr>
                          <m:degHide m:val="on"/>
                          <m:ctrlPr>
                            <a:rPr lang="de-CH" sz="3600" b="0" i="1" smtClean="0">
                              <a:latin typeface="Cambria Math" panose="02040503050406030204" pitchFamily="18" charset="0"/>
                            </a:rPr>
                          </m:ctrlPr>
                        </m:radPr>
                        <m:deg/>
                        <m:e>
                          <m:f>
                            <m:fPr>
                              <m:ctrlPr>
                                <a:rPr lang="de-CH" sz="3600" i="1">
                                  <a:latin typeface="Cambria Math" panose="02040503050406030204" pitchFamily="18" charset="0"/>
                                </a:rPr>
                              </m:ctrlPr>
                            </m:fPr>
                            <m:num>
                              <m:nary>
                                <m:naryPr>
                                  <m:chr m:val="∑"/>
                                  <m:subHide m:val="on"/>
                                  <m:supHide m:val="on"/>
                                  <m:ctrlPr>
                                    <a:rPr lang="de-CH" sz="3600" i="1">
                                      <a:latin typeface="Cambria Math" panose="02040503050406030204" pitchFamily="18" charset="0"/>
                                    </a:rPr>
                                  </m:ctrlPr>
                                </m:naryPr>
                                <m:sub/>
                                <m:sup/>
                                <m:e>
                                  <m:sSup>
                                    <m:sSupPr>
                                      <m:ctrlPr>
                                        <a:rPr lang="de-CH" sz="3600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pPr>
                                    <m:e>
                                      <m:r>
                                        <a:rPr lang="de-CH" sz="3600" b="0" i="1" smtClean="0">
                                          <a:latin typeface="Cambria Math" panose="02040503050406030204" pitchFamily="18" charset="0"/>
                                        </a:rPr>
                                        <m:t>(</m:t>
                                      </m:r>
                                      <m:sSub>
                                        <m:sSubPr>
                                          <m:ctrlPr>
                                            <a:rPr lang="de-CH" sz="3600" b="0" i="1" smtClean="0"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sSubPr>
                                        <m:e>
                                          <m:r>
                                            <a:rPr lang="de-CH" sz="3600" b="0" i="1" smtClean="0">
                                              <a:latin typeface="Cambria Math" panose="02040503050406030204" pitchFamily="18" charset="0"/>
                                            </a:rPr>
                                            <m:t>𝑥</m:t>
                                          </m:r>
                                        </m:e>
                                        <m:sub>
                                          <m:r>
                                            <a:rPr lang="de-CH" sz="3600" b="0" i="1" smtClean="0">
                                              <a:latin typeface="Cambria Math" panose="02040503050406030204" pitchFamily="18" charset="0"/>
                                            </a:rPr>
                                            <m:t>𝑖</m:t>
                                          </m:r>
                                        </m:sub>
                                      </m:sSub>
                                      <m:r>
                                        <a:rPr lang="de-CH" sz="3600" i="1">
                                          <a:latin typeface="Cambria Math" panose="02040503050406030204" pitchFamily="18" charset="0"/>
                                        </a:rPr>
                                        <m:t>−</m:t>
                                      </m:r>
                                      <m:r>
                                        <a:rPr lang="de-CH" sz="3600" i="1"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</a:rPr>
                                        <m:t>𝜇</m:t>
                                      </m:r>
                                      <m:r>
                                        <a:rPr lang="de-CH" sz="3600" i="1"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</a:rPr>
                                        <m:t>)</m:t>
                                      </m:r>
                                    </m:e>
                                    <m:sup>
                                      <m:r>
                                        <a:rPr lang="de-CH" sz="3600" i="1">
                                          <a:latin typeface="Cambria Math" panose="02040503050406030204" pitchFamily="18" charset="0"/>
                                        </a:rPr>
                                        <m:t>2</m:t>
                                      </m:r>
                                    </m:sup>
                                  </m:sSup>
                                </m:e>
                              </m:nary>
                            </m:num>
                            <m:den>
                              <m:r>
                                <a:rPr lang="de-CH" sz="3600" b="0" i="1" smtClean="0">
                                  <a:latin typeface="Cambria Math" panose="02040503050406030204" pitchFamily="18" charset="0"/>
                                </a:rPr>
                                <m:t>𝑁</m:t>
                              </m:r>
                            </m:den>
                          </m:f>
                        </m:e>
                      </m:rad>
                    </m:oMath>
                  </m:oMathPara>
                </a14:m>
                <a:endParaRPr lang="en-GB" sz="3600" dirty="0"/>
              </a:p>
            </p:txBody>
          </p:sp>
        </mc:Choice>
        <mc:Fallback xmlns="">
          <p:sp>
            <p:nvSpPr>
              <p:cNvPr id="2" name="TextBox 1">
                <a:extLst>
                  <a:ext uri="{FF2B5EF4-FFF2-40B4-BE49-F238E27FC236}">
                    <a16:creationId xmlns:a16="http://schemas.microsoft.com/office/drawing/2014/main" id="{8BB70F26-8B22-FABD-1904-3767A6C53328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514547" y="2737835"/>
                <a:ext cx="3528658" cy="1636858"/>
              </a:xfrm>
              <a:prstGeom prst="rect">
                <a:avLst/>
              </a:prstGeom>
              <a:blipFill>
                <a:blip r:embed="rId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6" name="TextBox 5">
            <a:extLst>
              <a:ext uri="{FF2B5EF4-FFF2-40B4-BE49-F238E27FC236}">
                <a16:creationId xmlns:a16="http://schemas.microsoft.com/office/drawing/2014/main" id="{4FC255D0-1B5D-5D49-F170-4BB2DBF4210B}"/>
              </a:ext>
            </a:extLst>
          </p:cNvPr>
          <p:cNvSpPr txBox="1"/>
          <p:nvPr/>
        </p:nvSpPr>
        <p:spPr>
          <a:xfrm>
            <a:off x="2965266" y="1414396"/>
            <a:ext cx="6627224" cy="13234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kumimoji="0" lang="en-GB" sz="2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Bahnschrift" panose="020B0502040204020203" pitchFamily="34" charset="0"/>
                <a:ea typeface="+mn-ea"/>
                <a:cs typeface="+mn-cs"/>
              </a:rPr>
              <a:t>Standardising ensures </a:t>
            </a:r>
            <a:r>
              <a:rPr kumimoji="0" lang="en-GB" sz="20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Bahnschrift" panose="020B0502040204020203" pitchFamily="34" charset="0"/>
                <a:ea typeface="+mn-ea"/>
                <a:cs typeface="+mn-cs"/>
              </a:rPr>
              <a:t>all properties contribute equally</a:t>
            </a:r>
            <a:r>
              <a:rPr kumimoji="0" lang="en-GB" sz="2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Bahnschrift" panose="020B0502040204020203" pitchFamily="34" charset="0"/>
                <a:ea typeface="+mn-ea"/>
                <a:cs typeface="+mn-cs"/>
              </a:rPr>
              <a:t>, preventing larger scales (like age) from dominating smaller ones (like height). It is typically applied to datasets with varying scales.</a:t>
            </a:r>
            <a:endParaRPr lang="en-GB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7" name="TextBox 6">
                <a:extLst>
                  <a:ext uri="{FF2B5EF4-FFF2-40B4-BE49-F238E27FC236}">
                    <a16:creationId xmlns:a16="http://schemas.microsoft.com/office/drawing/2014/main" id="{1CE7CA56-EC25-5D6C-38EB-80EB984F431C}"/>
                  </a:ext>
                </a:extLst>
              </p:cNvPr>
              <p:cNvSpPr txBox="1"/>
              <p:nvPr/>
            </p:nvSpPr>
            <p:spPr>
              <a:xfrm>
                <a:off x="4291144" y="4414375"/>
                <a:ext cx="3975465" cy="1631216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marL="342900" indent="-342900">
                  <a:buFont typeface="Arial" panose="020B0604020202020204" pitchFamily="34" charset="0"/>
                  <a:buChar char="•"/>
                </a:pPr>
                <a14:m>
                  <m:oMath xmlns:m="http://schemas.openxmlformats.org/officeDocument/2006/math">
                    <m:sSub>
                      <m:sSubPr>
                        <m:ctrlPr>
                          <a:rPr lang="en-GB" sz="200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de-CH" sz="2000" b="0" i="1" smtClean="0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de-CH" sz="2000" b="0" i="1" smtClean="0">
                            <a:latin typeface="Cambria Math" panose="02040503050406030204" pitchFamily="18" charset="0"/>
                          </a:rPr>
                          <m:t>𝑖</m:t>
                        </m:r>
                      </m:sub>
                    </m:sSub>
                    <m:r>
                      <a:rPr lang="de-CH" sz="2000" b="0" i="0" smtClean="0">
                        <a:latin typeface="Cambria Math" panose="02040503050406030204" pitchFamily="18" charset="0"/>
                      </a:rPr>
                      <m:t> </m:t>
                    </m:r>
                  </m:oMath>
                </a14:m>
                <a:r>
                  <a:rPr lang="en-GB" sz="2000" dirty="0">
                    <a:latin typeface="Bahnschrift" panose="020B0502040204020203" pitchFamily="34" charset="0"/>
                  </a:rPr>
                  <a:t>are the original values</a:t>
                </a:r>
                <a:endParaRPr lang="en-GB" sz="2000" i="1" dirty="0">
                  <a:latin typeface="Cambria Math" panose="02040503050406030204" pitchFamily="18" charset="0"/>
                </a:endParaRPr>
              </a:p>
              <a:p>
                <a:pPr marL="342900" indent="-342900">
                  <a:buFont typeface="Arial" panose="020B0604020202020204" pitchFamily="34" charset="0"/>
                  <a:buChar char="•"/>
                </a:pPr>
                <a14:m>
                  <m:oMath xmlns:m="http://schemas.openxmlformats.org/officeDocument/2006/math">
                    <m:sSub>
                      <m:sSubPr>
                        <m:ctrlPr>
                          <a:rPr lang="en-GB" sz="200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de-CH" sz="2000" b="0" i="1" smtClean="0">
                            <a:latin typeface="Cambria Math" panose="02040503050406030204" pitchFamily="18" charset="0"/>
                          </a:rPr>
                          <m:t>𝑦</m:t>
                        </m:r>
                      </m:e>
                      <m:sub>
                        <m:r>
                          <a:rPr lang="de-CH" sz="2000" b="0" i="1" smtClean="0">
                            <a:latin typeface="Cambria Math" panose="02040503050406030204" pitchFamily="18" charset="0"/>
                          </a:rPr>
                          <m:t>𝑖</m:t>
                        </m:r>
                      </m:sub>
                    </m:sSub>
                    <m:r>
                      <a:rPr lang="de-CH" sz="2000" b="0" i="0" smtClean="0">
                        <a:latin typeface="Cambria Math" panose="02040503050406030204" pitchFamily="18" charset="0"/>
                      </a:rPr>
                      <m:t> </m:t>
                    </m:r>
                  </m:oMath>
                </a14:m>
                <a:r>
                  <a:rPr lang="en-GB" sz="2000" dirty="0">
                    <a:latin typeface="Bahnschrift" panose="020B0502040204020203" pitchFamily="34" charset="0"/>
                  </a:rPr>
                  <a:t>are the standardised values</a:t>
                </a:r>
              </a:p>
              <a:p>
                <a:pPr marL="342900" indent="-342900">
                  <a:buFont typeface="Arial" panose="020B0604020202020204" pitchFamily="34" charset="0"/>
                  <a:buChar char="•"/>
                </a:pPr>
                <a14:m>
                  <m:oMath xmlns:m="http://schemas.openxmlformats.org/officeDocument/2006/math">
                    <m:r>
                      <a:rPr lang="en-GB" sz="200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𝜇</m:t>
                    </m:r>
                  </m:oMath>
                </a14:m>
                <a:r>
                  <a:rPr lang="en-GB" sz="2000" dirty="0">
                    <a:latin typeface="Bahnschrift" panose="020B0502040204020203" pitchFamily="34" charset="0"/>
                  </a:rPr>
                  <a:t> is the mean of the data</a:t>
                </a:r>
              </a:p>
              <a:p>
                <a:pPr marL="342900" indent="-342900">
                  <a:buFont typeface="Arial" panose="020B0604020202020204" pitchFamily="34" charset="0"/>
                  <a:buChar char="•"/>
                </a:pPr>
                <a14:m>
                  <m:oMath xmlns:m="http://schemas.openxmlformats.org/officeDocument/2006/math">
                    <m:r>
                      <a:rPr lang="en-GB" sz="200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𝜎</m:t>
                    </m:r>
                  </m:oMath>
                </a14:m>
                <a:r>
                  <a:rPr lang="en-GB" sz="2000" dirty="0">
                    <a:latin typeface="Bahnschrift" panose="020B0502040204020203" pitchFamily="34" charset="0"/>
                  </a:rPr>
                  <a:t> is the standard deviation</a:t>
                </a:r>
              </a:p>
              <a:p>
                <a:pPr marL="342900" indent="-342900">
                  <a:buFont typeface="Arial" panose="020B0604020202020204" pitchFamily="34" charset="0"/>
                  <a:buChar char="•"/>
                </a:pPr>
                <a14:m>
                  <m:oMath xmlns:m="http://schemas.openxmlformats.org/officeDocument/2006/math">
                    <m:r>
                      <a:rPr lang="de-CH" sz="2000" b="0" i="1" smtClean="0">
                        <a:latin typeface="Cambria Math" panose="02040503050406030204" pitchFamily="18" charset="0"/>
                      </a:rPr>
                      <m:t>𝑁</m:t>
                    </m:r>
                  </m:oMath>
                </a14:m>
                <a:r>
                  <a:rPr lang="en-GB" sz="2000" dirty="0">
                    <a:latin typeface="Bahnschrift" panose="020B0502040204020203" pitchFamily="34" charset="0"/>
                  </a:rPr>
                  <a:t> is the number of data</a:t>
                </a:r>
              </a:p>
            </p:txBody>
          </p:sp>
        </mc:Choice>
        <mc:Fallback xmlns="">
          <p:sp>
            <p:nvSpPr>
              <p:cNvPr id="7" name="TextBox 6">
                <a:extLst>
                  <a:ext uri="{FF2B5EF4-FFF2-40B4-BE49-F238E27FC236}">
                    <a16:creationId xmlns:a16="http://schemas.microsoft.com/office/drawing/2014/main" id="{1CE7CA56-EC25-5D6C-38EB-80EB984F431C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291144" y="4414375"/>
                <a:ext cx="3975465" cy="1631216"/>
              </a:xfrm>
              <a:prstGeom prst="rect">
                <a:avLst/>
              </a:prstGeom>
              <a:blipFill>
                <a:blip r:embed="rId3"/>
                <a:stretch>
                  <a:fillRect l="-1380" t="-2239" r="-2914" b="-5224"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197777242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spd="slow">
        <p159:morph option="byObject"/>
      </p:transition>
    </mc:Choice>
    <mc:Fallback xmlns="">
      <p:transition spd="slow">
        <p:fade/>
      </p:transition>
    </mc:Fallback>
  </mc:AlternateContent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D3845D1-81F1-A12C-6C40-868222A2F64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D56C08C6-8B43-AE70-31F2-5EE6FC19424C}"/>
              </a:ext>
            </a:extLst>
          </p:cNvPr>
          <p:cNvSpPr txBox="1"/>
          <p:nvPr/>
        </p:nvSpPr>
        <p:spPr>
          <a:xfrm>
            <a:off x="3622718" y="607525"/>
            <a:ext cx="4946563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GB" sz="4000">
                <a:solidFill>
                  <a:schemeClr val="accent5">
                    <a:lumMod val="60000"/>
                    <a:lumOff val="40000"/>
                  </a:schemeClr>
                </a:solidFill>
                <a:latin typeface="Bahnschrift" panose="020B0502040204020203" pitchFamily="34" charset="0"/>
              </a:rPr>
              <a:t>Standardising</a:t>
            </a:r>
          </a:p>
        </p:txBody>
      </p:sp>
      <p:graphicFrame>
        <p:nvGraphicFramePr>
          <p:cNvPr id="5" name="Table 4">
            <a:extLst>
              <a:ext uri="{FF2B5EF4-FFF2-40B4-BE49-F238E27FC236}">
                <a16:creationId xmlns:a16="http://schemas.microsoft.com/office/drawing/2014/main" id="{95CE8849-9A49-B7DF-7AAA-FAF1001DA132}"/>
              </a:ext>
            </a:extLst>
          </p:cNvPr>
          <p:cNvGraphicFramePr>
            <a:graphicFrameLocks noGrp="1"/>
          </p:cNvGraphicFramePr>
          <p:nvPr/>
        </p:nvGraphicFramePr>
        <p:xfrm>
          <a:off x="804915" y="1414396"/>
          <a:ext cx="1594924" cy="4029208"/>
        </p:xfrm>
        <a:graphic>
          <a:graphicData uri="http://schemas.openxmlformats.org/drawingml/2006/table">
            <a:tbl>
              <a:tblPr firstRow="1" bandRow="1">
                <a:tableStyleId>{F5AB1C69-6EDB-4FF4-983F-18BD219EF322}</a:tableStyleId>
              </a:tblPr>
              <a:tblGrid>
                <a:gridCol w="1594924">
                  <a:extLst>
                    <a:ext uri="{9D8B030D-6E8A-4147-A177-3AD203B41FA5}">
                      <a16:colId xmlns:a16="http://schemas.microsoft.com/office/drawing/2014/main" val="3985989347"/>
                    </a:ext>
                  </a:extLst>
                </a:gridCol>
              </a:tblGrid>
              <a:tr h="503651">
                <a:tc>
                  <a:txBody>
                    <a:bodyPr/>
                    <a:lstStyle/>
                    <a:p>
                      <a:pPr algn="ctr"/>
                      <a:r>
                        <a:rPr lang="en-GB" sz="1600" dirty="0">
                          <a:latin typeface="Bahnschrift" panose="020B0502040204020203" pitchFamily="34" charset="0"/>
                        </a:rPr>
                        <a:t>Age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154236307"/>
                  </a:ext>
                </a:extLst>
              </a:tr>
              <a:tr h="503651">
                <a:tc>
                  <a:txBody>
                    <a:bodyPr/>
                    <a:lstStyle/>
                    <a:p>
                      <a:pPr algn="ctr"/>
                      <a:r>
                        <a:rPr lang="en-GB" sz="1600" dirty="0">
                          <a:latin typeface="Bahnschrift" panose="020B0502040204020203" pitchFamily="34" charset="0"/>
                        </a:rPr>
                        <a:t>46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862705550"/>
                  </a:ext>
                </a:extLst>
              </a:tr>
              <a:tr h="503651">
                <a:tc>
                  <a:txBody>
                    <a:bodyPr/>
                    <a:lstStyle/>
                    <a:p>
                      <a:pPr algn="ctr"/>
                      <a:r>
                        <a:rPr lang="en-GB" sz="1600" dirty="0">
                          <a:latin typeface="Bahnschrift" panose="020B0502040204020203" pitchFamily="34" charset="0"/>
                        </a:rPr>
                        <a:t>23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76534677"/>
                  </a:ext>
                </a:extLst>
              </a:tr>
              <a:tr h="503651">
                <a:tc>
                  <a:txBody>
                    <a:bodyPr/>
                    <a:lstStyle/>
                    <a:p>
                      <a:pPr algn="ctr"/>
                      <a:r>
                        <a:rPr lang="en-GB" sz="1600" dirty="0">
                          <a:latin typeface="Bahnschrift" panose="020B0502040204020203" pitchFamily="34" charset="0"/>
                        </a:rPr>
                        <a:t>52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4138352807"/>
                  </a:ext>
                </a:extLst>
              </a:tr>
              <a:tr h="503651">
                <a:tc>
                  <a:txBody>
                    <a:bodyPr/>
                    <a:lstStyle/>
                    <a:p>
                      <a:pPr algn="ctr"/>
                      <a:r>
                        <a:rPr lang="en-GB" sz="1600" dirty="0">
                          <a:latin typeface="Bahnschrift" panose="020B0502040204020203" pitchFamily="34" charset="0"/>
                        </a:rPr>
                        <a:t>24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635136352"/>
                  </a:ext>
                </a:extLst>
              </a:tr>
              <a:tr h="503651">
                <a:tc>
                  <a:txBody>
                    <a:bodyPr/>
                    <a:lstStyle/>
                    <a:p>
                      <a:pPr algn="ctr"/>
                      <a:r>
                        <a:rPr lang="en-GB" sz="1600" dirty="0">
                          <a:latin typeface="Bahnschrift" panose="020B0502040204020203" pitchFamily="34" charset="0"/>
                        </a:rPr>
                        <a:t>37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609944788"/>
                  </a:ext>
                </a:extLst>
              </a:tr>
              <a:tr h="503651">
                <a:tc>
                  <a:txBody>
                    <a:bodyPr/>
                    <a:lstStyle/>
                    <a:p>
                      <a:pPr algn="ctr"/>
                      <a:r>
                        <a:rPr lang="en-GB" sz="1600" dirty="0">
                          <a:latin typeface="Bahnschrift" panose="020B0502040204020203" pitchFamily="34" charset="0"/>
                        </a:rPr>
                        <a:t>19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064592613"/>
                  </a:ext>
                </a:extLst>
              </a:tr>
              <a:tr h="503651">
                <a:tc>
                  <a:txBody>
                    <a:bodyPr/>
                    <a:lstStyle/>
                    <a:p>
                      <a:pPr algn="ctr"/>
                      <a:r>
                        <a:rPr lang="en-GB" sz="1600" dirty="0">
                          <a:latin typeface="Bahnschrift" panose="020B0502040204020203" pitchFamily="34" charset="0"/>
                        </a:rPr>
                        <a:t>25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456268614"/>
                  </a:ext>
                </a:extLst>
              </a:tr>
            </a:tbl>
          </a:graphicData>
        </a:graphic>
      </p:graphicFrame>
      <p:sp>
        <p:nvSpPr>
          <p:cNvPr id="3" name="Rectangle 2">
            <a:extLst>
              <a:ext uri="{FF2B5EF4-FFF2-40B4-BE49-F238E27FC236}">
                <a16:creationId xmlns:a16="http://schemas.microsoft.com/office/drawing/2014/main" id="{7836F351-F597-D6F3-A5DC-57620A991D03}"/>
              </a:ext>
            </a:extLst>
          </p:cNvPr>
          <p:cNvSpPr/>
          <p:nvPr/>
        </p:nvSpPr>
        <p:spPr>
          <a:xfrm>
            <a:off x="831015" y="1414397"/>
            <a:ext cx="1568824" cy="4029207"/>
          </a:xfrm>
          <a:prstGeom prst="rect">
            <a:avLst/>
          </a:prstGeom>
          <a:noFill/>
          <a:ln w="57150">
            <a:solidFill>
              <a:schemeClr val="accent5">
                <a:lumMod val="60000"/>
                <a:lumOff val="4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7" name="TextBox 6">
                <a:extLst>
                  <a:ext uri="{FF2B5EF4-FFF2-40B4-BE49-F238E27FC236}">
                    <a16:creationId xmlns:a16="http://schemas.microsoft.com/office/drawing/2014/main" id="{4071946D-4088-D518-857D-0352B95D0380}"/>
                  </a:ext>
                </a:extLst>
              </p:cNvPr>
              <p:cNvSpPr txBox="1"/>
              <p:nvPr/>
            </p:nvSpPr>
            <p:spPr>
              <a:xfrm>
                <a:off x="2695075" y="2737835"/>
                <a:ext cx="3528658" cy="1636858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de-CH" sz="36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𝜎</m:t>
                      </m:r>
                      <m:r>
                        <a:rPr lang="de-CH" sz="3600" b="0" i="1" smtClean="0">
                          <a:latin typeface="Cambria Math" panose="02040503050406030204" pitchFamily="18" charset="0"/>
                        </a:rPr>
                        <m:t>=</m:t>
                      </m:r>
                      <m:rad>
                        <m:radPr>
                          <m:degHide m:val="on"/>
                          <m:ctrlPr>
                            <a:rPr lang="de-CH" sz="3600" b="0" i="1" smtClean="0">
                              <a:latin typeface="Cambria Math" panose="02040503050406030204" pitchFamily="18" charset="0"/>
                            </a:rPr>
                          </m:ctrlPr>
                        </m:radPr>
                        <m:deg/>
                        <m:e>
                          <m:f>
                            <m:fPr>
                              <m:ctrlPr>
                                <a:rPr lang="de-CH" sz="3600" i="1">
                                  <a:latin typeface="Cambria Math" panose="02040503050406030204" pitchFamily="18" charset="0"/>
                                </a:rPr>
                              </m:ctrlPr>
                            </m:fPr>
                            <m:num>
                              <m:nary>
                                <m:naryPr>
                                  <m:chr m:val="∑"/>
                                  <m:subHide m:val="on"/>
                                  <m:supHide m:val="on"/>
                                  <m:ctrlPr>
                                    <a:rPr lang="de-CH" sz="3600" i="1">
                                      <a:latin typeface="Cambria Math" panose="02040503050406030204" pitchFamily="18" charset="0"/>
                                    </a:rPr>
                                  </m:ctrlPr>
                                </m:naryPr>
                                <m:sub/>
                                <m:sup/>
                                <m:e>
                                  <m:sSup>
                                    <m:sSupPr>
                                      <m:ctrlPr>
                                        <a:rPr lang="de-CH" sz="3600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pPr>
                                    <m:e>
                                      <m:r>
                                        <a:rPr lang="de-CH" sz="3600" b="0" i="1" smtClean="0">
                                          <a:latin typeface="Cambria Math" panose="02040503050406030204" pitchFamily="18" charset="0"/>
                                        </a:rPr>
                                        <m:t>(</m:t>
                                      </m:r>
                                      <m:sSub>
                                        <m:sSubPr>
                                          <m:ctrlPr>
                                            <a:rPr lang="de-CH" sz="3600" b="0" i="1" smtClean="0"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sSubPr>
                                        <m:e>
                                          <m:r>
                                            <a:rPr lang="de-CH" sz="3600" b="0" i="1" smtClean="0">
                                              <a:latin typeface="Cambria Math" panose="02040503050406030204" pitchFamily="18" charset="0"/>
                                            </a:rPr>
                                            <m:t>𝑥</m:t>
                                          </m:r>
                                        </m:e>
                                        <m:sub>
                                          <m:r>
                                            <a:rPr lang="de-CH" sz="3600" b="0" i="1" smtClean="0">
                                              <a:latin typeface="Cambria Math" panose="02040503050406030204" pitchFamily="18" charset="0"/>
                                            </a:rPr>
                                            <m:t>𝑖</m:t>
                                          </m:r>
                                        </m:sub>
                                      </m:sSub>
                                      <m:r>
                                        <a:rPr lang="de-CH" sz="3600" i="1">
                                          <a:latin typeface="Cambria Math" panose="02040503050406030204" pitchFamily="18" charset="0"/>
                                        </a:rPr>
                                        <m:t>−</m:t>
                                      </m:r>
                                      <m:r>
                                        <a:rPr lang="de-CH" sz="3600" i="1"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</a:rPr>
                                        <m:t>𝜇</m:t>
                                      </m:r>
                                      <m:r>
                                        <a:rPr lang="de-CH" sz="3600" i="1"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</a:rPr>
                                        <m:t>)</m:t>
                                      </m:r>
                                    </m:e>
                                    <m:sup>
                                      <m:r>
                                        <a:rPr lang="de-CH" sz="3600" i="1">
                                          <a:latin typeface="Cambria Math" panose="02040503050406030204" pitchFamily="18" charset="0"/>
                                        </a:rPr>
                                        <m:t>2</m:t>
                                      </m:r>
                                    </m:sup>
                                  </m:sSup>
                                </m:e>
                              </m:nary>
                            </m:num>
                            <m:den>
                              <m:r>
                                <a:rPr lang="de-CH" sz="3600" b="0" i="1" smtClean="0">
                                  <a:latin typeface="Cambria Math" panose="02040503050406030204" pitchFamily="18" charset="0"/>
                                </a:rPr>
                                <m:t>𝑁</m:t>
                              </m:r>
                            </m:den>
                          </m:f>
                        </m:e>
                      </m:rad>
                    </m:oMath>
                  </m:oMathPara>
                </a14:m>
                <a:endParaRPr lang="en-GB" sz="3600" dirty="0"/>
              </a:p>
            </p:txBody>
          </p:sp>
        </mc:Choice>
        <mc:Fallback>
          <p:sp>
            <p:nvSpPr>
              <p:cNvPr id="7" name="TextBox 6">
                <a:extLst>
                  <a:ext uri="{FF2B5EF4-FFF2-40B4-BE49-F238E27FC236}">
                    <a16:creationId xmlns:a16="http://schemas.microsoft.com/office/drawing/2014/main" id="{4071946D-4088-D518-857D-0352B95D0380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695075" y="2737835"/>
                <a:ext cx="3528658" cy="1636858"/>
              </a:xfrm>
              <a:prstGeom prst="rect">
                <a:avLst/>
              </a:prstGeom>
              <a:blipFill>
                <a:blip r:embed="rId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" name="TextBox 1">
                <a:extLst>
                  <a:ext uri="{FF2B5EF4-FFF2-40B4-BE49-F238E27FC236}">
                    <a16:creationId xmlns:a16="http://schemas.microsoft.com/office/drawing/2014/main" id="{B63A4C09-D164-BC03-7CB1-103A60D81A9C}"/>
                  </a:ext>
                </a:extLst>
              </p:cNvPr>
              <p:cNvSpPr txBox="1"/>
              <p:nvPr/>
            </p:nvSpPr>
            <p:spPr>
              <a:xfrm>
                <a:off x="6111951" y="3460168"/>
                <a:ext cx="5636223" cy="409215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de-CH" sz="900" b="0" i="1" smtClean="0">
                          <a:latin typeface="Cambria Math" panose="02040503050406030204" pitchFamily="18" charset="0"/>
                        </a:rPr>
                        <m:t>=</m:t>
                      </m:r>
                      <m:rad>
                        <m:radPr>
                          <m:degHide m:val="on"/>
                          <m:ctrlPr>
                            <a:rPr lang="de-CH" sz="900" b="0" i="1" smtClean="0">
                              <a:latin typeface="Cambria Math" panose="02040503050406030204" pitchFamily="18" charset="0"/>
                            </a:rPr>
                          </m:ctrlPr>
                        </m:radPr>
                        <m:deg/>
                        <m:e>
                          <m:f>
                            <m:fPr>
                              <m:ctrlPr>
                                <a:rPr lang="de-CH" sz="900" i="1">
                                  <a:latin typeface="Cambria Math" panose="02040503050406030204" pitchFamily="18" charset="0"/>
                                </a:rPr>
                              </m:ctrlPr>
                            </m:fPr>
                            <m:num>
                              <m:sSup>
                                <m:sSupPr>
                                  <m:ctrlPr>
                                    <a:rPr lang="de-CH" sz="90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sSupPr>
                                <m:e>
                                  <m:r>
                                    <a:rPr lang="de-CH" sz="900" b="0" i="1" smtClean="0">
                                      <a:latin typeface="Cambria Math" panose="02040503050406030204" pitchFamily="18" charset="0"/>
                                    </a:rPr>
                                    <m:t>(46−32.29)</m:t>
                                  </m:r>
                                </m:e>
                                <m:sup>
                                  <m:r>
                                    <a:rPr lang="de-CH" sz="900" b="0" i="1" smtClean="0">
                                      <a:latin typeface="Cambria Math" panose="02040503050406030204" pitchFamily="18" charset="0"/>
                                    </a:rPr>
                                    <m:t>2</m:t>
                                  </m:r>
                                </m:sup>
                              </m:sSup>
                              <m:r>
                                <a:rPr lang="de-CH" sz="900" b="0" i="1" smtClean="0">
                                  <a:latin typeface="Cambria Math" panose="02040503050406030204" pitchFamily="18" charset="0"/>
                                </a:rPr>
                                <m:t>+</m:t>
                              </m:r>
                              <m:sSup>
                                <m:sSupPr>
                                  <m:ctrlPr>
                                    <a:rPr lang="de-CH" sz="900" i="1">
                                      <a:latin typeface="Cambria Math" panose="02040503050406030204" pitchFamily="18" charset="0"/>
                                    </a:rPr>
                                  </m:ctrlPr>
                                </m:sSupPr>
                                <m:e>
                                  <m:r>
                                    <a:rPr lang="de-CH" sz="900" i="1">
                                      <a:latin typeface="Cambria Math" panose="02040503050406030204" pitchFamily="18" charset="0"/>
                                    </a:rPr>
                                    <m:t>(</m:t>
                                  </m:r>
                                  <m:r>
                                    <a:rPr lang="de-CH" sz="900" b="0" i="1" smtClean="0">
                                      <a:latin typeface="Cambria Math" panose="02040503050406030204" pitchFamily="18" charset="0"/>
                                    </a:rPr>
                                    <m:t>23</m:t>
                                  </m:r>
                                  <m:r>
                                    <a:rPr lang="de-CH" sz="900" i="1">
                                      <a:latin typeface="Cambria Math" panose="02040503050406030204" pitchFamily="18" charset="0"/>
                                    </a:rPr>
                                    <m:t>−32.29)</m:t>
                                  </m:r>
                                </m:e>
                                <m:sup>
                                  <m:r>
                                    <a:rPr lang="de-CH" sz="900" i="1">
                                      <a:latin typeface="Cambria Math" panose="02040503050406030204" pitchFamily="18" charset="0"/>
                                    </a:rPr>
                                    <m:t>2</m:t>
                                  </m:r>
                                </m:sup>
                              </m:sSup>
                              <m:r>
                                <a:rPr lang="de-CH" sz="900" i="1">
                                  <a:latin typeface="Cambria Math" panose="02040503050406030204" pitchFamily="18" charset="0"/>
                                </a:rPr>
                                <m:t>+</m:t>
                              </m:r>
                              <m:sSup>
                                <m:sSupPr>
                                  <m:ctrlPr>
                                    <a:rPr lang="de-CH" sz="900" i="1">
                                      <a:latin typeface="Cambria Math" panose="02040503050406030204" pitchFamily="18" charset="0"/>
                                    </a:rPr>
                                  </m:ctrlPr>
                                </m:sSupPr>
                                <m:e>
                                  <m:r>
                                    <a:rPr lang="de-CH" sz="900" i="1">
                                      <a:latin typeface="Cambria Math" panose="02040503050406030204" pitchFamily="18" charset="0"/>
                                    </a:rPr>
                                    <m:t>(</m:t>
                                  </m:r>
                                  <m:r>
                                    <a:rPr lang="de-CH" sz="900" b="0" i="1" smtClean="0">
                                      <a:latin typeface="Cambria Math" panose="02040503050406030204" pitchFamily="18" charset="0"/>
                                    </a:rPr>
                                    <m:t>52</m:t>
                                  </m:r>
                                  <m:r>
                                    <a:rPr lang="de-CH" sz="900" i="1">
                                      <a:latin typeface="Cambria Math" panose="02040503050406030204" pitchFamily="18" charset="0"/>
                                    </a:rPr>
                                    <m:t>−32.29)</m:t>
                                  </m:r>
                                </m:e>
                                <m:sup>
                                  <m:r>
                                    <a:rPr lang="de-CH" sz="900" i="1">
                                      <a:latin typeface="Cambria Math" panose="02040503050406030204" pitchFamily="18" charset="0"/>
                                    </a:rPr>
                                    <m:t>2</m:t>
                                  </m:r>
                                </m:sup>
                              </m:sSup>
                              <m:r>
                                <a:rPr lang="de-CH" sz="900" i="1">
                                  <a:latin typeface="Cambria Math" panose="02040503050406030204" pitchFamily="18" charset="0"/>
                                </a:rPr>
                                <m:t>+</m:t>
                              </m:r>
                              <m:sSup>
                                <m:sSupPr>
                                  <m:ctrlPr>
                                    <a:rPr lang="de-CH" sz="900" i="1">
                                      <a:latin typeface="Cambria Math" panose="02040503050406030204" pitchFamily="18" charset="0"/>
                                    </a:rPr>
                                  </m:ctrlPr>
                                </m:sSupPr>
                                <m:e>
                                  <m:r>
                                    <a:rPr lang="de-CH" sz="900" i="1">
                                      <a:latin typeface="Cambria Math" panose="02040503050406030204" pitchFamily="18" charset="0"/>
                                    </a:rPr>
                                    <m:t>(</m:t>
                                  </m:r>
                                  <m:r>
                                    <a:rPr lang="de-CH" sz="900" b="0" i="1" smtClean="0">
                                      <a:latin typeface="Cambria Math" panose="02040503050406030204" pitchFamily="18" charset="0"/>
                                    </a:rPr>
                                    <m:t>24</m:t>
                                  </m:r>
                                  <m:r>
                                    <a:rPr lang="de-CH" sz="900" i="1">
                                      <a:latin typeface="Cambria Math" panose="02040503050406030204" pitchFamily="18" charset="0"/>
                                    </a:rPr>
                                    <m:t>−32.29)</m:t>
                                  </m:r>
                                </m:e>
                                <m:sup>
                                  <m:r>
                                    <a:rPr lang="de-CH" sz="900" i="1">
                                      <a:latin typeface="Cambria Math" panose="02040503050406030204" pitchFamily="18" charset="0"/>
                                    </a:rPr>
                                    <m:t>2</m:t>
                                  </m:r>
                                </m:sup>
                              </m:sSup>
                              <m:r>
                                <a:rPr lang="de-CH" sz="900" i="1">
                                  <a:latin typeface="Cambria Math" panose="02040503050406030204" pitchFamily="18" charset="0"/>
                                </a:rPr>
                                <m:t>+</m:t>
                              </m:r>
                              <m:sSup>
                                <m:sSupPr>
                                  <m:ctrlPr>
                                    <a:rPr lang="de-CH" sz="900" i="1">
                                      <a:latin typeface="Cambria Math" panose="02040503050406030204" pitchFamily="18" charset="0"/>
                                    </a:rPr>
                                  </m:ctrlPr>
                                </m:sSupPr>
                                <m:e>
                                  <m:r>
                                    <a:rPr lang="de-CH" sz="900" i="1">
                                      <a:latin typeface="Cambria Math" panose="02040503050406030204" pitchFamily="18" charset="0"/>
                                    </a:rPr>
                                    <m:t>(</m:t>
                                  </m:r>
                                  <m:r>
                                    <a:rPr lang="de-CH" sz="900" b="0" i="1" smtClean="0">
                                      <a:latin typeface="Cambria Math" panose="02040503050406030204" pitchFamily="18" charset="0"/>
                                    </a:rPr>
                                    <m:t>37</m:t>
                                  </m:r>
                                  <m:r>
                                    <a:rPr lang="de-CH" sz="900" i="1">
                                      <a:latin typeface="Cambria Math" panose="02040503050406030204" pitchFamily="18" charset="0"/>
                                    </a:rPr>
                                    <m:t>−32.29)</m:t>
                                  </m:r>
                                </m:e>
                                <m:sup>
                                  <m:r>
                                    <a:rPr lang="de-CH" sz="900" i="1">
                                      <a:latin typeface="Cambria Math" panose="02040503050406030204" pitchFamily="18" charset="0"/>
                                    </a:rPr>
                                    <m:t>2</m:t>
                                  </m:r>
                                </m:sup>
                              </m:sSup>
                              <m:r>
                                <a:rPr lang="de-CH" sz="900" i="1">
                                  <a:latin typeface="Cambria Math" panose="02040503050406030204" pitchFamily="18" charset="0"/>
                                </a:rPr>
                                <m:t>+</m:t>
                              </m:r>
                              <m:sSup>
                                <m:sSupPr>
                                  <m:ctrlPr>
                                    <a:rPr lang="de-CH" sz="900" i="1">
                                      <a:latin typeface="Cambria Math" panose="02040503050406030204" pitchFamily="18" charset="0"/>
                                    </a:rPr>
                                  </m:ctrlPr>
                                </m:sSupPr>
                                <m:e>
                                  <m:r>
                                    <a:rPr lang="de-CH" sz="900" i="1">
                                      <a:latin typeface="Cambria Math" panose="02040503050406030204" pitchFamily="18" charset="0"/>
                                    </a:rPr>
                                    <m:t>(</m:t>
                                  </m:r>
                                  <m:r>
                                    <a:rPr lang="de-CH" sz="900" b="0" i="1" smtClean="0">
                                      <a:latin typeface="Cambria Math" panose="02040503050406030204" pitchFamily="18" charset="0"/>
                                    </a:rPr>
                                    <m:t>19</m:t>
                                  </m:r>
                                  <m:r>
                                    <a:rPr lang="de-CH" sz="900" i="1">
                                      <a:latin typeface="Cambria Math" panose="02040503050406030204" pitchFamily="18" charset="0"/>
                                    </a:rPr>
                                    <m:t>−32.29)</m:t>
                                  </m:r>
                                </m:e>
                                <m:sup>
                                  <m:r>
                                    <a:rPr lang="de-CH" sz="900" i="1">
                                      <a:latin typeface="Cambria Math" panose="02040503050406030204" pitchFamily="18" charset="0"/>
                                    </a:rPr>
                                    <m:t>2</m:t>
                                  </m:r>
                                </m:sup>
                              </m:sSup>
                              <m:r>
                                <a:rPr lang="de-CH" sz="900" i="1">
                                  <a:latin typeface="Cambria Math" panose="02040503050406030204" pitchFamily="18" charset="0"/>
                                </a:rPr>
                                <m:t>+</m:t>
                              </m:r>
                              <m:sSup>
                                <m:sSupPr>
                                  <m:ctrlPr>
                                    <a:rPr lang="de-CH" sz="900" i="1">
                                      <a:latin typeface="Cambria Math" panose="02040503050406030204" pitchFamily="18" charset="0"/>
                                    </a:rPr>
                                  </m:ctrlPr>
                                </m:sSupPr>
                                <m:e>
                                  <m:r>
                                    <a:rPr lang="de-CH" sz="900" i="1">
                                      <a:latin typeface="Cambria Math" panose="02040503050406030204" pitchFamily="18" charset="0"/>
                                    </a:rPr>
                                    <m:t>(</m:t>
                                  </m:r>
                                  <m:r>
                                    <a:rPr lang="de-CH" sz="900" b="0" i="1" smtClean="0">
                                      <a:latin typeface="Cambria Math" panose="02040503050406030204" pitchFamily="18" charset="0"/>
                                    </a:rPr>
                                    <m:t>25</m:t>
                                  </m:r>
                                  <m:r>
                                    <a:rPr lang="de-CH" sz="900" i="1">
                                      <a:latin typeface="Cambria Math" panose="02040503050406030204" pitchFamily="18" charset="0"/>
                                    </a:rPr>
                                    <m:t>−32.29)</m:t>
                                  </m:r>
                                </m:e>
                                <m:sup>
                                  <m:r>
                                    <a:rPr lang="de-CH" sz="900" i="1">
                                      <a:latin typeface="Cambria Math" panose="02040503050406030204" pitchFamily="18" charset="0"/>
                                    </a:rPr>
                                    <m:t>2</m:t>
                                  </m:r>
                                </m:sup>
                              </m:sSup>
                            </m:num>
                            <m:den>
                              <m:r>
                                <a:rPr lang="de-CH" sz="900" i="1">
                                  <a:latin typeface="Cambria Math" panose="02040503050406030204" pitchFamily="18" charset="0"/>
                                </a:rPr>
                                <m:t>7</m:t>
                              </m:r>
                            </m:den>
                          </m:f>
                        </m:e>
                      </m:rad>
                    </m:oMath>
                  </m:oMathPara>
                </a14:m>
                <a:endParaRPr lang="en-GB" sz="900" dirty="0"/>
              </a:p>
            </p:txBody>
          </p:sp>
        </mc:Choice>
        <mc:Fallback xmlns="">
          <p:sp>
            <p:nvSpPr>
              <p:cNvPr id="2" name="TextBox 1">
                <a:extLst>
                  <a:ext uri="{FF2B5EF4-FFF2-40B4-BE49-F238E27FC236}">
                    <a16:creationId xmlns:a16="http://schemas.microsoft.com/office/drawing/2014/main" id="{B63A4C09-D164-BC03-7CB1-103A60D81A9C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111951" y="3460168"/>
                <a:ext cx="5636223" cy="409215"/>
              </a:xfrm>
              <a:prstGeom prst="rect">
                <a:avLst/>
              </a:prstGeom>
              <a:blipFill>
                <a:blip r:embed="rId4"/>
                <a:stretch>
                  <a:fillRect b="-1493"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6" name="TextBox 5">
            <a:extLst>
              <a:ext uri="{FF2B5EF4-FFF2-40B4-BE49-F238E27FC236}">
                <a16:creationId xmlns:a16="http://schemas.microsoft.com/office/drawing/2014/main" id="{7AB404BF-7063-7642-FF14-9355AEA53E71}"/>
              </a:ext>
            </a:extLst>
          </p:cNvPr>
          <p:cNvSpPr txBox="1"/>
          <p:nvPr/>
        </p:nvSpPr>
        <p:spPr>
          <a:xfrm>
            <a:off x="2965266" y="1414396"/>
            <a:ext cx="6627224" cy="13234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kumimoji="0" lang="en-GB" sz="2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Bahnschrift" panose="020B0502040204020203" pitchFamily="34" charset="0"/>
                <a:ea typeface="+mn-ea"/>
                <a:cs typeface="+mn-cs"/>
              </a:rPr>
              <a:t>Standardising ensures </a:t>
            </a:r>
            <a:r>
              <a:rPr kumimoji="0" lang="en-GB" sz="20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Bahnschrift" panose="020B0502040204020203" pitchFamily="34" charset="0"/>
                <a:ea typeface="+mn-ea"/>
                <a:cs typeface="+mn-cs"/>
              </a:rPr>
              <a:t>all properties contribute equally</a:t>
            </a:r>
            <a:r>
              <a:rPr kumimoji="0" lang="en-GB" sz="2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Bahnschrift" panose="020B0502040204020203" pitchFamily="34" charset="0"/>
                <a:ea typeface="+mn-ea"/>
                <a:cs typeface="+mn-cs"/>
              </a:rPr>
              <a:t>, preventing larger scales (like age) from dominating smaller ones (like height). It is typically applied to datasets with varying scales.</a:t>
            </a:r>
            <a:endParaRPr lang="en-GB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8" name="TextBox 7">
                <a:extLst>
                  <a:ext uri="{FF2B5EF4-FFF2-40B4-BE49-F238E27FC236}">
                    <a16:creationId xmlns:a16="http://schemas.microsoft.com/office/drawing/2014/main" id="{F30FA5BF-26A4-6638-5B98-9973DA558EC6}"/>
                  </a:ext>
                </a:extLst>
              </p:cNvPr>
              <p:cNvSpPr txBox="1"/>
              <p:nvPr/>
            </p:nvSpPr>
            <p:spPr>
              <a:xfrm>
                <a:off x="4291144" y="4414375"/>
                <a:ext cx="3975465" cy="1631216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marL="342900" indent="-342900">
                  <a:buFont typeface="Arial" panose="020B0604020202020204" pitchFamily="34" charset="0"/>
                  <a:buChar char="•"/>
                </a:pPr>
                <a14:m>
                  <m:oMath xmlns:m="http://schemas.openxmlformats.org/officeDocument/2006/math">
                    <m:sSub>
                      <m:sSubPr>
                        <m:ctrlPr>
                          <a:rPr lang="en-GB" sz="200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de-CH" sz="2000" b="0" i="1" smtClean="0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de-CH" sz="2000" b="0" i="1" smtClean="0">
                            <a:latin typeface="Cambria Math" panose="02040503050406030204" pitchFamily="18" charset="0"/>
                          </a:rPr>
                          <m:t>𝑖</m:t>
                        </m:r>
                      </m:sub>
                    </m:sSub>
                    <m:r>
                      <a:rPr lang="de-CH" sz="2000" b="0" i="0" smtClean="0">
                        <a:latin typeface="Cambria Math" panose="02040503050406030204" pitchFamily="18" charset="0"/>
                      </a:rPr>
                      <m:t> </m:t>
                    </m:r>
                  </m:oMath>
                </a14:m>
                <a:r>
                  <a:rPr lang="en-GB" sz="2000" dirty="0">
                    <a:latin typeface="Bahnschrift" panose="020B0502040204020203" pitchFamily="34" charset="0"/>
                  </a:rPr>
                  <a:t>are the original values</a:t>
                </a:r>
                <a:endParaRPr lang="en-GB" sz="2000" i="1" dirty="0">
                  <a:latin typeface="Cambria Math" panose="02040503050406030204" pitchFamily="18" charset="0"/>
                </a:endParaRPr>
              </a:p>
              <a:p>
                <a:pPr marL="342900" indent="-342900">
                  <a:buFont typeface="Arial" panose="020B0604020202020204" pitchFamily="34" charset="0"/>
                  <a:buChar char="•"/>
                </a:pPr>
                <a14:m>
                  <m:oMath xmlns:m="http://schemas.openxmlformats.org/officeDocument/2006/math">
                    <m:sSub>
                      <m:sSubPr>
                        <m:ctrlPr>
                          <a:rPr lang="en-GB" sz="200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de-CH" sz="2000" b="0" i="1" smtClean="0">
                            <a:latin typeface="Cambria Math" panose="02040503050406030204" pitchFamily="18" charset="0"/>
                          </a:rPr>
                          <m:t>𝑦</m:t>
                        </m:r>
                      </m:e>
                      <m:sub>
                        <m:r>
                          <a:rPr lang="de-CH" sz="2000" b="0" i="1" smtClean="0">
                            <a:latin typeface="Cambria Math" panose="02040503050406030204" pitchFamily="18" charset="0"/>
                          </a:rPr>
                          <m:t>𝑖</m:t>
                        </m:r>
                      </m:sub>
                    </m:sSub>
                    <m:r>
                      <a:rPr lang="de-CH" sz="2000" b="0" i="0" smtClean="0">
                        <a:latin typeface="Cambria Math" panose="02040503050406030204" pitchFamily="18" charset="0"/>
                      </a:rPr>
                      <m:t> </m:t>
                    </m:r>
                  </m:oMath>
                </a14:m>
                <a:r>
                  <a:rPr lang="en-GB" sz="2000" dirty="0">
                    <a:latin typeface="Bahnschrift" panose="020B0502040204020203" pitchFamily="34" charset="0"/>
                  </a:rPr>
                  <a:t>are the standardised values</a:t>
                </a:r>
              </a:p>
              <a:p>
                <a:pPr marL="342900" indent="-342900">
                  <a:buFont typeface="Arial" panose="020B0604020202020204" pitchFamily="34" charset="0"/>
                  <a:buChar char="•"/>
                </a:pPr>
                <a14:m>
                  <m:oMath xmlns:m="http://schemas.openxmlformats.org/officeDocument/2006/math">
                    <m:r>
                      <a:rPr lang="en-GB" sz="200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𝜇</m:t>
                    </m:r>
                  </m:oMath>
                </a14:m>
                <a:r>
                  <a:rPr lang="en-GB" sz="2000" dirty="0">
                    <a:latin typeface="Bahnschrift" panose="020B0502040204020203" pitchFamily="34" charset="0"/>
                  </a:rPr>
                  <a:t> is the mean of the data</a:t>
                </a:r>
              </a:p>
              <a:p>
                <a:pPr marL="342900" indent="-342900">
                  <a:buFont typeface="Arial" panose="020B0604020202020204" pitchFamily="34" charset="0"/>
                  <a:buChar char="•"/>
                </a:pPr>
                <a14:m>
                  <m:oMath xmlns:m="http://schemas.openxmlformats.org/officeDocument/2006/math">
                    <m:r>
                      <a:rPr lang="en-GB" sz="200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𝜎</m:t>
                    </m:r>
                  </m:oMath>
                </a14:m>
                <a:r>
                  <a:rPr lang="en-GB" sz="2000" dirty="0">
                    <a:latin typeface="Bahnschrift" panose="020B0502040204020203" pitchFamily="34" charset="0"/>
                  </a:rPr>
                  <a:t> is the standard deviation</a:t>
                </a:r>
              </a:p>
              <a:p>
                <a:pPr marL="342900" indent="-342900">
                  <a:buFont typeface="Arial" panose="020B0604020202020204" pitchFamily="34" charset="0"/>
                  <a:buChar char="•"/>
                </a:pPr>
                <a14:m>
                  <m:oMath xmlns:m="http://schemas.openxmlformats.org/officeDocument/2006/math">
                    <m:r>
                      <a:rPr lang="de-CH" sz="2000" b="0" i="1" smtClean="0">
                        <a:latin typeface="Cambria Math" panose="02040503050406030204" pitchFamily="18" charset="0"/>
                      </a:rPr>
                      <m:t>𝑁</m:t>
                    </m:r>
                  </m:oMath>
                </a14:m>
                <a:r>
                  <a:rPr lang="en-GB" sz="2000" dirty="0">
                    <a:latin typeface="Bahnschrift" panose="020B0502040204020203" pitchFamily="34" charset="0"/>
                  </a:rPr>
                  <a:t> is the number of data</a:t>
                </a:r>
              </a:p>
            </p:txBody>
          </p:sp>
        </mc:Choice>
        <mc:Fallback xmlns="">
          <p:sp>
            <p:nvSpPr>
              <p:cNvPr id="8" name="TextBox 7">
                <a:extLst>
                  <a:ext uri="{FF2B5EF4-FFF2-40B4-BE49-F238E27FC236}">
                    <a16:creationId xmlns:a16="http://schemas.microsoft.com/office/drawing/2014/main" id="{F30FA5BF-26A4-6638-5B98-9973DA558EC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291144" y="4414375"/>
                <a:ext cx="3975465" cy="1631216"/>
              </a:xfrm>
              <a:prstGeom prst="rect">
                <a:avLst/>
              </a:prstGeom>
              <a:blipFill>
                <a:blip r:embed="rId5"/>
                <a:stretch>
                  <a:fillRect l="-1380" t="-2239" r="-2914" b="-5224"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960156451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spd="slow">
        <p159:morph option="byObject"/>
      </p:transition>
    </mc:Choice>
    <mc:Fallback xmlns="">
      <p:transition spd="slow">
        <p:fade/>
      </p:transition>
    </mc:Fallback>
  </mc:AlternateContent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E8997C1-0D6C-8A3A-C01E-59285D00BF5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543B21D3-C0BB-3062-B384-29E36B43D280}"/>
              </a:ext>
            </a:extLst>
          </p:cNvPr>
          <p:cNvSpPr txBox="1"/>
          <p:nvPr/>
        </p:nvSpPr>
        <p:spPr>
          <a:xfrm>
            <a:off x="3622718" y="607525"/>
            <a:ext cx="4946563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GB" sz="4000">
                <a:solidFill>
                  <a:schemeClr val="accent5">
                    <a:lumMod val="60000"/>
                    <a:lumOff val="40000"/>
                  </a:schemeClr>
                </a:solidFill>
                <a:latin typeface="Bahnschrift" panose="020B0502040204020203" pitchFamily="34" charset="0"/>
              </a:rPr>
              <a:t>Standardising</a:t>
            </a:r>
          </a:p>
        </p:txBody>
      </p:sp>
      <p:graphicFrame>
        <p:nvGraphicFramePr>
          <p:cNvPr id="5" name="Table 4">
            <a:extLst>
              <a:ext uri="{FF2B5EF4-FFF2-40B4-BE49-F238E27FC236}">
                <a16:creationId xmlns:a16="http://schemas.microsoft.com/office/drawing/2014/main" id="{8A4EC39B-3B31-F010-91C4-30E516BE874C}"/>
              </a:ext>
            </a:extLst>
          </p:cNvPr>
          <p:cNvGraphicFramePr>
            <a:graphicFrameLocks noGrp="1"/>
          </p:cNvGraphicFramePr>
          <p:nvPr/>
        </p:nvGraphicFramePr>
        <p:xfrm>
          <a:off x="804915" y="1414396"/>
          <a:ext cx="1594924" cy="4029208"/>
        </p:xfrm>
        <a:graphic>
          <a:graphicData uri="http://schemas.openxmlformats.org/drawingml/2006/table">
            <a:tbl>
              <a:tblPr firstRow="1" bandRow="1">
                <a:tableStyleId>{F5AB1C69-6EDB-4FF4-983F-18BD219EF322}</a:tableStyleId>
              </a:tblPr>
              <a:tblGrid>
                <a:gridCol w="1594924">
                  <a:extLst>
                    <a:ext uri="{9D8B030D-6E8A-4147-A177-3AD203B41FA5}">
                      <a16:colId xmlns:a16="http://schemas.microsoft.com/office/drawing/2014/main" val="3985989347"/>
                    </a:ext>
                  </a:extLst>
                </a:gridCol>
              </a:tblGrid>
              <a:tr h="503651">
                <a:tc>
                  <a:txBody>
                    <a:bodyPr/>
                    <a:lstStyle/>
                    <a:p>
                      <a:pPr algn="ctr"/>
                      <a:r>
                        <a:rPr lang="en-GB" sz="1600" dirty="0">
                          <a:latin typeface="Bahnschrift" panose="020B0502040204020203" pitchFamily="34" charset="0"/>
                        </a:rPr>
                        <a:t>Age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154236307"/>
                  </a:ext>
                </a:extLst>
              </a:tr>
              <a:tr h="503651">
                <a:tc>
                  <a:txBody>
                    <a:bodyPr/>
                    <a:lstStyle/>
                    <a:p>
                      <a:pPr algn="ctr"/>
                      <a:r>
                        <a:rPr lang="en-GB" sz="1600" dirty="0">
                          <a:latin typeface="Bahnschrift" panose="020B0502040204020203" pitchFamily="34" charset="0"/>
                        </a:rPr>
                        <a:t>46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862705550"/>
                  </a:ext>
                </a:extLst>
              </a:tr>
              <a:tr h="503651">
                <a:tc>
                  <a:txBody>
                    <a:bodyPr/>
                    <a:lstStyle/>
                    <a:p>
                      <a:pPr algn="ctr"/>
                      <a:r>
                        <a:rPr lang="en-GB" sz="1600" dirty="0">
                          <a:latin typeface="Bahnschrift" panose="020B0502040204020203" pitchFamily="34" charset="0"/>
                        </a:rPr>
                        <a:t>23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76534677"/>
                  </a:ext>
                </a:extLst>
              </a:tr>
              <a:tr h="503651">
                <a:tc>
                  <a:txBody>
                    <a:bodyPr/>
                    <a:lstStyle/>
                    <a:p>
                      <a:pPr algn="ctr"/>
                      <a:r>
                        <a:rPr lang="en-GB" sz="1600" dirty="0">
                          <a:latin typeface="Bahnschrift" panose="020B0502040204020203" pitchFamily="34" charset="0"/>
                        </a:rPr>
                        <a:t>52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4138352807"/>
                  </a:ext>
                </a:extLst>
              </a:tr>
              <a:tr h="503651">
                <a:tc>
                  <a:txBody>
                    <a:bodyPr/>
                    <a:lstStyle/>
                    <a:p>
                      <a:pPr algn="ctr"/>
                      <a:r>
                        <a:rPr lang="en-GB" sz="1600" dirty="0">
                          <a:latin typeface="Bahnschrift" panose="020B0502040204020203" pitchFamily="34" charset="0"/>
                        </a:rPr>
                        <a:t>24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635136352"/>
                  </a:ext>
                </a:extLst>
              </a:tr>
              <a:tr h="503651">
                <a:tc>
                  <a:txBody>
                    <a:bodyPr/>
                    <a:lstStyle/>
                    <a:p>
                      <a:pPr algn="ctr"/>
                      <a:r>
                        <a:rPr lang="en-GB" sz="1600" dirty="0">
                          <a:latin typeface="Bahnschrift" panose="020B0502040204020203" pitchFamily="34" charset="0"/>
                        </a:rPr>
                        <a:t>37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609944788"/>
                  </a:ext>
                </a:extLst>
              </a:tr>
              <a:tr h="503651">
                <a:tc>
                  <a:txBody>
                    <a:bodyPr/>
                    <a:lstStyle/>
                    <a:p>
                      <a:pPr algn="ctr"/>
                      <a:r>
                        <a:rPr lang="en-GB" sz="1600" dirty="0">
                          <a:latin typeface="Bahnschrift" panose="020B0502040204020203" pitchFamily="34" charset="0"/>
                        </a:rPr>
                        <a:t>19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064592613"/>
                  </a:ext>
                </a:extLst>
              </a:tr>
              <a:tr h="503651">
                <a:tc>
                  <a:txBody>
                    <a:bodyPr/>
                    <a:lstStyle/>
                    <a:p>
                      <a:pPr algn="ctr"/>
                      <a:r>
                        <a:rPr lang="en-GB" sz="1600" dirty="0">
                          <a:latin typeface="Bahnschrift" panose="020B0502040204020203" pitchFamily="34" charset="0"/>
                        </a:rPr>
                        <a:t>25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456268614"/>
                  </a:ext>
                </a:extLst>
              </a:tr>
            </a:tbl>
          </a:graphicData>
        </a:graphic>
      </p:graphicFrame>
      <p:sp>
        <p:nvSpPr>
          <p:cNvPr id="3" name="Rectangle 2">
            <a:extLst>
              <a:ext uri="{FF2B5EF4-FFF2-40B4-BE49-F238E27FC236}">
                <a16:creationId xmlns:a16="http://schemas.microsoft.com/office/drawing/2014/main" id="{3210054B-D532-E921-FF2C-BA854F4B7D8E}"/>
              </a:ext>
            </a:extLst>
          </p:cNvPr>
          <p:cNvSpPr/>
          <p:nvPr/>
        </p:nvSpPr>
        <p:spPr>
          <a:xfrm>
            <a:off x="831015" y="1414397"/>
            <a:ext cx="1568824" cy="4029207"/>
          </a:xfrm>
          <a:prstGeom prst="rect">
            <a:avLst/>
          </a:prstGeom>
          <a:noFill/>
          <a:ln w="57150">
            <a:solidFill>
              <a:schemeClr val="accent5">
                <a:lumMod val="60000"/>
                <a:lumOff val="4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7" name="TextBox 6">
                <a:extLst>
                  <a:ext uri="{FF2B5EF4-FFF2-40B4-BE49-F238E27FC236}">
                    <a16:creationId xmlns:a16="http://schemas.microsoft.com/office/drawing/2014/main" id="{723F97B5-8712-54ED-3D9D-2B4CC7C285E5}"/>
                  </a:ext>
                </a:extLst>
              </p:cNvPr>
              <p:cNvSpPr txBox="1"/>
              <p:nvPr/>
            </p:nvSpPr>
            <p:spPr>
              <a:xfrm>
                <a:off x="3459638" y="2737835"/>
                <a:ext cx="3528658" cy="1636858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de-CH" sz="36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𝜎</m:t>
                      </m:r>
                      <m:r>
                        <a:rPr lang="de-CH" sz="3600" b="0" i="1" smtClean="0">
                          <a:latin typeface="Cambria Math" panose="02040503050406030204" pitchFamily="18" charset="0"/>
                        </a:rPr>
                        <m:t>=</m:t>
                      </m:r>
                      <m:rad>
                        <m:radPr>
                          <m:degHide m:val="on"/>
                          <m:ctrlPr>
                            <a:rPr lang="de-CH" sz="3600" b="0" i="1" smtClean="0">
                              <a:latin typeface="Cambria Math" panose="02040503050406030204" pitchFamily="18" charset="0"/>
                            </a:rPr>
                          </m:ctrlPr>
                        </m:radPr>
                        <m:deg/>
                        <m:e>
                          <m:f>
                            <m:fPr>
                              <m:ctrlPr>
                                <a:rPr lang="de-CH" sz="3600" i="1">
                                  <a:latin typeface="Cambria Math" panose="02040503050406030204" pitchFamily="18" charset="0"/>
                                </a:rPr>
                              </m:ctrlPr>
                            </m:fPr>
                            <m:num>
                              <m:nary>
                                <m:naryPr>
                                  <m:chr m:val="∑"/>
                                  <m:subHide m:val="on"/>
                                  <m:supHide m:val="on"/>
                                  <m:ctrlPr>
                                    <a:rPr lang="de-CH" sz="3600" i="1">
                                      <a:latin typeface="Cambria Math" panose="02040503050406030204" pitchFamily="18" charset="0"/>
                                    </a:rPr>
                                  </m:ctrlPr>
                                </m:naryPr>
                                <m:sub/>
                                <m:sup/>
                                <m:e>
                                  <m:sSup>
                                    <m:sSupPr>
                                      <m:ctrlPr>
                                        <a:rPr lang="de-CH" sz="3600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pPr>
                                    <m:e>
                                      <m:r>
                                        <a:rPr lang="de-CH" sz="3600" b="0" i="1" smtClean="0">
                                          <a:latin typeface="Cambria Math" panose="02040503050406030204" pitchFamily="18" charset="0"/>
                                        </a:rPr>
                                        <m:t>(</m:t>
                                      </m:r>
                                      <m:sSub>
                                        <m:sSubPr>
                                          <m:ctrlPr>
                                            <a:rPr lang="de-CH" sz="3600" b="0" i="1" smtClean="0"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sSubPr>
                                        <m:e>
                                          <m:r>
                                            <a:rPr lang="de-CH" sz="3600" b="0" i="1" smtClean="0">
                                              <a:latin typeface="Cambria Math" panose="02040503050406030204" pitchFamily="18" charset="0"/>
                                            </a:rPr>
                                            <m:t>𝑥</m:t>
                                          </m:r>
                                        </m:e>
                                        <m:sub>
                                          <m:r>
                                            <a:rPr lang="de-CH" sz="3600" b="0" i="1" smtClean="0">
                                              <a:latin typeface="Cambria Math" panose="02040503050406030204" pitchFamily="18" charset="0"/>
                                            </a:rPr>
                                            <m:t>𝑖</m:t>
                                          </m:r>
                                        </m:sub>
                                      </m:sSub>
                                      <m:r>
                                        <a:rPr lang="de-CH" sz="3600" i="1">
                                          <a:latin typeface="Cambria Math" panose="02040503050406030204" pitchFamily="18" charset="0"/>
                                        </a:rPr>
                                        <m:t>−</m:t>
                                      </m:r>
                                      <m:r>
                                        <a:rPr lang="de-CH" sz="3600" i="1"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</a:rPr>
                                        <m:t>𝜇</m:t>
                                      </m:r>
                                      <m:r>
                                        <a:rPr lang="de-CH" sz="3600" i="1"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</a:rPr>
                                        <m:t>)</m:t>
                                      </m:r>
                                    </m:e>
                                    <m:sup>
                                      <m:r>
                                        <a:rPr lang="de-CH" sz="3600" i="1">
                                          <a:latin typeface="Cambria Math" panose="02040503050406030204" pitchFamily="18" charset="0"/>
                                        </a:rPr>
                                        <m:t>2</m:t>
                                      </m:r>
                                    </m:sup>
                                  </m:sSup>
                                </m:e>
                              </m:nary>
                            </m:num>
                            <m:den>
                              <m:r>
                                <a:rPr lang="de-CH" sz="3600" b="0" i="1" smtClean="0">
                                  <a:latin typeface="Cambria Math" panose="02040503050406030204" pitchFamily="18" charset="0"/>
                                </a:rPr>
                                <m:t>𝑁</m:t>
                              </m:r>
                            </m:den>
                          </m:f>
                        </m:e>
                      </m:rad>
                    </m:oMath>
                  </m:oMathPara>
                </a14:m>
                <a:endParaRPr lang="en-GB" sz="3600" dirty="0"/>
              </a:p>
            </p:txBody>
          </p:sp>
        </mc:Choice>
        <mc:Fallback xmlns="">
          <p:sp>
            <p:nvSpPr>
              <p:cNvPr id="7" name="TextBox 6">
                <a:extLst>
                  <a:ext uri="{FF2B5EF4-FFF2-40B4-BE49-F238E27FC236}">
                    <a16:creationId xmlns:a16="http://schemas.microsoft.com/office/drawing/2014/main" id="{723F97B5-8712-54ED-3D9D-2B4CC7C285E5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459638" y="2737835"/>
                <a:ext cx="3528658" cy="1636858"/>
              </a:xfrm>
              <a:prstGeom prst="rect">
                <a:avLst/>
              </a:prstGeom>
              <a:blipFill>
                <a:blip r:embed="rId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" name="TextBox 5">
                <a:extLst>
                  <a:ext uri="{FF2B5EF4-FFF2-40B4-BE49-F238E27FC236}">
                    <a16:creationId xmlns:a16="http://schemas.microsoft.com/office/drawing/2014/main" id="{3EFA1166-03E1-0B18-5F90-0707D3183113}"/>
                  </a:ext>
                </a:extLst>
              </p:cNvPr>
              <p:cNvSpPr txBox="1"/>
              <p:nvPr/>
            </p:nvSpPr>
            <p:spPr>
              <a:xfrm>
                <a:off x="6988296" y="3353913"/>
                <a:ext cx="1744067" cy="553998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GB" sz="360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≈</m:t>
                      </m:r>
                      <m:r>
                        <a:rPr lang="de-CH" sz="36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12.27</m:t>
                      </m:r>
                    </m:oMath>
                  </m:oMathPara>
                </a14:m>
                <a:endParaRPr lang="en-GB" sz="3600" dirty="0"/>
              </a:p>
            </p:txBody>
          </p:sp>
        </mc:Choice>
        <mc:Fallback xmlns="">
          <p:sp>
            <p:nvSpPr>
              <p:cNvPr id="6" name="TextBox 5">
                <a:extLst>
                  <a:ext uri="{FF2B5EF4-FFF2-40B4-BE49-F238E27FC236}">
                    <a16:creationId xmlns:a16="http://schemas.microsoft.com/office/drawing/2014/main" id="{3EFA1166-03E1-0B18-5F90-0707D3183113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988296" y="3353913"/>
                <a:ext cx="1744067" cy="553998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9" name="TextBox 8">
            <a:extLst>
              <a:ext uri="{FF2B5EF4-FFF2-40B4-BE49-F238E27FC236}">
                <a16:creationId xmlns:a16="http://schemas.microsoft.com/office/drawing/2014/main" id="{620D6D96-7A9D-C82F-AF33-01DBD95062A6}"/>
              </a:ext>
            </a:extLst>
          </p:cNvPr>
          <p:cNvSpPr txBox="1"/>
          <p:nvPr/>
        </p:nvSpPr>
        <p:spPr>
          <a:xfrm>
            <a:off x="2965266" y="1414396"/>
            <a:ext cx="6627224" cy="13234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kumimoji="0" lang="en-GB" sz="2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Bahnschrift" panose="020B0502040204020203" pitchFamily="34" charset="0"/>
                <a:ea typeface="+mn-ea"/>
                <a:cs typeface="+mn-cs"/>
              </a:rPr>
              <a:t>Standardising ensures </a:t>
            </a:r>
            <a:r>
              <a:rPr kumimoji="0" lang="en-GB" sz="20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Bahnschrift" panose="020B0502040204020203" pitchFamily="34" charset="0"/>
                <a:ea typeface="+mn-ea"/>
                <a:cs typeface="+mn-cs"/>
              </a:rPr>
              <a:t>all properties contribute equally</a:t>
            </a:r>
            <a:r>
              <a:rPr kumimoji="0" lang="en-GB" sz="2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Bahnschrift" panose="020B0502040204020203" pitchFamily="34" charset="0"/>
                <a:ea typeface="+mn-ea"/>
                <a:cs typeface="+mn-cs"/>
              </a:rPr>
              <a:t>, preventing larger scales (like age) from dominating smaller ones (like height). It is typically applied to datasets with varying scales.</a:t>
            </a:r>
            <a:endParaRPr lang="en-GB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" name="TextBox 1">
                <a:extLst>
                  <a:ext uri="{FF2B5EF4-FFF2-40B4-BE49-F238E27FC236}">
                    <a16:creationId xmlns:a16="http://schemas.microsoft.com/office/drawing/2014/main" id="{AF92C939-2005-09A3-6A97-73B2FC63E691}"/>
                  </a:ext>
                </a:extLst>
              </p:cNvPr>
              <p:cNvSpPr txBox="1"/>
              <p:nvPr/>
            </p:nvSpPr>
            <p:spPr>
              <a:xfrm>
                <a:off x="4291144" y="4414375"/>
                <a:ext cx="3975465" cy="1631216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marL="342900" indent="-342900">
                  <a:buFont typeface="Arial" panose="020B0604020202020204" pitchFamily="34" charset="0"/>
                  <a:buChar char="•"/>
                </a:pPr>
                <a14:m>
                  <m:oMath xmlns:m="http://schemas.openxmlformats.org/officeDocument/2006/math">
                    <m:sSub>
                      <m:sSubPr>
                        <m:ctrlPr>
                          <a:rPr lang="en-GB" sz="200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de-CH" sz="2000" b="0" i="1" smtClean="0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de-CH" sz="2000" b="0" i="1" smtClean="0">
                            <a:latin typeface="Cambria Math" panose="02040503050406030204" pitchFamily="18" charset="0"/>
                          </a:rPr>
                          <m:t>𝑖</m:t>
                        </m:r>
                      </m:sub>
                    </m:sSub>
                    <m:r>
                      <a:rPr lang="de-CH" sz="2000" b="0" i="0" smtClean="0">
                        <a:latin typeface="Cambria Math" panose="02040503050406030204" pitchFamily="18" charset="0"/>
                      </a:rPr>
                      <m:t> </m:t>
                    </m:r>
                  </m:oMath>
                </a14:m>
                <a:r>
                  <a:rPr lang="en-GB" sz="2000" dirty="0">
                    <a:latin typeface="Bahnschrift" panose="020B0502040204020203" pitchFamily="34" charset="0"/>
                  </a:rPr>
                  <a:t>are the original values</a:t>
                </a:r>
                <a:endParaRPr lang="en-GB" sz="2000" i="1" dirty="0">
                  <a:latin typeface="Cambria Math" panose="02040503050406030204" pitchFamily="18" charset="0"/>
                </a:endParaRPr>
              </a:p>
              <a:p>
                <a:pPr marL="342900" indent="-342900">
                  <a:buFont typeface="Arial" panose="020B0604020202020204" pitchFamily="34" charset="0"/>
                  <a:buChar char="•"/>
                </a:pPr>
                <a14:m>
                  <m:oMath xmlns:m="http://schemas.openxmlformats.org/officeDocument/2006/math">
                    <m:sSub>
                      <m:sSubPr>
                        <m:ctrlPr>
                          <a:rPr lang="en-GB" sz="200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de-CH" sz="2000" b="0" i="1" smtClean="0">
                            <a:latin typeface="Cambria Math" panose="02040503050406030204" pitchFamily="18" charset="0"/>
                          </a:rPr>
                          <m:t>𝑦</m:t>
                        </m:r>
                      </m:e>
                      <m:sub>
                        <m:r>
                          <a:rPr lang="de-CH" sz="2000" b="0" i="1" smtClean="0">
                            <a:latin typeface="Cambria Math" panose="02040503050406030204" pitchFamily="18" charset="0"/>
                          </a:rPr>
                          <m:t>𝑖</m:t>
                        </m:r>
                      </m:sub>
                    </m:sSub>
                    <m:r>
                      <a:rPr lang="de-CH" sz="2000" b="0" i="0" smtClean="0">
                        <a:latin typeface="Cambria Math" panose="02040503050406030204" pitchFamily="18" charset="0"/>
                      </a:rPr>
                      <m:t> </m:t>
                    </m:r>
                  </m:oMath>
                </a14:m>
                <a:r>
                  <a:rPr lang="en-GB" sz="2000" dirty="0">
                    <a:latin typeface="Bahnschrift" panose="020B0502040204020203" pitchFamily="34" charset="0"/>
                  </a:rPr>
                  <a:t>are the standardised values</a:t>
                </a:r>
              </a:p>
              <a:p>
                <a:pPr marL="342900" indent="-342900">
                  <a:buFont typeface="Arial" panose="020B0604020202020204" pitchFamily="34" charset="0"/>
                  <a:buChar char="•"/>
                </a:pPr>
                <a14:m>
                  <m:oMath xmlns:m="http://schemas.openxmlformats.org/officeDocument/2006/math">
                    <m:r>
                      <a:rPr lang="en-GB" sz="200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𝜇</m:t>
                    </m:r>
                  </m:oMath>
                </a14:m>
                <a:r>
                  <a:rPr lang="en-GB" sz="2000" dirty="0">
                    <a:latin typeface="Bahnschrift" panose="020B0502040204020203" pitchFamily="34" charset="0"/>
                  </a:rPr>
                  <a:t> is the mean of the data</a:t>
                </a:r>
              </a:p>
              <a:p>
                <a:pPr marL="342900" indent="-342900">
                  <a:buFont typeface="Arial" panose="020B0604020202020204" pitchFamily="34" charset="0"/>
                  <a:buChar char="•"/>
                </a:pPr>
                <a14:m>
                  <m:oMath xmlns:m="http://schemas.openxmlformats.org/officeDocument/2006/math">
                    <m:r>
                      <a:rPr lang="en-GB" sz="200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𝜎</m:t>
                    </m:r>
                  </m:oMath>
                </a14:m>
                <a:r>
                  <a:rPr lang="en-GB" sz="2000" dirty="0">
                    <a:latin typeface="Bahnschrift" panose="020B0502040204020203" pitchFamily="34" charset="0"/>
                  </a:rPr>
                  <a:t> is the standard deviation</a:t>
                </a:r>
              </a:p>
              <a:p>
                <a:pPr marL="342900" indent="-342900">
                  <a:buFont typeface="Arial" panose="020B0604020202020204" pitchFamily="34" charset="0"/>
                  <a:buChar char="•"/>
                </a:pPr>
                <a14:m>
                  <m:oMath xmlns:m="http://schemas.openxmlformats.org/officeDocument/2006/math">
                    <m:r>
                      <a:rPr lang="de-CH" sz="2000" b="0" i="1" smtClean="0">
                        <a:latin typeface="Cambria Math" panose="02040503050406030204" pitchFamily="18" charset="0"/>
                      </a:rPr>
                      <m:t>𝑁</m:t>
                    </m:r>
                  </m:oMath>
                </a14:m>
                <a:r>
                  <a:rPr lang="en-GB" sz="2000" dirty="0">
                    <a:latin typeface="Bahnschrift" panose="020B0502040204020203" pitchFamily="34" charset="0"/>
                  </a:rPr>
                  <a:t> is the number of data</a:t>
                </a:r>
              </a:p>
            </p:txBody>
          </p:sp>
        </mc:Choice>
        <mc:Fallback xmlns="">
          <p:sp>
            <p:nvSpPr>
              <p:cNvPr id="2" name="TextBox 1">
                <a:extLst>
                  <a:ext uri="{FF2B5EF4-FFF2-40B4-BE49-F238E27FC236}">
                    <a16:creationId xmlns:a16="http://schemas.microsoft.com/office/drawing/2014/main" id="{AF92C939-2005-09A3-6A97-73B2FC63E69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291144" y="4414375"/>
                <a:ext cx="3975465" cy="1631216"/>
              </a:xfrm>
              <a:prstGeom prst="rect">
                <a:avLst/>
              </a:prstGeom>
              <a:blipFill>
                <a:blip r:embed="rId5"/>
                <a:stretch>
                  <a:fillRect l="-1380" t="-2239" r="-2914" b="-5224"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240439200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spd="slow">
        <p159:morph option="byObject"/>
      </p:transition>
    </mc:Choice>
    <mc:Fallback xmlns="">
      <p:transition spd="slow">
        <p:fade/>
      </p:transition>
    </mc:Fallback>
  </mc:AlternateContent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6B35235-F1F0-AAC1-D008-9784E3B3F74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F6BDE0D1-E432-69FA-BD45-000C1EB58803}"/>
              </a:ext>
            </a:extLst>
          </p:cNvPr>
          <p:cNvSpPr txBox="1"/>
          <p:nvPr/>
        </p:nvSpPr>
        <p:spPr>
          <a:xfrm>
            <a:off x="3622718" y="607525"/>
            <a:ext cx="4946563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GB" sz="4000">
                <a:solidFill>
                  <a:schemeClr val="accent5">
                    <a:lumMod val="60000"/>
                    <a:lumOff val="40000"/>
                  </a:schemeClr>
                </a:solidFill>
                <a:latin typeface="Bahnschrift" panose="020B0502040204020203" pitchFamily="34" charset="0"/>
              </a:rPr>
              <a:t>Standardising</a:t>
            </a:r>
          </a:p>
        </p:txBody>
      </p:sp>
      <p:graphicFrame>
        <p:nvGraphicFramePr>
          <p:cNvPr id="5" name="Table 4">
            <a:extLst>
              <a:ext uri="{FF2B5EF4-FFF2-40B4-BE49-F238E27FC236}">
                <a16:creationId xmlns:a16="http://schemas.microsoft.com/office/drawing/2014/main" id="{B1E8A2AC-A80E-CEF0-F882-36B8E3397760}"/>
              </a:ext>
            </a:extLst>
          </p:cNvPr>
          <p:cNvGraphicFramePr>
            <a:graphicFrameLocks noGrp="1"/>
          </p:cNvGraphicFramePr>
          <p:nvPr/>
        </p:nvGraphicFramePr>
        <p:xfrm>
          <a:off x="804915" y="1414396"/>
          <a:ext cx="1594924" cy="4029208"/>
        </p:xfrm>
        <a:graphic>
          <a:graphicData uri="http://schemas.openxmlformats.org/drawingml/2006/table">
            <a:tbl>
              <a:tblPr firstRow="1" bandRow="1">
                <a:tableStyleId>{F5AB1C69-6EDB-4FF4-983F-18BD219EF322}</a:tableStyleId>
              </a:tblPr>
              <a:tblGrid>
                <a:gridCol w="1594924">
                  <a:extLst>
                    <a:ext uri="{9D8B030D-6E8A-4147-A177-3AD203B41FA5}">
                      <a16:colId xmlns:a16="http://schemas.microsoft.com/office/drawing/2014/main" val="3985989347"/>
                    </a:ext>
                  </a:extLst>
                </a:gridCol>
              </a:tblGrid>
              <a:tr h="503651">
                <a:tc>
                  <a:txBody>
                    <a:bodyPr/>
                    <a:lstStyle/>
                    <a:p>
                      <a:pPr algn="ctr"/>
                      <a:r>
                        <a:rPr lang="en-GB" sz="1600" dirty="0">
                          <a:latin typeface="Bahnschrift" panose="020B0502040204020203" pitchFamily="34" charset="0"/>
                        </a:rPr>
                        <a:t>Age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154236307"/>
                  </a:ext>
                </a:extLst>
              </a:tr>
              <a:tr h="503651">
                <a:tc>
                  <a:txBody>
                    <a:bodyPr/>
                    <a:lstStyle/>
                    <a:p>
                      <a:pPr algn="ctr"/>
                      <a:r>
                        <a:rPr lang="en-GB" sz="1600" dirty="0">
                          <a:latin typeface="Bahnschrift" panose="020B0502040204020203" pitchFamily="34" charset="0"/>
                        </a:rPr>
                        <a:t>46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862705550"/>
                  </a:ext>
                </a:extLst>
              </a:tr>
              <a:tr h="503651">
                <a:tc>
                  <a:txBody>
                    <a:bodyPr/>
                    <a:lstStyle/>
                    <a:p>
                      <a:pPr algn="ctr"/>
                      <a:r>
                        <a:rPr lang="en-GB" sz="1600" dirty="0">
                          <a:latin typeface="Bahnschrift" panose="020B0502040204020203" pitchFamily="34" charset="0"/>
                        </a:rPr>
                        <a:t>23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76534677"/>
                  </a:ext>
                </a:extLst>
              </a:tr>
              <a:tr h="503651">
                <a:tc>
                  <a:txBody>
                    <a:bodyPr/>
                    <a:lstStyle/>
                    <a:p>
                      <a:pPr algn="ctr"/>
                      <a:r>
                        <a:rPr lang="en-GB" sz="1600" dirty="0">
                          <a:latin typeface="Bahnschrift" panose="020B0502040204020203" pitchFamily="34" charset="0"/>
                        </a:rPr>
                        <a:t>52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4138352807"/>
                  </a:ext>
                </a:extLst>
              </a:tr>
              <a:tr h="503651">
                <a:tc>
                  <a:txBody>
                    <a:bodyPr/>
                    <a:lstStyle/>
                    <a:p>
                      <a:pPr algn="ctr"/>
                      <a:r>
                        <a:rPr lang="en-GB" sz="1600" dirty="0">
                          <a:latin typeface="Bahnschrift" panose="020B0502040204020203" pitchFamily="34" charset="0"/>
                        </a:rPr>
                        <a:t>24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635136352"/>
                  </a:ext>
                </a:extLst>
              </a:tr>
              <a:tr h="503651">
                <a:tc>
                  <a:txBody>
                    <a:bodyPr/>
                    <a:lstStyle/>
                    <a:p>
                      <a:pPr algn="ctr"/>
                      <a:r>
                        <a:rPr lang="en-GB" sz="1600" dirty="0">
                          <a:latin typeface="Bahnschrift" panose="020B0502040204020203" pitchFamily="34" charset="0"/>
                        </a:rPr>
                        <a:t>37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609944788"/>
                  </a:ext>
                </a:extLst>
              </a:tr>
              <a:tr h="503651">
                <a:tc>
                  <a:txBody>
                    <a:bodyPr/>
                    <a:lstStyle/>
                    <a:p>
                      <a:pPr algn="ctr"/>
                      <a:r>
                        <a:rPr lang="en-GB" sz="1600" dirty="0">
                          <a:latin typeface="Bahnschrift" panose="020B0502040204020203" pitchFamily="34" charset="0"/>
                        </a:rPr>
                        <a:t>19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064592613"/>
                  </a:ext>
                </a:extLst>
              </a:tr>
              <a:tr h="503651">
                <a:tc>
                  <a:txBody>
                    <a:bodyPr/>
                    <a:lstStyle/>
                    <a:p>
                      <a:pPr algn="ctr"/>
                      <a:r>
                        <a:rPr lang="en-GB" sz="1600" dirty="0">
                          <a:latin typeface="Bahnschrift" panose="020B0502040204020203" pitchFamily="34" charset="0"/>
                        </a:rPr>
                        <a:t>25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456268614"/>
                  </a:ext>
                </a:extLst>
              </a:tr>
            </a:tbl>
          </a:graphicData>
        </a:graphic>
      </p:graphicFrame>
      <p:sp>
        <p:nvSpPr>
          <p:cNvPr id="3" name="Rectangle 2">
            <a:extLst>
              <a:ext uri="{FF2B5EF4-FFF2-40B4-BE49-F238E27FC236}">
                <a16:creationId xmlns:a16="http://schemas.microsoft.com/office/drawing/2014/main" id="{51DE1E40-FE0F-CE1D-A9AC-F116A3139ECC}"/>
              </a:ext>
            </a:extLst>
          </p:cNvPr>
          <p:cNvSpPr/>
          <p:nvPr/>
        </p:nvSpPr>
        <p:spPr>
          <a:xfrm>
            <a:off x="831015" y="1414397"/>
            <a:ext cx="1568824" cy="4029207"/>
          </a:xfrm>
          <a:prstGeom prst="rect">
            <a:avLst/>
          </a:prstGeom>
          <a:noFill/>
          <a:ln w="57150">
            <a:solidFill>
              <a:schemeClr val="accent5">
                <a:lumMod val="60000"/>
                <a:lumOff val="4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7" name="TextBox 6">
                <a:extLst>
                  <a:ext uri="{FF2B5EF4-FFF2-40B4-BE49-F238E27FC236}">
                    <a16:creationId xmlns:a16="http://schemas.microsoft.com/office/drawing/2014/main" id="{B81B03A8-2B45-6F3B-17AA-C4E719F3AD19}"/>
                  </a:ext>
                </a:extLst>
              </p:cNvPr>
              <p:cNvSpPr txBox="1"/>
              <p:nvPr/>
            </p:nvSpPr>
            <p:spPr>
              <a:xfrm>
                <a:off x="5097913" y="3101712"/>
                <a:ext cx="2361929" cy="948786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GB" sz="360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de-CH" sz="3600" b="0" i="1" smtClean="0">
                              <a:latin typeface="Cambria Math" panose="02040503050406030204" pitchFamily="18" charset="0"/>
                            </a:rPr>
                            <m:t>𝑦</m:t>
                          </m:r>
                        </m:e>
                        <m:sub>
                          <m:r>
                            <a:rPr lang="de-CH" sz="3600" b="0" i="1" smtClean="0">
                              <a:latin typeface="Cambria Math" panose="02040503050406030204" pitchFamily="18" charset="0"/>
                            </a:rPr>
                            <m:t>𝑖</m:t>
                          </m:r>
                        </m:sub>
                      </m:sSub>
                      <m:r>
                        <a:rPr lang="de-CH" sz="3600" b="0" i="1" smtClean="0"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de-CH" sz="3600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sSub>
                            <m:sSubPr>
                              <m:ctrlPr>
                                <a:rPr lang="de-CH" sz="3600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de-CH" sz="3600" b="0" i="1" smtClean="0"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e>
                            <m:sub>
                              <m:r>
                                <a:rPr lang="de-CH" sz="3600" b="0" i="1" smtClean="0">
                                  <a:latin typeface="Cambria Math" panose="02040503050406030204" pitchFamily="18" charset="0"/>
                                </a:rPr>
                                <m:t>𝑖</m:t>
                              </m:r>
                            </m:sub>
                          </m:sSub>
                          <m:r>
                            <a:rPr lang="de-CH" sz="3600" b="0" i="1" smtClean="0">
                              <a:latin typeface="Cambria Math" panose="02040503050406030204" pitchFamily="18" charset="0"/>
                            </a:rPr>
                            <m:t>−</m:t>
                          </m:r>
                          <m:r>
                            <a:rPr lang="de-CH" sz="36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𝜇</m:t>
                          </m:r>
                        </m:num>
                        <m:den>
                          <m:r>
                            <a:rPr lang="de-CH" sz="36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𝜎</m:t>
                          </m:r>
                        </m:den>
                      </m:f>
                    </m:oMath>
                  </m:oMathPara>
                </a14:m>
                <a:endParaRPr lang="en-GB" sz="3600" dirty="0"/>
              </a:p>
            </p:txBody>
          </p:sp>
        </mc:Choice>
        <mc:Fallback xmlns="">
          <p:sp>
            <p:nvSpPr>
              <p:cNvPr id="7" name="TextBox 6">
                <a:extLst>
                  <a:ext uri="{FF2B5EF4-FFF2-40B4-BE49-F238E27FC236}">
                    <a16:creationId xmlns:a16="http://schemas.microsoft.com/office/drawing/2014/main" id="{B81B03A8-2B45-6F3B-17AA-C4E719F3AD19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097913" y="3101712"/>
                <a:ext cx="2361929" cy="948786"/>
              </a:xfrm>
              <a:prstGeom prst="rect">
                <a:avLst/>
              </a:prstGeom>
              <a:blipFill>
                <a:blip r:embed="rId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" name="TextBox 1">
            <a:extLst>
              <a:ext uri="{FF2B5EF4-FFF2-40B4-BE49-F238E27FC236}">
                <a16:creationId xmlns:a16="http://schemas.microsoft.com/office/drawing/2014/main" id="{00AE963C-2B32-140F-4F4B-BE8A8D16AC63}"/>
              </a:ext>
            </a:extLst>
          </p:cNvPr>
          <p:cNvSpPr txBox="1"/>
          <p:nvPr/>
        </p:nvSpPr>
        <p:spPr>
          <a:xfrm>
            <a:off x="2965266" y="1414396"/>
            <a:ext cx="6627224" cy="13234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kumimoji="0" lang="en-GB" sz="2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Bahnschrift" panose="020B0502040204020203" pitchFamily="34" charset="0"/>
                <a:ea typeface="+mn-ea"/>
                <a:cs typeface="+mn-cs"/>
              </a:rPr>
              <a:t>Standardising ensures </a:t>
            </a:r>
            <a:r>
              <a:rPr kumimoji="0" lang="en-GB" sz="20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Bahnschrift" panose="020B0502040204020203" pitchFamily="34" charset="0"/>
                <a:ea typeface="+mn-ea"/>
                <a:cs typeface="+mn-cs"/>
              </a:rPr>
              <a:t>all properties contribute equally</a:t>
            </a:r>
            <a:r>
              <a:rPr kumimoji="0" lang="en-GB" sz="2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Bahnschrift" panose="020B0502040204020203" pitchFamily="34" charset="0"/>
                <a:ea typeface="+mn-ea"/>
                <a:cs typeface="+mn-cs"/>
              </a:rPr>
              <a:t>, preventing larger scales (like age) from dominating smaller ones (like height). It is typically applied to datasets with varying scales.</a:t>
            </a:r>
            <a:endParaRPr lang="en-GB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6" name="TextBox 5">
                <a:extLst>
                  <a:ext uri="{FF2B5EF4-FFF2-40B4-BE49-F238E27FC236}">
                    <a16:creationId xmlns:a16="http://schemas.microsoft.com/office/drawing/2014/main" id="{9FD67281-400D-9C8A-9065-93756164163B}"/>
                  </a:ext>
                </a:extLst>
              </p:cNvPr>
              <p:cNvSpPr txBox="1"/>
              <p:nvPr/>
            </p:nvSpPr>
            <p:spPr>
              <a:xfrm>
                <a:off x="4291144" y="4414375"/>
                <a:ext cx="3975465" cy="1631216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marL="342900" indent="-342900">
                  <a:buFont typeface="Arial" panose="020B0604020202020204" pitchFamily="34" charset="0"/>
                  <a:buChar char="•"/>
                </a:pPr>
                <a14:m>
                  <m:oMath xmlns:m="http://schemas.openxmlformats.org/officeDocument/2006/math">
                    <m:sSub>
                      <m:sSubPr>
                        <m:ctrlPr>
                          <a:rPr lang="en-GB" sz="200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de-CH" sz="2000" b="0" i="1" smtClean="0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de-CH" sz="2000" b="0" i="1" smtClean="0">
                            <a:latin typeface="Cambria Math" panose="02040503050406030204" pitchFamily="18" charset="0"/>
                          </a:rPr>
                          <m:t>𝑖</m:t>
                        </m:r>
                      </m:sub>
                    </m:sSub>
                    <m:r>
                      <a:rPr lang="de-CH" sz="2000" b="0" i="0" smtClean="0">
                        <a:latin typeface="Cambria Math" panose="02040503050406030204" pitchFamily="18" charset="0"/>
                      </a:rPr>
                      <m:t> </m:t>
                    </m:r>
                  </m:oMath>
                </a14:m>
                <a:r>
                  <a:rPr lang="en-GB" sz="2000" dirty="0">
                    <a:latin typeface="Bahnschrift" panose="020B0502040204020203" pitchFamily="34" charset="0"/>
                  </a:rPr>
                  <a:t>are the original values</a:t>
                </a:r>
                <a:endParaRPr lang="en-GB" sz="2000" i="1" dirty="0">
                  <a:latin typeface="Cambria Math" panose="02040503050406030204" pitchFamily="18" charset="0"/>
                </a:endParaRPr>
              </a:p>
              <a:p>
                <a:pPr marL="342900" indent="-342900">
                  <a:buFont typeface="Arial" panose="020B0604020202020204" pitchFamily="34" charset="0"/>
                  <a:buChar char="•"/>
                </a:pPr>
                <a14:m>
                  <m:oMath xmlns:m="http://schemas.openxmlformats.org/officeDocument/2006/math">
                    <m:sSub>
                      <m:sSubPr>
                        <m:ctrlPr>
                          <a:rPr lang="en-GB" sz="200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de-CH" sz="2000" b="0" i="1" smtClean="0">
                            <a:latin typeface="Cambria Math" panose="02040503050406030204" pitchFamily="18" charset="0"/>
                          </a:rPr>
                          <m:t>𝑦</m:t>
                        </m:r>
                      </m:e>
                      <m:sub>
                        <m:r>
                          <a:rPr lang="de-CH" sz="2000" b="0" i="1" smtClean="0">
                            <a:latin typeface="Cambria Math" panose="02040503050406030204" pitchFamily="18" charset="0"/>
                          </a:rPr>
                          <m:t>𝑖</m:t>
                        </m:r>
                      </m:sub>
                    </m:sSub>
                    <m:r>
                      <a:rPr lang="de-CH" sz="2000" b="0" i="0" smtClean="0">
                        <a:latin typeface="Cambria Math" panose="02040503050406030204" pitchFamily="18" charset="0"/>
                      </a:rPr>
                      <m:t> </m:t>
                    </m:r>
                  </m:oMath>
                </a14:m>
                <a:r>
                  <a:rPr lang="en-GB" sz="2000" dirty="0">
                    <a:latin typeface="Bahnschrift" panose="020B0502040204020203" pitchFamily="34" charset="0"/>
                  </a:rPr>
                  <a:t>are the standardised values</a:t>
                </a:r>
              </a:p>
              <a:p>
                <a:pPr marL="342900" indent="-342900">
                  <a:buFont typeface="Arial" panose="020B0604020202020204" pitchFamily="34" charset="0"/>
                  <a:buChar char="•"/>
                </a:pPr>
                <a14:m>
                  <m:oMath xmlns:m="http://schemas.openxmlformats.org/officeDocument/2006/math">
                    <m:r>
                      <a:rPr lang="en-GB" sz="200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𝜇</m:t>
                    </m:r>
                  </m:oMath>
                </a14:m>
                <a:r>
                  <a:rPr lang="en-GB" sz="2000" dirty="0">
                    <a:latin typeface="Bahnschrift" panose="020B0502040204020203" pitchFamily="34" charset="0"/>
                  </a:rPr>
                  <a:t> is the mean of the data</a:t>
                </a:r>
              </a:p>
              <a:p>
                <a:pPr marL="342900" indent="-342900">
                  <a:buFont typeface="Arial" panose="020B0604020202020204" pitchFamily="34" charset="0"/>
                  <a:buChar char="•"/>
                </a:pPr>
                <a14:m>
                  <m:oMath xmlns:m="http://schemas.openxmlformats.org/officeDocument/2006/math">
                    <m:r>
                      <a:rPr lang="en-GB" sz="200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𝜎</m:t>
                    </m:r>
                  </m:oMath>
                </a14:m>
                <a:r>
                  <a:rPr lang="en-GB" sz="2000" dirty="0">
                    <a:latin typeface="Bahnschrift" panose="020B0502040204020203" pitchFamily="34" charset="0"/>
                  </a:rPr>
                  <a:t> is the standard deviation</a:t>
                </a:r>
              </a:p>
              <a:p>
                <a:pPr marL="342900" indent="-342900">
                  <a:buFont typeface="Arial" panose="020B0604020202020204" pitchFamily="34" charset="0"/>
                  <a:buChar char="•"/>
                </a:pPr>
                <a14:m>
                  <m:oMath xmlns:m="http://schemas.openxmlformats.org/officeDocument/2006/math">
                    <m:r>
                      <a:rPr lang="de-CH" sz="2000" b="0" i="1" smtClean="0">
                        <a:latin typeface="Cambria Math" panose="02040503050406030204" pitchFamily="18" charset="0"/>
                      </a:rPr>
                      <m:t>𝑁</m:t>
                    </m:r>
                  </m:oMath>
                </a14:m>
                <a:r>
                  <a:rPr lang="en-GB" sz="2000" dirty="0">
                    <a:latin typeface="Bahnschrift" panose="020B0502040204020203" pitchFamily="34" charset="0"/>
                  </a:rPr>
                  <a:t> is the number of data</a:t>
                </a:r>
              </a:p>
            </p:txBody>
          </p:sp>
        </mc:Choice>
        <mc:Fallback xmlns="">
          <p:sp>
            <p:nvSpPr>
              <p:cNvPr id="6" name="TextBox 5">
                <a:extLst>
                  <a:ext uri="{FF2B5EF4-FFF2-40B4-BE49-F238E27FC236}">
                    <a16:creationId xmlns:a16="http://schemas.microsoft.com/office/drawing/2014/main" id="{9FD67281-400D-9C8A-9065-93756164163B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291144" y="4414375"/>
                <a:ext cx="3975465" cy="1631216"/>
              </a:xfrm>
              <a:prstGeom prst="rect">
                <a:avLst/>
              </a:prstGeom>
              <a:blipFill>
                <a:blip r:embed="rId3"/>
                <a:stretch>
                  <a:fillRect l="-1380" t="-2239" r="-2914" b="-5224"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323415274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spd="slow">
        <p159:morph option="byObject"/>
      </p:transition>
    </mc:Choice>
    <mc:Fallback xmlns="">
      <p:transition spd="slow">
        <p:fade/>
      </p:transition>
    </mc:Fallback>
  </mc:AlternateContent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EFFCF7C-08DA-228E-7B0E-6C9623E044D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67937916-9A37-563C-5C8C-F1981E774B39}"/>
              </a:ext>
            </a:extLst>
          </p:cNvPr>
          <p:cNvSpPr txBox="1"/>
          <p:nvPr/>
        </p:nvSpPr>
        <p:spPr>
          <a:xfrm>
            <a:off x="3622718" y="607525"/>
            <a:ext cx="4946563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GB" sz="4000">
                <a:solidFill>
                  <a:schemeClr val="accent5">
                    <a:lumMod val="60000"/>
                    <a:lumOff val="40000"/>
                  </a:schemeClr>
                </a:solidFill>
                <a:latin typeface="Bahnschrift" panose="020B0502040204020203" pitchFamily="34" charset="0"/>
              </a:rPr>
              <a:t>Standardising</a:t>
            </a:r>
          </a:p>
        </p:txBody>
      </p:sp>
      <p:graphicFrame>
        <p:nvGraphicFramePr>
          <p:cNvPr id="5" name="Table 4">
            <a:extLst>
              <a:ext uri="{FF2B5EF4-FFF2-40B4-BE49-F238E27FC236}">
                <a16:creationId xmlns:a16="http://schemas.microsoft.com/office/drawing/2014/main" id="{B4551BD6-7990-D998-6AF1-DF9CF56A4412}"/>
              </a:ext>
            </a:extLst>
          </p:cNvPr>
          <p:cNvGraphicFramePr>
            <a:graphicFrameLocks noGrp="1"/>
          </p:cNvGraphicFramePr>
          <p:nvPr/>
        </p:nvGraphicFramePr>
        <p:xfrm>
          <a:off x="804915" y="1414396"/>
          <a:ext cx="1594924" cy="4029208"/>
        </p:xfrm>
        <a:graphic>
          <a:graphicData uri="http://schemas.openxmlformats.org/drawingml/2006/table">
            <a:tbl>
              <a:tblPr firstRow="1" bandRow="1">
                <a:tableStyleId>{F5AB1C69-6EDB-4FF4-983F-18BD219EF322}</a:tableStyleId>
              </a:tblPr>
              <a:tblGrid>
                <a:gridCol w="1594924">
                  <a:extLst>
                    <a:ext uri="{9D8B030D-6E8A-4147-A177-3AD203B41FA5}">
                      <a16:colId xmlns:a16="http://schemas.microsoft.com/office/drawing/2014/main" val="3985989347"/>
                    </a:ext>
                  </a:extLst>
                </a:gridCol>
              </a:tblGrid>
              <a:tr h="503651">
                <a:tc>
                  <a:txBody>
                    <a:bodyPr/>
                    <a:lstStyle/>
                    <a:p>
                      <a:pPr algn="ctr"/>
                      <a:r>
                        <a:rPr lang="en-GB" sz="1600" dirty="0">
                          <a:latin typeface="Bahnschrift" panose="020B0502040204020203" pitchFamily="34" charset="0"/>
                        </a:rPr>
                        <a:t>Age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154236307"/>
                  </a:ext>
                </a:extLst>
              </a:tr>
              <a:tr h="503651">
                <a:tc>
                  <a:txBody>
                    <a:bodyPr/>
                    <a:lstStyle/>
                    <a:p>
                      <a:pPr algn="ctr"/>
                      <a:r>
                        <a:rPr lang="en-GB" sz="1600" dirty="0">
                          <a:latin typeface="Bahnschrift" panose="020B0502040204020203" pitchFamily="34" charset="0"/>
                        </a:rPr>
                        <a:t>46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862705550"/>
                  </a:ext>
                </a:extLst>
              </a:tr>
              <a:tr h="503651">
                <a:tc>
                  <a:txBody>
                    <a:bodyPr/>
                    <a:lstStyle/>
                    <a:p>
                      <a:pPr algn="ctr"/>
                      <a:r>
                        <a:rPr lang="en-GB" sz="1600" dirty="0">
                          <a:latin typeface="Bahnschrift" panose="020B0502040204020203" pitchFamily="34" charset="0"/>
                        </a:rPr>
                        <a:t>23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76534677"/>
                  </a:ext>
                </a:extLst>
              </a:tr>
              <a:tr h="503651">
                <a:tc>
                  <a:txBody>
                    <a:bodyPr/>
                    <a:lstStyle/>
                    <a:p>
                      <a:pPr algn="ctr"/>
                      <a:r>
                        <a:rPr lang="en-GB" sz="1600" dirty="0">
                          <a:latin typeface="Bahnschrift" panose="020B0502040204020203" pitchFamily="34" charset="0"/>
                        </a:rPr>
                        <a:t>52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4138352807"/>
                  </a:ext>
                </a:extLst>
              </a:tr>
              <a:tr h="503651">
                <a:tc>
                  <a:txBody>
                    <a:bodyPr/>
                    <a:lstStyle/>
                    <a:p>
                      <a:pPr algn="ctr"/>
                      <a:r>
                        <a:rPr lang="en-GB" sz="1600" dirty="0">
                          <a:latin typeface="Bahnschrift" panose="020B0502040204020203" pitchFamily="34" charset="0"/>
                        </a:rPr>
                        <a:t>24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635136352"/>
                  </a:ext>
                </a:extLst>
              </a:tr>
              <a:tr h="503651">
                <a:tc>
                  <a:txBody>
                    <a:bodyPr/>
                    <a:lstStyle/>
                    <a:p>
                      <a:pPr algn="ctr"/>
                      <a:r>
                        <a:rPr lang="en-GB" sz="1600" dirty="0">
                          <a:latin typeface="Bahnschrift" panose="020B0502040204020203" pitchFamily="34" charset="0"/>
                        </a:rPr>
                        <a:t>37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609944788"/>
                  </a:ext>
                </a:extLst>
              </a:tr>
              <a:tr h="503651">
                <a:tc>
                  <a:txBody>
                    <a:bodyPr/>
                    <a:lstStyle/>
                    <a:p>
                      <a:pPr algn="ctr"/>
                      <a:r>
                        <a:rPr lang="en-GB" sz="1600" dirty="0">
                          <a:latin typeface="Bahnschrift" panose="020B0502040204020203" pitchFamily="34" charset="0"/>
                        </a:rPr>
                        <a:t>19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064592613"/>
                  </a:ext>
                </a:extLst>
              </a:tr>
              <a:tr h="503651">
                <a:tc>
                  <a:txBody>
                    <a:bodyPr/>
                    <a:lstStyle/>
                    <a:p>
                      <a:pPr algn="ctr"/>
                      <a:r>
                        <a:rPr lang="en-GB" sz="1600" dirty="0">
                          <a:latin typeface="Bahnschrift" panose="020B0502040204020203" pitchFamily="34" charset="0"/>
                        </a:rPr>
                        <a:t>25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456268614"/>
                  </a:ext>
                </a:extLst>
              </a:tr>
            </a:tbl>
          </a:graphicData>
        </a:graphic>
      </p:graphicFrame>
      <p:sp>
        <p:nvSpPr>
          <p:cNvPr id="3" name="Rectangle 2">
            <a:extLst>
              <a:ext uri="{FF2B5EF4-FFF2-40B4-BE49-F238E27FC236}">
                <a16:creationId xmlns:a16="http://schemas.microsoft.com/office/drawing/2014/main" id="{9F6F866F-9CDE-7D05-16CE-5FF67D64E31D}"/>
              </a:ext>
            </a:extLst>
          </p:cNvPr>
          <p:cNvSpPr/>
          <p:nvPr/>
        </p:nvSpPr>
        <p:spPr>
          <a:xfrm>
            <a:off x="831015" y="1414397"/>
            <a:ext cx="1568824" cy="4029207"/>
          </a:xfrm>
          <a:prstGeom prst="rect">
            <a:avLst/>
          </a:prstGeom>
          <a:noFill/>
          <a:ln w="57150">
            <a:solidFill>
              <a:schemeClr val="accent5">
                <a:lumMod val="60000"/>
                <a:lumOff val="4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7" name="TextBox 6">
                <a:extLst>
                  <a:ext uri="{FF2B5EF4-FFF2-40B4-BE49-F238E27FC236}">
                    <a16:creationId xmlns:a16="http://schemas.microsoft.com/office/drawing/2014/main" id="{F7E12F72-CED4-A361-7CB2-0924FB1601AD}"/>
                  </a:ext>
                </a:extLst>
              </p:cNvPr>
              <p:cNvSpPr txBox="1"/>
              <p:nvPr/>
            </p:nvSpPr>
            <p:spPr>
              <a:xfrm>
                <a:off x="5950036" y="3015185"/>
                <a:ext cx="2688748" cy="1038682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de-CH" sz="3600" b="0" i="1" smtClean="0"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de-CH" sz="3600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sSub>
                            <m:sSubPr>
                              <m:ctrlPr>
                                <a:rPr lang="de-CH" sz="3600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de-CH" sz="3600" b="0" i="1" smtClean="0"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e>
                            <m:sub>
                              <m:r>
                                <a:rPr lang="de-CH" sz="3600" b="0" i="1" smtClean="0">
                                  <a:latin typeface="Cambria Math" panose="02040503050406030204" pitchFamily="18" charset="0"/>
                                </a:rPr>
                                <m:t>𝑖</m:t>
                              </m:r>
                            </m:sub>
                          </m:sSub>
                          <m:r>
                            <a:rPr lang="de-CH" sz="3600" b="0" i="1" smtClean="0">
                              <a:latin typeface="Cambria Math" panose="02040503050406030204" pitchFamily="18" charset="0"/>
                            </a:rPr>
                            <m:t>−32.29</m:t>
                          </m:r>
                        </m:num>
                        <m:den>
                          <m:r>
                            <a:rPr lang="de-CH" sz="36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12.27</m:t>
                          </m:r>
                        </m:den>
                      </m:f>
                    </m:oMath>
                  </m:oMathPara>
                </a14:m>
                <a:endParaRPr lang="en-GB" sz="3600" dirty="0"/>
              </a:p>
            </p:txBody>
          </p:sp>
        </mc:Choice>
        <mc:Fallback xmlns="">
          <p:sp>
            <p:nvSpPr>
              <p:cNvPr id="7" name="TextBox 6">
                <a:extLst>
                  <a:ext uri="{FF2B5EF4-FFF2-40B4-BE49-F238E27FC236}">
                    <a16:creationId xmlns:a16="http://schemas.microsoft.com/office/drawing/2014/main" id="{F7E12F72-CED4-A361-7CB2-0924FB1601AD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950036" y="3015185"/>
                <a:ext cx="2688748" cy="1038682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" name="TextBox 1">
                <a:extLst>
                  <a:ext uri="{FF2B5EF4-FFF2-40B4-BE49-F238E27FC236}">
                    <a16:creationId xmlns:a16="http://schemas.microsoft.com/office/drawing/2014/main" id="{5B7AFAC7-4A76-A6A9-2065-E01A6FE8193E}"/>
                  </a:ext>
                </a:extLst>
              </p:cNvPr>
              <p:cNvSpPr txBox="1"/>
              <p:nvPr/>
            </p:nvSpPr>
            <p:spPr>
              <a:xfrm>
                <a:off x="3553216" y="3101712"/>
                <a:ext cx="2361929" cy="948786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GB" sz="360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de-CH" sz="3600" b="0" i="1" smtClean="0">
                              <a:latin typeface="Cambria Math" panose="02040503050406030204" pitchFamily="18" charset="0"/>
                            </a:rPr>
                            <m:t>𝑦</m:t>
                          </m:r>
                        </m:e>
                        <m:sub>
                          <m:r>
                            <a:rPr lang="de-CH" sz="3600" b="0" i="1" smtClean="0">
                              <a:latin typeface="Cambria Math" panose="02040503050406030204" pitchFamily="18" charset="0"/>
                            </a:rPr>
                            <m:t>𝑖</m:t>
                          </m:r>
                        </m:sub>
                      </m:sSub>
                      <m:r>
                        <a:rPr lang="de-CH" sz="3600" b="0" i="1" smtClean="0"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de-CH" sz="3600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sSub>
                            <m:sSubPr>
                              <m:ctrlPr>
                                <a:rPr lang="de-CH" sz="3600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de-CH" sz="3600" b="0" i="1" smtClean="0"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e>
                            <m:sub>
                              <m:r>
                                <a:rPr lang="de-CH" sz="3600" b="0" i="1" smtClean="0">
                                  <a:latin typeface="Cambria Math" panose="02040503050406030204" pitchFamily="18" charset="0"/>
                                </a:rPr>
                                <m:t>𝑖</m:t>
                              </m:r>
                            </m:sub>
                          </m:sSub>
                          <m:r>
                            <a:rPr lang="de-CH" sz="3600" b="0" i="1" smtClean="0">
                              <a:latin typeface="Cambria Math" panose="02040503050406030204" pitchFamily="18" charset="0"/>
                            </a:rPr>
                            <m:t>−</m:t>
                          </m:r>
                          <m:r>
                            <a:rPr lang="de-CH" sz="36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𝜇</m:t>
                          </m:r>
                        </m:num>
                        <m:den>
                          <m:r>
                            <a:rPr lang="de-CH" sz="36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𝜎</m:t>
                          </m:r>
                        </m:den>
                      </m:f>
                    </m:oMath>
                  </m:oMathPara>
                </a14:m>
                <a:endParaRPr lang="en-GB" sz="3600" dirty="0"/>
              </a:p>
            </p:txBody>
          </p:sp>
        </mc:Choice>
        <mc:Fallback xmlns="">
          <p:sp>
            <p:nvSpPr>
              <p:cNvPr id="2" name="TextBox 1">
                <a:extLst>
                  <a:ext uri="{FF2B5EF4-FFF2-40B4-BE49-F238E27FC236}">
                    <a16:creationId xmlns:a16="http://schemas.microsoft.com/office/drawing/2014/main" id="{5B7AFAC7-4A76-A6A9-2065-E01A6FE8193E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553216" y="3101712"/>
                <a:ext cx="2361929" cy="948786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8" name="TextBox 7">
            <a:extLst>
              <a:ext uri="{FF2B5EF4-FFF2-40B4-BE49-F238E27FC236}">
                <a16:creationId xmlns:a16="http://schemas.microsoft.com/office/drawing/2014/main" id="{A862B39A-3CAA-4722-86E9-DBF358C60E05}"/>
              </a:ext>
            </a:extLst>
          </p:cNvPr>
          <p:cNvSpPr txBox="1"/>
          <p:nvPr/>
        </p:nvSpPr>
        <p:spPr>
          <a:xfrm>
            <a:off x="2965266" y="1414396"/>
            <a:ext cx="6627224" cy="13234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kumimoji="0" lang="en-GB" sz="2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Bahnschrift" panose="020B0502040204020203" pitchFamily="34" charset="0"/>
                <a:ea typeface="+mn-ea"/>
                <a:cs typeface="+mn-cs"/>
              </a:rPr>
              <a:t>Standardising ensures </a:t>
            </a:r>
            <a:r>
              <a:rPr kumimoji="0" lang="en-GB" sz="20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Bahnschrift" panose="020B0502040204020203" pitchFamily="34" charset="0"/>
                <a:ea typeface="+mn-ea"/>
                <a:cs typeface="+mn-cs"/>
              </a:rPr>
              <a:t>all properties contribute equally</a:t>
            </a:r>
            <a:r>
              <a:rPr kumimoji="0" lang="en-GB" sz="2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Bahnschrift" panose="020B0502040204020203" pitchFamily="34" charset="0"/>
                <a:ea typeface="+mn-ea"/>
                <a:cs typeface="+mn-cs"/>
              </a:rPr>
              <a:t>, preventing larger scales (like age) from dominating smaller ones (like height). It is typically applied to datasets with varying scales.</a:t>
            </a:r>
            <a:endParaRPr lang="en-GB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6" name="TextBox 5">
                <a:extLst>
                  <a:ext uri="{FF2B5EF4-FFF2-40B4-BE49-F238E27FC236}">
                    <a16:creationId xmlns:a16="http://schemas.microsoft.com/office/drawing/2014/main" id="{DCA4CA8D-74D3-894F-3F8C-75C0030F9E10}"/>
                  </a:ext>
                </a:extLst>
              </p:cNvPr>
              <p:cNvSpPr txBox="1"/>
              <p:nvPr/>
            </p:nvSpPr>
            <p:spPr>
              <a:xfrm>
                <a:off x="4291144" y="4414375"/>
                <a:ext cx="3975465" cy="1631216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marL="342900" indent="-342900">
                  <a:buFont typeface="Arial" panose="020B0604020202020204" pitchFamily="34" charset="0"/>
                  <a:buChar char="•"/>
                </a:pPr>
                <a14:m>
                  <m:oMath xmlns:m="http://schemas.openxmlformats.org/officeDocument/2006/math">
                    <m:sSub>
                      <m:sSubPr>
                        <m:ctrlPr>
                          <a:rPr lang="en-GB" sz="200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de-CH" sz="2000" b="0" i="1" smtClean="0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de-CH" sz="2000" b="0" i="1" smtClean="0">
                            <a:latin typeface="Cambria Math" panose="02040503050406030204" pitchFamily="18" charset="0"/>
                          </a:rPr>
                          <m:t>𝑖</m:t>
                        </m:r>
                      </m:sub>
                    </m:sSub>
                    <m:r>
                      <a:rPr lang="de-CH" sz="2000" b="0" i="0" smtClean="0">
                        <a:latin typeface="Cambria Math" panose="02040503050406030204" pitchFamily="18" charset="0"/>
                      </a:rPr>
                      <m:t> </m:t>
                    </m:r>
                  </m:oMath>
                </a14:m>
                <a:r>
                  <a:rPr lang="en-GB" sz="2000" dirty="0">
                    <a:latin typeface="Bahnschrift" panose="020B0502040204020203" pitchFamily="34" charset="0"/>
                  </a:rPr>
                  <a:t>are the original values</a:t>
                </a:r>
                <a:endParaRPr lang="en-GB" sz="2000" i="1" dirty="0">
                  <a:latin typeface="Cambria Math" panose="02040503050406030204" pitchFamily="18" charset="0"/>
                </a:endParaRPr>
              </a:p>
              <a:p>
                <a:pPr marL="342900" indent="-342900">
                  <a:buFont typeface="Arial" panose="020B0604020202020204" pitchFamily="34" charset="0"/>
                  <a:buChar char="•"/>
                </a:pPr>
                <a14:m>
                  <m:oMath xmlns:m="http://schemas.openxmlformats.org/officeDocument/2006/math">
                    <m:sSub>
                      <m:sSubPr>
                        <m:ctrlPr>
                          <a:rPr lang="en-GB" sz="200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de-CH" sz="2000" b="0" i="1" smtClean="0">
                            <a:latin typeface="Cambria Math" panose="02040503050406030204" pitchFamily="18" charset="0"/>
                          </a:rPr>
                          <m:t>𝑦</m:t>
                        </m:r>
                      </m:e>
                      <m:sub>
                        <m:r>
                          <a:rPr lang="de-CH" sz="2000" b="0" i="1" smtClean="0">
                            <a:latin typeface="Cambria Math" panose="02040503050406030204" pitchFamily="18" charset="0"/>
                          </a:rPr>
                          <m:t>𝑖</m:t>
                        </m:r>
                      </m:sub>
                    </m:sSub>
                    <m:r>
                      <a:rPr lang="de-CH" sz="2000" b="0" i="0" smtClean="0">
                        <a:latin typeface="Cambria Math" panose="02040503050406030204" pitchFamily="18" charset="0"/>
                      </a:rPr>
                      <m:t> </m:t>
                    </m:r>
                  </m:oMath>
                </a14:m>
                <a:r>
                  <a:rPr lang="en-GB" sz="2000" dirty="0">
                    <a:latin typeface="Bahnschrift" panose="020B0502040204020203" pitchFamily="34" charset="0"/>
                  </a:rPr>
                  <a:t>are the standardised values</a:t>
                </a:r>
              </a:p>
              <a:p>
                <a:pPr marL="342900" indent="-342900">
                  <a:buFont typeface="Arial" panose="020B0604020202020204" pitchFamily="34" charset="0"/>
                  <a:buChar char="•"/>
                </a:pPr>
                <a14:m>
                  <m:oMath xmlns:m="http://schemas.openxmlformats.org/officeDocument/2006/math">
                    <m:r>
                      <a:rPr lang="en-GB" sz="200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𝜇</m:t>
                    </m:r>
                  </m:oMath>
                </a14:m>
                <a:r>
                  <a:rPr lang="en-GB" sz="2000" dirty="0">
                    <a:latin typeface="Bahnschrift" panose="020B0502040204020203" pitchFamily="34" charset="0"/>
                  </a:rPr>
                  <a:t> is the mean of the data</a:t>
                </a:r>
              </a:p>
              <a:p>
                <a:pPr marL="342900" indent="-342900">
                  <a:buFont typeface="Arial" panose="020B0604020202020204" pitchFamily="34" charset="0"/>
                  <a:buChar char="•"/>
                </a:pPr>
                <a14:m>
                  <m:oMath xmlns:m="http://schemas.openxmlformats.org/officeDocument/2006/math">
                    <m:r>
                      <a:rPr lang="en-GB" sz="200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𝜎</m:t>
                    </m:r>
                  </m:oMath>
                </a14:m>
                <a:r>
                  <a:rPr lang="en-GB" sz="2000" dirty="0">
                    <a:latin typeface="Bahnschrift" panose="020B0502040204020203" pitchFamily="34" charset="0"/>
                  </a:rPr>
                  <a:t> is the standard deviation</a:t>
                </a:r>
              </a:p>
              <a:p>
                <a:pPr marL="342900" indent="-342900">
                  <a:buFont typeface="Arial" panose="020B0604020202020204" pitchFamily="34" charset="0"/>
                  <a:buChar char="•"/>
                </a:pPr>
                <a14:m>
                  <m:oMath xmlns:m="http://schemas.openxmlformats.org/officeDocument/2006/math">
                    <m:r>
                      <a:rPr lang="de-CH" sz="2000" b="0" i="1" smtClean="0">
                        <a:latin typeface="Cambria Math" panose="02040503050406030204" pitchFamily="18" charset="0"/>
                      </a:rPr>
                      <m:t>𝑁</m:t>
                    </m:r>
                  </m:oMath>
                </a14:m>
                <a:r>
                  <a:rPr lang="en-GB" sz="2000" dirty="0">
                    <a:latin typeface="Bahnschrift" panose="020B0502040204020203" pitchFamily="34" charset="0"/>
                  </a:rPr>
                  <a:t> is the number of data</a:t>
                </a:r>
              </a:p>
            </p:txBody>
          </p:sp>
        </mc:Choice>
        <mc:Fallback xmlns="">
          <p:sp>
            <p:nvSpPr>
              <p:cNvPr id="6" name="TextBox 5">
                <a:extLst>
                  <a:ext uri="{FF2B5EF4-FFF2-40B4-BE49-F238E27FC236}">
                    <a16:creationId xmlns:a16="http://schemas.microsoft.com/office/drawing/2014/main" id="{DCA4CA8D-74D3-894F-3F8C-75C0030F9E10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291144" y="4414375"/>
                <a:ext cx="3975465" cy="1631216"/>
              </a:xfrm>
              <a:prstGeom prst="rect">
                <a:avLst/>
              </a:prstGeom>
              <a:blipFill>
                <a:blip r:embed="rId5"/>
                <a:stretch>
                  <a:fillRect l="-1380" t="-2239" r="-2914" b="-5224"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229439654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spd="slow">
        <p159:morph option="byObject"/>
      </p:transition>
    </mc:Choice>
    <mc:Fallback xmlns="">
      <p:transition spd="slow">
        <p:fade/>
      </p:transition>
    </mc:Fallback>
  </mc:AlternateContent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68529B8-B1C1-CF69-C921-C7874420D6F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4D78C147-AFC1-0471-54F2-6531A9A4377A}"/>
              </a:ext>
            </a:extLst>
          </p:cNvPr>
          <p:cNvSpPr txBox="1"/>
          <p:nvPr/>
        </p:nvSpPr>
        <p:spPr>
          <a:xfrm>
            <a:off x="3622718" y="607525"/>
            <a:ext cx="4946563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GB" sz="4000">
                <a:solidFill>
                  <a:schemeClr val="accent5">
                    <a:lumMod val="60000"/>
                    <a:lumOff val="40000"/>
                  </a:schemeClr>
                </a:solidFill>
                <a:latin typeface="Bahnschrift" panose="020B0502040204020203" pitchFamily="34" charset="0"/>
              </a:rPr>
              <a:t>Standardising</a:t>
            </a:r>
          </a:p>
        </p:txBody>
      </p:sp>
      <p:graphicFrame>
        <p:nvGraphicFramePr>
          <p:cNvPr id="5" name="Table 4">
            <a:extLst>
              <a:ext uri="{FF2B5EF4-FFF2-40B4-BE49-F238E27FC236}">
                <a16:creationId xmlns:a16="http://schemas.microsoft.com/office/drawing/2014/main" id="{E2D54526-93E7-206A-8C51-174C36E2EDC0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06453620"/>
              </p:ext>
            </p:extLst>
          </p:nvPr>
        </p:nvGraphicFramePr>
        <p:xfrm>
          <a:off x="804915" y="1414396"/>
          <a:ext cx="1594924" cy="4029208"/>
        </p:xfrm>
        <a:graphic>
          <a:graphicData uri="http://schemas.openxmlformats.org/drawingml/2006/table">
            <a:tbl>
              <a:tblPr firstRow="1" bandRow="1">
                <a:tableStyleId>{F5AB1C69-6EDB-4FF4-983F-18BD219EF322}</a:tableStyleId>
              </a:tblPr>
              <a:tblGrid>
                <a:gridCol w="1594924">
                  <a:extLst>
                    <a:ext uri="{9D8B030D-6E8A-4147-A177-3AD203B41FA5}">
                      <a16:colId xmlns:a16="http://schemas.microsoft.com/office/drawing/2014/main" val="3985989347"/>
                    </a:ext>
                  </a:extLst>
                </a:gridCol>
              </a:tblGrid>
              <a:tr h="503651">
                <a:tc>
                  <a:txBody>
                    <a:bodyPr/>
                    <a:lstStyle/>
                    <a:p>
                      <a:pPr algn="ctr"/>
                      <a:r>
                        <a:rPr lang="en-GB" sz="1600" dirty="0">
                          <a:latin typeface="Bahnschrift" panose="020B0502040204020203" pitchFamily="34" charset="0"/>
                        </a:rPr>
                        <a:t>Age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154236307"/>
                  </a:ext>
                </a:extLst>
              </a:tr>
              <a:tr h="503651">
                <a:tc>
                  <a:txBody>
                    <a:bodyPr/>
                    <a:lstStyle/>
                    <a:p>
                      <a:pPr algn="ctr"/>
                      <a:r>
                        <a:rPr lang="en-GB" sz="1600" dirty="0">
                          <a:solidFill>
                            <a:schemeClr val="accent6">
                              <a:lumMod val="50000"/>
                            </a:schemeClr>
                          </a:solidFill>
                          <a:latin typeface="Bahnschrift" panose="020B0502040204020203" pitchFamily="34" charset="0"/>
                        </a:rPr>
                        <a:t>1.12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862705550"/>
                  </a:ext>
                </a:extLst>
              </a:tr>
              <a:tr h="503651">
                <a:tc>
                  <a:txBody>
                    <a:bodyPr/>
                    <a:lstStyle/>
                    <a:p>
                      <a:pPr algn="ctr"/>
                      <a:r>
                        <a:rPr lang="en-GB" sz="1600" dirty="0">
                          <a:solidFill>
                            <a:srgbClr val="C00000"/>
                          </a:solidFill>
                          <a:latin typeface="Bahnschrift" panose="020B0502040204020203" pitchFamily="34" charset="0"/>
                        </a:rPr>
                        <a:t>-0.76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76534677"/>
                  </a:ext>
                </a:extLst>
              </a:tr>
              <a:tr h="503651">
                <a:tc>
                  <a:txBody>
                    <a:bodyPr/>
                    <a:lstStyle/>
                    <a:p>
                      <a:pPr algn="ctr"/>
                      <a:r>
                        <a:rPr lang="en-GB" sz="1600" dirty="0">
                          <a:solidFill>
                            <a:schemeClr val="accent6">
                              <a:lumMod val="50000"/>
                            </a:schemeClr>
                          </a:solidFill>
                          <a:latin typeface="Bahnschrift" panose="020B0502040204020203" pitchFamily="34" charset="0"/>
                        </a:rPr>
                        <a:t>1.61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4138352807"/>
                  </a:ext>
                </a:extLst>
              </a:tr>
              <a:tr h="503651">
                <a:tc>
                  <a:txBody>
                    <a:bodyPr/>
                    <a:lstStyle/>
                    <a:p>
                      <a:pPr algn="ctr"/>
                      <a:r>
                        <a:rPr lang="en-GB" sz="1600" dirty="0">
                          <a:solidFill>
                            <a:srgbClr val="C00000"/>
                          </a:solidFill>
                          <a:latin typeface="Bahnschrift" panose="020B0502040204020203" pitchFamily="34" charset="0"/>
                        </a:rPr>
                        <a:t>-0.67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635136352"/>
                  </a:ext>
                </a:extLst>
              </a:tr>
              <a:tr h="503651">
                <a:tc>
                  <a:txBody>
                    <a:bodyPr/>
                    <a:lstStyle/>
                    <a:p>
                      <a:pPr algn="ctr"/>
                      <a:r>
                        <a:rPr lang="en-GB" sz="1600" dirty="0">
                          <a:solidFill>
                            <a:schemeClr val="accent6">
                              <a:lumMod val="50000"/>
                            </a:schemeClr>
                          </a:solidFill>
                          <a:latin typeface="Bahnschrift" panose="020B0502040204020203" pitchFamily="34" charset="0"/>
                        </a:rPr>
                        <a:t>0.38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609944788"/>
                  </a:ext>
                </a:extLst>
              </a:tr>
              <a:tr h="503651">
                <a:tc>
                  <a:txBody>
                    <a:bodyPr/>
                    <a:lstStyle/>
                    <a:p>
                      <a:pPr algn="ctr"/>
                      <a:r>
                        <a:rPr lang="en-GB" sz="1600" dirty="0">
                          <a:solidFill>
                            <a:srgbClr val="C00000"/>
                          </a:solidFill>
                          <a:latin typeface="Bahnschrift" panose="020B0502040204020203" pitchFamily="34" charset="0"/>
                        </a:rPr>
                        <a:t>-1.08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064592613"/>
                  </a:ext>
                </a:extLst>
              </a:tr>
              <a:tr h="503651">
                <a:tc>
                  <a:txBody>
                    <a:bodyPr/>
                    <a:lstStyle/>
                    <a:p>
                      <a:pPr algn="ctr"/>
                      <a:r>
                        <a:rPr lang="en-GB" sz="1600" dirty="0">
                          <a:solidFill>
                            <a:srgbClr val="C00000"/>
                          </a:solidFill>
                          <a:latin typeface="Bahnschrift" panose="020B0502040204020203" pitchFamily="34" charset="0"/>
                        </a:rPr>
                        <a:t>-0.59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456268614"/>
                  </a:ext>
                </a:extLst>
              </a:tr>
            </a:tbl>
          </a:graphicData>
        </a:graphic>
      </p:graphicFrame>
      <p:sp>
        <p:nvSpPr>
          <p:cNvPr id="3" name="Rectangle 2">
            <a:extLst>
              <a:ext uri="{FF2B5EF4-FFF2-40B4-BE49-F238E27FC236}">
                <a16:creationId xmlns:a16="http://schemas.microsoft.com/office/drawing/2014/main" id="{A930F0BA-814F-D7BC-1FA9-6C6D8F2A2324}"/>
              </a:ext>
            </a:extLst>
          </p:cNvPr>
          <p:cNvSpPr/>
          <p:nvPr/>
        </p:nvSpPr>
        <p:spPr>
          <a:xfrm>
            <a:off x="831015" y="1414397"/>
            <a:ext cx="1568824" cy="4029207"/>
          </a:xfrm>
          <a:prstGeom prst="rect">
            <a:avLst/>
          </a:prstGeom>
          <a:noFill/>
          <a:ln w="57150">
            <a:solidFill>
              <a:schemeClr val="accent5">
                <a:lumMod val="60000"/>
                <a:lumOff val="4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CB5F8764-671C-A345-93F0-2AAE5606E89B}"/>
              </a:ext>
            </a:extLst>
          </p:cNvPr>
          <p:cNvSpPr txBox="1"/>
          <p:nvPr/>
        </p:nvSpPr>
        <p:spPr>
          <a:xfrm>
            <a:off x="2965266" y="1414396"/>
            <a:ext cx="6627224" cy="13234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kumimoji="0" lang="en-GB" sz="2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Bahnschrift" panose="020B0502040204020203" pitchFamily="34" charset="0"/>
                <a:ea typeface="+mn-ea"/>
                <a:cs typeface="+mn-cs"/>
              </a:rPr>
              <a:t>Standardising ensures </a:t>
            </a:r>
            <a:r>
              <a:rPr kumimoji="0" lang="en-GB" sz="20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Bahnschrift" panose="020B0502040204020203" pitchFamily="34" charset="0"/>
                <a:ea typeface="+mn-ea"/>
                <a:cs typeface="+mn-cs"/>
              </a:rPr>
              <a:t>all properties contribute equally</a:t>
            </a:r>
            <a:r>
              <a:rPr kumimoji="0" lang="en-GB" sz="2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Bahnschrift" panose="020B0502040204020203" pitchFamily="34" charset="0"/>
                <a:ea typeface="+mn-ea"/>
                <a:cs typeface="+mn-cs"/>
              </a:rPr>
              <a:t>, preventing larger scales (like age) from dominating smaller ones (like height). It is typically applied to datasets with varying scales.</a:t>
            </a:r>
            <a:endParaRPr lang="en-GB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" name="TextBox 1">
                <a:extLst>
                  <a:ext uri="{FF2B5EF4-FFF2-40B4-BE49-F238E27FC236}">
                    <a16:creationId xmlns:a16="http://schemas.microsoft.com/office/drawing/2014/main" id="{9A9ACE41-FDCA-0EB0-90EA-E966706D16AC}"/>
                  </a:ext>
                </a:extLst>
              </p:cNvPr>
              <p:cNvSpPr txBox="1"/>
              <p:nvPr/>
            </p:nvSpPr>
            <p:spPr>
              <a:xfrm>
                <a:off x="5950036" y="3015185"/>
                <a:ext cx="2688748" cy="1038682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de-CH" sz="3600" b="0" i="1" smtClean="0"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de-CH" sz="3600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sSub>
                            <m:sSubPr>
                              <m:ctrlPr>
                                <a:rPr lang="de-CH" sz="3600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de-CH" sz="3600" b="0" i="1" smtClean="0"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e>
                            <m:sub>
                              <m:r>
                                <a:rPr lang="de-CH" sz="3600" b="0" i="1" smtClean="0">
                                  <a:latin typeface="Cambria Math" panose="02040503050406030204" pitchFamily="18" charset="0"/>
                                </a:rPr>
                                <m:t>𝑖</m:t>
                              </m:r>
                            </m:sub>
                          </m:sSub>
                          <m:r>
                            <a:rPr lang="de-CH" sz="3600" b="0" i="1" smtClean="0">
                              <a:latin typeface="Cambria Math" panose="02040503050406030204" pitchFamily="18" charset="0"/>
                            </a:rPr>
                            <m:t>−32.29</m:t>
                          </m:r>
                        </m:num>
                        <m:den>
                          <m:r>
                            <a:rPr lang="de-CH" sz="36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12.27</m:t>
                          </m:r>
                        </m:den>
                      </m:f>
                    </m:oMath>
                  </m:oMathPara>
                </a14:m>
                <a:endParaRPr lang="en-GB" sz="3600" dirty="0"/>
              </a:p>
            </p:txBody>
          </p:sp>
        </mc:Choice>
        <mc:Fallback xmlns="">
          <p:sp>
            <p:nvSpPr>
              <p:cNvPr id="2" name="TextBox 1">
                <a:extLst>
                  <a:ext uri="{FF2B5EF4-FFF2-40B4-BE49-F238E27FC236}">
                    <a16:creationId xmlns:a16="http://schemas.microsoft.com/office/drawing/2014/main" id="{9A9ACE41-FDCA-0EB0-90EA-E966706D16AC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950036" y="3015185"/>
                <a:ext cx="2688748" cy="1038682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" name="TextBox 5">
                <a:extLst>
                  <a:ext uri="{FF2B5EF4-FFF2-40B4-BE49-F238E27FC236}">
                    <a16:creationId xmlns:a16="http://schemas.microsoft.com/office/drawing/2014/main" id="{669E661A-7D6F-97E0-1119-C9097E18B28E}"/>
                  </a:ext>
                </a:extLst>
              </p:cNvPr>
              <p:cNvSpPr txBox="1"/>
              <p:nvPr/>
            </p:nvSpPr>
            <p:spPr>
              <a:xfrm>
                <a:off x="3553216" y="3101712"/>
                <a:ext cx="2361929" cy="948786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GB" sz="360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de-CH" sz="3600" b="0" i="1" smtClean="0">
                              <a:latin typeface="Cambria Math" panose="02040503050406030204" pitchFamily="18" charset="0"/>
                            </a:rPr>
                            <m:t>𝑦</m:t>
                          </m:r>
                        </m:e>
                        <m:sub>
                          <m:r>
                            <a:rPr lang="de-CH" sz="3600" b="0" i="1" smtClean="0">
                              <a:latin typeface="Cambria Math" panose="02040503050406030204" pitchFamily="18" charset="0"/>
                            </a:rPr>
                            <m:t>𝑖</m:t>
                          </m:r>
                        </m:sub>
                      </m:sSub>
                      <m:r>
                        <a:rPr lang="de-CH" sz="3600" b="0" i="1" smtClean="0"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de-CH" sz="3600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sSub>
                            <m:sSubPr>
                              <m:ctrlPr>
                                <a:rPr lang="de-CH" sz="3600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de-CH" sz="3600" b="0" i="1" smtClean="0"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e>
                            <m:sub>
                              <m:r>
                                <a:rPr lang="de-CH" sz="3600" b="0" i="1" smtClean="0">
                                  <a:latin typeface="Cambria Math" panose="02040503050406030204" pitchFamily="18" charset="0"/>
                                </a:rPr>
                                <m:t>𝑖</m:t>
                              </m:r>
                            </m:sub>
                          </m:sSub>
                          <m:r>
                            <a:rPr lang="de-CH" sz="3600" b="0" i="1" smtClean="0">
                              <a:latin typeface="Cambria Math" panose="02040503050406030204" pitchFamily="18" charset="0"/>
                            </a:rPr>
                            <m:t>−</m:t>
                          </m:r>
                          <m:r>
                            <a:rPr lang="de-CH" sz="36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𝜇</m:t>
                          </m:r>
                        </m:num>
                        <m:den>
                          <m:r>
                            <a:rPr lang="de-CH" sz="36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𝜎</m:t>
                          </m:r>
                        </m:den>
                      </m:f>
                    </m:oMath>
                  </m:oMathPara>
                </a14:m>
                <a:endParaRPr lang="en-GB" sz="3600" dirty="0"/>
              </a:p>
            </p:txBody>
          </p:sp>
        </mc:Choice>
        <mc:Fallback xmlns="">
          <p:sp>
            <p:nvSpPr>
              <p:cNvPr id="6" name="TextBox 5">
                <a:extLst>
                  <a:ext uri="{FF2B5EF4-FFF2-40B4-BE49-F238E27FC236}">
                    <a16:creationId xmlns:a16="http://schemas.microsoft.com/office/drawing/2014/main" id="{669E661A-7D6F-97E0-1119-C9097E18B28E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553216" y="3101712"/>
                <a:ext cx="2361929" cy="948786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9" name="Straight Arrow Connector 8">
            <a:extLst>
              <a:ext uri="{FF2B5EF4-FFF2-40B4-BE49-F238E27FC236}">
                <a16:creationId xmlns:a16="http://schemas.microsoft.com/office/drawing/2014/main" id="{B7B658C4-97DD-F52D-6023-139970726191}"/>
              </a:ext>
            </a:extLst>
          </p:cNvPr>
          <p:cNvCxnSpPr>
            <a:stCxn id="6" idx="1"/>
          </p:cNvCxnSpPr>
          <p:nvPr/>
        </p:nvCxnSpPr>
        <p:spPr>
          <a:xfrm flipH="1" flipV="1">
            <a:off x="2619375" y="3571875"/>
            <a:ext cx="933841" cy="4230"/>
          </a:xfrm>
          <a:prstGeom prst="straightConnector1">
            <a:avLst/>
          </a:prstGeom>
          <a:ln w="38100">
            <a:solidFill>
              <a:schemeClr val="accent5">
                <a:lumMod val="60000"/>
                <a:lumOff val="40000"/>
              </a:schemeClr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7" name="TextBox 6">
                <a:extLst>
                  <a:ext uri="{FF2B5EF4-FFF2-40B4-BE49-F238E27FC236}">
                    <a16:creationId xmlns:a16="http://schemas.microsoft.com/office/drawing/2014/main" id="{13711CD5-DC5F-C6E9-DE50-34CEFC8BD8DB}"/>
                  </a:ext>
                </a:extLst>
              </p:cNvPr>
              <p:cNvSpPr txBox="1"/>
              <p:nvPr/>
            </p:nvSpPr>
            <p:spPr>
              <a:xfrm>
                <a:off x="4291144" y="4414375"/>
                <a:ext cx="3975465" cy="1631216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marL="342900" indent="-342900">
                  <a:buFont typeface="Arial" panose="020B0604020202020204" pitchFamily="34" charset="0"/>
                  <a:buChar char="•"/>
                </a:pPr>
                <a14:m>
                  <m:oMath xmlns:m="http://schemas.openxmlformats.org/officeDocument/2006/math">
                    <m:sSub>
                      <m:sSubPr>
                        <m:ctrlPr>
                          <a:rPr lang="en-GB" sz="200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de-CH" sz="2000" b="0" i="1" smtClean="0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de-CH" sz="2000" b="0" i="1" smtClean="0">
                            <a:latin typeface="Cambria Math" panose="02040503050406030204" pitchFamily="18" charset="0"/>
                          </a:rPr>
                          <m:t>𝑖</m:t>
                        </m:r>
                      </m:sub>
                    </m:sSub>
                    <m:r>
                      <a:rPr lang="de-CH" sz="2000" b="0" i="0" smtClean="0">
                        <a:latin typeface="Cambria Math" panose="02040503050406030204" pitchFamily="18" charset="0"/>
                      </a:rPr>
                      <m:t> </m:t>
                    </m:r>
                  </m:oMath>
                </a14:m>
                <a:r>
                  <a:rPr lang="en-GB" sz="2000" dirty="0">
                    <a:latin typeface="Bahnschrift" panose="020B0502040204020203" pitchFamily="34" charset="0"/>
                  </a:rPr>
                  <a:t>are the original values</a:t>
                </a:r>
                <a:endParaRPr lang="en-GB" sz="2000" i="1" dirty="0">
                  <a:latin typeface="Cambria Math" panose="02040503050406030204" pitchFamily="18" charset="0"/>
                </a:endParaRPr>
              </a:p>
              <a:p>
                <a:pPr marL="342900" indent="-342900">
                  <a:buFont typeface="Arial" panose="020B0604020202020204" pitchFamily="34" charset="0"/>
                  <a:buChar char="•"/>
                </a:pPr>
                <a14:m>
                  <m:oMath xmlns:m="http://schemas.openxmlformats.org/officeDocument/2006/math">
                    <m:sSub>
                      <m:sSubPr>
                        <m:ctrlPr>
                          <a:rPr lang="en-GB" sz="200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de-CH" sz="2000" b="0" i="1" smtClean="0">
                            <a:latin typeface="Cambria Math" panose="02040503050406030204" pitchFamily="18" charset="0"/>
                          </a:rPr>
                          <m:t>𝑦</m:t>
                        </m:r>
                      </m:e>
                      <m:sub>
                        <m:r>
                          <a:rPr lang="de-CH" sz="2000" b="0" i="1" smtClean="0">
                            <a:latin typeface="Cambria Math" panose="02040503050406030204" pitchFamily="18" charset="0"/>
                          </a:rPr>
                          <m:t>𝑖</m:t>
                        </m:r>
                      </m:sub>
                    </m:sSub>
                    <m:r>
                      <a:rPr lang="de-CH" sz="2000" b="0" i="0" smtClean="0">
                        <a:latin typeface="Cambria Math" panose="02040503050406030204" pitchFamily="18" charset="0"/>
                      </a:rPr>
                      <m:t> </m:t>
                    </m:r>
                  </m:oMath>
                </a14:m>
                <a:r>
                  <a:rPr lang="en-GB" sz="2000" dirty="0">
                    <a:latin typeface="Bahnschrift" panose="020B0502040204020203" pitchFamily="34" charset="0"/>
                  </a:rPr>
                  <a:t>are the standardised values</a:t>
                </a:r>
              </a:p>
              <a:p>
                <a:pPr marL="342900" indent="-342900">
                  <a:buFont typeface="Arial" panose="020B0604020202020204" pitchFamily="34" charset="0"/>
                  <a:buChar char="•"/>
                </a:pPr>
                <a14:m>
                  <m:oMath xmlns:m="http://schemas.openxmlformats.org/officeDocument/2006/math">
                    <m:r>
                      <a:rPr lang="en-GB" sz="200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𝜇</m:t>
                    </m:r>
                  </m:oMath>
                </a14:m>
                <a:r>
                  <a:rPr lang="en-GB" sz="2000" dirty="0">
                    <a:latin typeface="Bahnschrift" panose="020B0502040204020203" pitchFamily="34" charset="0"/>
                  </a:rPr>
                  <a:t> is the mean of the data</a:t>
                </a:r>
              </a:p>
              <a:p>
                <a:pPr marL="342900" indent="-342900">
                  <a:buFont typeface="Arial" panose="020B0604020202020204" pitchFamily="34" charset="0"/>
                  <a:buChar char="•"/>
                </a:pPr>
                <a14:m>
                  <m:oMath xmlns:m="http://schemas.openxmlformats.org/officeDocument/2006/math">
                    <m:r>
                      <a:rPr lang="en-GB" sz="200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𝜎</m:t>
                    </m:r>
                  </m:oMath>
                </a14:m>
                <a:r>
                  <a:rPr lang="en-GB" sz="2000" dirty="0">
                    <a:latin typeface="Bahnschrift" panose="020B0502040204020203" pitchFamily="34" charset="0"/>
                  </a:rPr>
                  <a:t> is the standard deviation</a:t>
                </a:r>
              </a:p>
              <a:p>
                <a:pPr marL="342900" indent="-342900">
                  <a:buFont typeface="Arial" panose="020B0604020202020204" pitchFamily="34" charset="0"/>
                  <a:buChar char="•"/>
                </a:pPr>
                <a14:m>
                  <m:oMath xmlns:m="http://schemas.openxmlformats.org/officeDocument/2006/math">
                    <m:r>
                      <a:rPr lang="de-CH" sz="2000" b="0" i="1" smtClean="0">
                        <a:latin typeface="Cambria Math" panose="02040503050406030204" pitchFamily="18" charset="0"/>
                      </a:rPr>
                      <m:t>𝑁</m:t>
                    </m:r>
                  </m:oMath>
                </a14:m>
                <a:r>
                  <a:rPr lang="en-GB" sz="2000" dirty="0">
                    <a:latin typeface="Bahnschrift" panose="020B0502040204020203" pitchFamily="34" charset="0"/>
                  </a:rPr>
                  <a:t> is the number of data</a:t>
                </a:r>
              </a:p>
            </p:txBody>
          </p:sp>
        </mc:Choice>
        <mc:Fallback xmlns="">
          <p:sp>
            <p:nvSpPr>
              <p:cNvPr id="7" name="TextBox 6">
                <a:extLst>
                  <a:ext uri="{FF2B5EF4-FFF2-40B4-BE49-F238E27FC236}">
                    <a16:creationId xmlns:a16="http://schemas.microsoft.com/office/drawing/2014/main" id="{13711CD5-DC5F-C6E9-DE50-34CEFC8BD8DB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291144" y="4414375"/>
                <a:ext cx="3975465" cy="1631216"/>
              </a:xfrm>
              <a:prstGeom prst="rect">
                <a:avLst/>
              </a:prstGeom>
              <a:blipFill>
                <a:blip r:embed="rId5"/>
                <a:stretch>
                  <a:fillRect l="-1380" t="-2239" r="-2914" b="-5224"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585247969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spd="slow">
        <p159:morph option="byObject"/>
      </p:transition>
    </mc:Choice>
    <mc:Fallback xmlns="">
      <p:transition spd="slow">
        <p:fade/>
      </p:transition>
    </mc:Fallback>
  </mc:AlternateContent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44299EC-23AC-8F98-0955-E04F701F8FB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Table 1">
            <a:extLst>
              <a:ext uri="{FF2B5EF4-FFF2-40B4-BE49-F238E27FC236}">
                <a16:creationId xmlns:a16="http://schemas.microsoft.com/office/drawing/2014/main" id="{5335ADF5-E209-8A8B-5648-FE85DE169FA1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734405918"/>
              </p:ext>
            </p:extLst>
          </p:nvPr>
        </p:nvGraphicFramePr>
        <p:xfrm>
          <a:off x="1311227" y="1792941"/>
          <a:ext cx="9569544" cy="4029208"/>
        </p:xfrm>
        <a:graphic>
          <a:graphicData uri="http://schemas.openxmlformats.org/drawingml/2006/table">
            <a:tbl>
              <a:tblPr firstRow="1" firstCol="1" bandRow="1">
                <a:tableStyleId>{F5AB1C69-6EDB-4FF4-983F-18BD219EF322}</a:tableStyleId>
              </a:tblPr>
              <a:tblGrid>
                <a:gridCol w="1594924">
                  <a:extLst>
                    <a:ext uri="{9D8B030D-6E8A-4147-A177-3AD203B41FA5}">
                      <a16:colId xmlns:a16="http://schemas.microsoft.com/office/drawing/2014/main" val="751277688"/>
                    </a:ext>
                  </a:extLst>
                </a:gridCol>
                <a:gridCol w="1594924">
                  <a:extLst>
                    <a:ext uri="{9D8B030D-6E8A-4147-A177-3AD203B41FA5}">
                      <a16:colId xmlns:a16="http://schemas.microsoft.com/office/drawing/2014/main" val="1854811326"/>
                    </a:ext>
                  </a:extLst>
                </a:gridCol>
                <a:gridCol w="1594924">
                  <a:extLst>
                    <a:ext uri="{9D8B030D-6E8A-4147-A177-3AD203B41FA5}">
                      <a16:colId xmlns:a16="http://schemas.microsoft.com/office/drawing/2014/main" val="1059762699"/>
                    </a:ext>
                  </a:extLst>
                </a:gridCol>
                <a:gridCol w="1594924">
                  <a:extLst>
                    <a:ext uri="{9D8B030D-6E8A-4147-A177-3AD203B41FA5}">
                      <a16:colId xmlns:a16="http://schemas.microsoft.com/office/drawing/2014/main" val="2195324066"/>
                    </a:ext>
                  </a:extLst>
                </a:gridCol>
                <a:gridCol w="1594924">
                  <a:extLst>
                    <a:ext uri="{9D8B030D-6E8A-4147-A177-3AD203B41FA5}">
                      <a16:colId xmlns:a16="http://schemas.microsoft.com/office/drawing/2014/main" val="3508518715"/>
                    </a:ext>
                  </a:extLst>
                </a:gridCol>
                <a:gridCol w="1594924">
                  <a:extLst>
                    <a:ext uri="{9D8B030D-6E8A-4147-A177-3AD203B41FA5}">
                      <a16:colId xmlns:a16="http://schemas.microsoft.com/office/drawing/2014/main" val="3728935562"/>
                    </a:ext>
                  </a:extLst>
                </a:gridCol>
              </a:tblGrid>
              <a:tr h="503651">
                <a:tc>
                  <a:txBody>
                    <a:bodyPr/>
                    <a:lstStyle/>
                    <a:p>
                      <a:pPr algn="ctr"/>
                      <a:r>
                        <a:rPr lang="en-GB" sz="1600" dirty="0">
                          <a:latin typeface="Bahnschrift" panose="020B0502040204020203" pitchFamily="34" charset="0"/>
                        </a:rPr>
                        <a:t>ID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</a:t>
                      </a:r>
                    </a:p>
                  </a:txBody>
                  <a:tcPr anchor="ctr">
                    <a:solidFill>
                      <a:schemeClr val="accent6">
                        <a:lumMod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1600" dirty="0">
                          <a:latin typeface="Bahnschrift" panose="020B0502040204020203" pitchFamily="34" charset="0"/>
                        </a:rPr>
                        <a:t>Name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1600" dirty="0">
                          <a:latin typeface="Bahnschrift" panose="020B0502040204020203" pitchFamily="34" charset="0"/>
                        </a:rPr>
                        <a:t>Compared Age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1600" dirty="0">
                          <a:latin typeface="Bahnschrift" panose="020B0502040204020203" pitchFamily="34" charset="0"/>
                        </a:rPr>
                        <a:t>Location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1600" dirty="0">
                          <a:latin typeface="Bahnschrift" panose="020B0502040204020203" pitchFamily="34" charset="0"/>
                        </a:rPr>
                        <a:t>Income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1600" dirty="0">
                          <a:latin typeface="Bahnschrift" panose="020B0502040204020203" pitchFamily="34" charset="0"/>
                        </a:rPr>
                        <a:t>Height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454069704"/>
                  </a:ext>
                </a:extLst>
              </a:tr>
              <a:tr h="503651">
                <a:tc>
                  <a:txBody>
                    <a:bodyPr/>
                    <a:lstStyle/>
                    <a:p>
                      <a:pPr algn="ctr"/>
                      <a:r>
                        <a:rPr lang="en-GB" sz="1600" dirty="0">
                          <a:latin typeface="Bahnschrift" panose="020B0502040204020203" pitchFamily="34" charset="0"/>
                        </a:rPr>
                        <a:t>001</a:t>
                      </a:r>
                    </a:p>
                  </a:txBody>
                  <a:tcPr anchor="ctr">
                    <a:solidFill>
                      <a:schemeClr val="accent6">
                        <a:lumMod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1600" dirty="0">
                          <a:latin typeface="Bahnschrift" panose="020B0502040204020203" pitchFamily="34" charset="0"/>
                        </a:rPr>
                        <a:t>Alice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1600" dirty="0">
                          <a:solidFill>
                            <a:schemeClr val="accent6">
                              <a:lumMod val="50000"/>
                            </a:schemeClr>
                          </a:solidFill>
                          <a:latin typeface="Bahnschrift" panose="020B0502040204020203" pitchFamily="34" charset="0"/>
                        </a:rPr>
                        <a:t>1.12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1600" dirty="0">
                          <a:latin typeface="Bahnschrift" panose="020B0502040204020203" pitchFamily="34" charset="0"/>
                        </a:rPr>
                        <a:t>Berlin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1600" dirty="0">
                          <a:latin typeface="Bahnschrift" panose="020B0502040204020203" pitchFamily="34" charset="0"/>
                        </a:rPr>
                        <a:t>75,000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1600" dirty="0">
                          <a:latin typeface="Bahnschrift" panose="020B0502040204020203" pitchFamily="34" charset="0"/>
                        </a:rPr>
                        <a:t>1.75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304447080"/>
                  </a:ext>
                </a:extLst>
              </a:tr>
              <a:tr h="503651">
                <a:tc>
                  <a:txBody>
                    <a:bodyPr/>
                    <a:lstStyle/>
                    <a:p>
                      <a:pPr algn="ctr"/>
                      <a:r>
                        <a:rPr lang="en-GB" sz="1600" dirty="0">
                          <a:latin typeface="Bahnschrift" panose="020B0502040204020203" pitchFamily="34" charset="0"/>
                        </a:rPr>
                        <a:t>002</a:t>
                      </a:r>
                    </a:p>
                  </a:txBody>
                  <a:tcPr anchor="ctr">
                    <a:solidFill>
                      <a:schemeClr val="accent6">
                        <a:lumMod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1600" dirty="0">
                          <a:latin typeface="Bahnschrift" panose="020B0502040204020203" pitchFamily="34" charset="0"/>
                        </a:rPr>
                        <a:t>Frank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1600" dirty="0">
                          <a:solidFill>
                            <a:srgbClr val="C00000"/>
                          </a:solidFill>
                          <a:latin typeface="Bahnschrift" panose="020B0502040204020203" pitchFamily="34" charset="0"/>
                        </a:rPr>
                        <a:t>-0.76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1600" dirty="0">
                          <a:latin typeface="Bahnschrift" panose="020B0502040204020203" pitchFamily="34" charset="0"/>
                        </a:rPr>
                        <a:t>Paris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1600" dirty="0">
                          <a:latin typeface="Bahnschrift" panose="020B0502040204020203" pitchFamily="34" charset="0"/>
                        </a:rPr>
                        <a:t>90,000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1600" dirty="0">
                          <a:latin typeface="Bahnschrift" panose="020B0502040204020203" pitchFamily="34" charset="0"/>
                        </a:rPr>
                        <a:t>1.81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929876547"/>
                  </a:ext>
                </a:extLst>
              </a:tr>
              <a:tr h="503651">
                <a:tc>
                  <a:txBody>
                    <a:bodyPr/>
                    <a:lstStyle/>
                    <a:p>
                      <a:pPr algn="ctr"/>
                      <a:r>
                        <a:rPr lang="en-GB" sz="1600" dirty="0">
                          <a:latin typeface="Bahnschrift" panose="020B0502040204020203" pitchFamily="34" charset="0"/>
                        </a:rPr>
                        <a:t>003</a:t>
                      </a:r>
                    </a:p>
                  </a:txBody>
                  <a:tcPr anchor="ctr">
                    <a:solidFill>
                      <a:schemeClr val="accent6">
                        <a:lumMod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1600" dirty="0">
                          <a:latin typeface="Bahnschrift" panose="020B0502040204020203" pitchFamily="34" charset="0"/>
                        </a:rPr>
                        <a:t>Diana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1600" dirty="0">
                          <a:solidFill>
                            <a:schemeClr val="accent6">
                              <a:lumMod val="50000"/>
                            </a:schemeClr>
                          </a:solidFill>
                          <a:latin typeface="Bahnschrift" panose="020B0502040204020203" pitchFamily="34" charset="0"/>
                        </a:rPr>
                        <a:t>1.61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1600" dirty="0">
                          <a:latin typeface="Bahnschrift" panose="020B0502040204020203" pitchFamily="34" charset="0"/>
                        </a:rPr>
                        <a:t>Zurich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1600" dirty="0">
                          <a:latin typeface="Bahnschrift" panose="020B0502040204020203" pitchFamily="34" charset="0"/>
                        </a:rPr>
                        <a:t>65,000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1600" dirty="0">
                          <a:latin typeface="Bahnschrift" panose="020B0502040204020203" pitchFamily="34" charset="0"/>
                        </a:rPr>
                        <a:t>1.69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307725187"/>
                  </a:ext>
                </a:extLst>
              </a:tr>
              <a:tr h="503651">
                <a:tc>
                  <a:txBody>
                    <a:bodyPr/>
                    <a:lstStyle/>
                    <a:p>
                      <a:pPr algn="ctr"/>
                      <a:r>
                        <a:rPr lang="en-GB" sz="1600" dirty="0">
                          <a:latin typeface="Bahnschrift" panose="020B0502040204020203" pitchFamily="34" charset="0"/>
                        </a:rPr>
                        <a:t>004</a:t>
                      </a:r>
                    </a:p>
                  </a:txBody>
                  <a:tcPr anchor="ctr">
                    <a:solidFill>
                      <a:schemeClr val="accent6">
                        <a:lumMod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1600" dirty="0">
                          <a:latin typeface="Bahnschrift" panose="020B0502040204020203" pitchFamily="34" charset="0"/>
                        </a:rPr>
                        <a:t>Bob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1600" dirty="0">
                          <a:solidFill>
                            <a:srgbClr val="C00000"/>
                          </a:solidFill>
                          <a:latin typeface="Bahnschrift" panose="020B0502040204020203" pitchFamily="34" charset="0"/>
                        </a:rPr>
                        <a:t>-0.67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1600" dirty="0">
                          <a:latin typeface="Bahnschrift" panose="020B0502040204020203" pitchFamily="34" charset="0"/>
                        </a:rPr>
                        <a:t>Basel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1600" dirty="0">
                          <a:latin typeface="Bahnschrift" panose="020B0502040204020203" pitchFamily="34" charset="0"/>
                        </a:rPr>
                        <a:t>40,000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1600" dirty="0">
                          <a:latin typeface="Bahnschrift" panose="020B0502040204020203" pitchFamily="34" charset="0"/>
                        </a:rPr>
                        <a:t>1.54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936780913"/>
                  </a:ext>
                </a:extLst>
              </a:tr>
              <a:tr h="503651">
                <a:tc>
                  <a:txBody>
                    <a:bodyPr/>
                    <a:lstStyle/>
                    <a:p>
                      <a:pPr algn="ctr"/>
                      <a:r>
                        <a:rPr lang="en-GB" sz="1600" dirty="0">
                          <a:latin typeface="Bahnschrift" panose="020B0502040204020203" pitchFamily="34" charset="0"/>
                        </a:rPr>
                        <a:t>005</a:t>
                      </a:r>
                    </a:p>
                  </a:txBody>
                  <a:tcPr anchor="ctr">
                    <a:solidFill>
                      <a:schemeClr val="accent6">
                        <a:lumMod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1600" dirty="0">
                          <a:latin typeface="Bahnschrift" panose="020B0502040204020203" pitchFamily="34" charset="0"/>
                        </a:rPr>
                        <a:t>Daisy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1600" dirty="0">
                          <a:solidFill>
                            <a:schemeClr val="accent6">
                              <a:lumMod val="50000"/>
                            </a:schemeClr>
                          </a:solidFill>
                          <a:latin typeface="Bahnschrift" panose="020B0502040204020203" pitchFamily="34" charset="0"/>
                        </a:rPr>
                        <a:t>0.38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1600" dirty="0">
                          <a:latin typeface="Bahnschrift" panose="020B0502040204020203" pitchFamily="34" charset="0"/>
                        </a:rPr>
                        <a:t>Cologne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1600" dirty="0">
                          <a:latin typeface="Bahnschrift" panose="020B0502040204020203" pitchFamily="34" charset="0"/>
                        </a:rPr>
                        <a:t>55,000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1600" dirty="0">
                          <a:latin typeface="Bahnschrift" panose="020B0502040204020203" pitchFamily="34" charset="0"/>
                        </a:rPr>
                        <a:t>1.87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060900218"/>
                  </a:ext>
                </a:extLst>
              </a:tr>
              <a:tr h="503651">
                <a:tc>
                  <a:txBody>
                    <a:bodyPr/>
                    <a:lstStyle/>
                    <a:p>
                      <a:pPr algn="ctr"/>
                      <a:r>
                        <a:rPr lang="en-GB" sz="1600" dirty="0">
                          <a:latin typeface="Bahnschrift" panose="020B0502040204020203" pitchFamily="34" charset="0"/>
                        </a:rPr>
                        <a:t>006</a:t>
                      </a:r>
                    </a:p>
                  </a:txBody>
                  <a:tcPr anchor="ctr">
                    <a:solidFill>
                      <a:schemeClr val="accent6">
                        <a:lumMod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1600" dirty="0">
                          <a:latin typeface="Bahnschrift" panose="020B0502040204020203" pitchFamily="34" charset="0"/>
                        </a:rPr>
                        <a:t>Jason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1600" dirty="0">
                          <a:solidFill>
                            <a:srgbClr val="C00000"/>
                          </a:solidFill>
                          <a:latin typeface="Bahnschrift" panose="020B0502040204020203" pitchFamily="34" charset="0"/>
                        </a:rPr>
                        <a:t>-1.08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1600" dirty="0">
                          <a:latin typeface="Bahnschrift" panose="020B0502040204020203" pitchFamily="34" charset="0"/>
                        </a:rPr>
                        <a:t>Munich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1600" dirty="0">
                          <a:latin typeface="Bahnschrift" panose="020B0502040204020203" pitchFamily="34" charset="0"/>
                        </a:rPr>
                        <a:t>60,000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1600" dirty="0">
                          <a:latin typeface="Bahnschrift" panose="020B0502040204020203" pitchFamily="34" charset="0"/>
                        </a:rPr>
                        <a:t>1.82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505577490"/>
                  </a:ext>
                </a:extLst>
              </a:tr>
              <a:tr h="503651">
                <a:tc>
                  <a:txBody>
                    <a:bodyPr/>
                    <a:lstStyle/>
                    <a:p>
                      <a:pPr algn="ctr"/>
                      <a:r>
                        <a:rPr lang="en-GB" sz="1600" dirty="0">
                          <a:latin typeface="Bahnschrift" panose="020B0502040204020203" pitchFamily="34" charset="0"/>
                        </a:rPr>
                        <a:t>007</a:t>
                      </a:r>
                    </a:p>
                  </a:txBody>
                  <a:tcPr anchor="ctr">
                    <a:solidFill>
                      <a:schemeClr val="accent6">
                        <a:lumMod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1600" dirty="0">
                          <a:latin typeface="Bahnschrift" panose="020B0502040204020203" pitchFamily="34" charset="0"/>
                        </a:rPr>
                        <a:t>Daniel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1600" dirty="0">
                          <a:solidFill>
                            <a:srgbClr val="C00000"/>
                          </a:solidFill>
                          <a:latin typeface="Bahnschrift" panose="020B0502040204020203" pitchFamily="34" charset="0"/>
                        </a:rPr>
                        <a:t>-0.59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1600" dirty="0">
                          <a:latin typeface="Bahnschrift" panose="020B0502040204020203" pitchFamily="34" charset="0"/>
                        </a:rPr>
                        <a:t>Lugano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1600" dirty="0">
                          <a:latin typeface="Bahnschrift" panose="020B0502040204020203" pitchFamily="34" charset="0"/>
                        </a:rPr>
                        <a:t>80,000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1600" dirty="0">
                          <a:latin typeface="Bahnschrift" panose="020B0502040204020203" pitchFamily="34" charset="0"/>
                        </a:rPr>
                        <a:t>1.63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217193553"/>
                  </a:ext>
                </a:extLst>
              </a:tr>
            </a:tbl>
          </a:graphicData>
        </a:graphic>
      </p:graphicFrame>
      <p:sp>
        <p:nvSpPr>
          <p:cNvPr id="4" name="TextBox 3">
            <a:extLst>
              <a:ext uri="{FF2B5EF4-FFF2-40B4-BE49-F238E27FC236}">
                <a16:creationId xmlns:a16="http://schemas.microsoft.com/office/drawing/2014/main" id="{5955161E-85FE-C2BA-C5BF-E9016B1D1A47}"/>
              </a:ext>
            </a:extLst>
          </p:cNvPr>
          <p:cNvSpPr txBox="1"/>
          <p:nvPr/>
        </p:nvSpPr>
        <p:spPr>
          <a:xfrm>
            <a:off x="3622718" y="607525"/>
            <a:ext cx="4946563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4000" dirty="0" err="1">
                <a:solidFill>
                  <a:schemeClr val="accent5">
                    <a:lumMod val="60000"/>
                    <a:lumOff val="40000"/>
                  </a:schemeClr>
                </a:solidFill>
                <a:latin typeface="Bahnschrift" panose="020B0502040204020203" pitchFamily="34" charset="0"/>
              </a:rPr>
              <a:t>Standardising</a:t>
            </a:r>
            <a:endParaRPr lang="en-US" sz="4000" dirty="0">
              <a:solidFill>
                <a:schemeClr val="accent5">
                  <a:lumMod val="60000"/>
                  <a:lumOff val="40000"/>
                </a:schemeClr>
              </a:solidFill>
              <a:latin typeface="Bahnschrift" panose="020B0502040204020203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380362672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spd="slow">
        <p159:morph option="byObject"/>
      </p:transition>
    </mc:Choice>
    <mc:Fallback xmlns="">
      <p:transition spd="slow">
        <p:fade/>
      </p:transition>
    </mc:Fallback>
  </mc:AlternateContent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927E3B0-C0F0-98DB-2FD8-467888E28BB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de-CH" dirty="0"/>
              <a:t>Use of Data for ML</a:t>
            </a:r>
            <a:endParaRPr lang="en-GB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02DB440-DAD6-5739-4655-4AB0F6D517B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517571" y="2493309"/>
            <a:ext cx="5157787" cy="823912"/>
          </a:xfrm>
        </p:spPr>
        <p:txBody>
          <a:bodyPr>
            <a:normAutofit/>
          </a:bodyPr>
          <a:lstStyle/>
          <a:p>
            <a:pPr algn="ctr"/>
            <a:r>
              <a:rPr lang="en-US" sz="3600" dirty="0"/>
              <a:t>Supervised Learning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F7930607-4DE8-23DF-018B-1488EE4E303A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517571" y="3429000"/>
            <a:ext cx="5157787" cy="1612719"/>
          </a:xfrm>
        </p:spPr>
        <p:txBody>
          <a:bodyPr/>
          <a:lstStyle/>
          <a:p>
            <a:pPr algn="ctr"/>
            <a:r>
              <a:rPr lang="en-GB" dirty="0">
                <a:solidFill>
                  <a:schemeClr val="tx1"/>
                </a:solidFill>
              </a:rPr>
              <a:t>Labelled data</a:t>
            </a:r>
          </a:p>
          <a:p>
            <a:pPr algn="ctr"/>
            <a:r>
              <a:rPr lang="en-GB" dirty="0">
                <a:solidFill>
                  <a:schemeClr val="tx1"/>
                </a:solidFill>
              </a:rPr>
              <a:t>Output known</a:t>
            </a:r>
            <a:endParaRPr lang="de-CH" dirty="0">
              <a:solidFill>
                <a:schemeClr val="tx1"/>
              </a:solidFill>
            </a:endParaRPr>
          </a:p>
          <a:p>
            <a:pPr algn="ctr"/>
            <a:r>
              <a:rPr lang="de-CH" dirty="0">
                <a:solidFill>
                  <a:schemeClr val="tx1"/>
                </a:solidFill>
              </a:rPr>
              <a:t>More human intervention</a:t>
            </a:r>
            <a:endParaRPr lang="en-GB" dirty="0">
              <a:solidFill>
                <a:schemeClr val="tx1"/>
              </a:solidFill>
            </a:endParaRP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C5FEE0C7-9022-358F-3D75-ADA517E47FD2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579397" y="2493309"/>
            <a:ext cx="5183188" cy="823912"/>
          </a:xfrm>
        </p:spPr>
        <p:txBody>
          <a:bodyPr>
            <a:normAutofit/>
          </a:bodyPr>
          <a:lstStyle/>
          <a:p>
            <a:pPr algn="ctr"/>
            <a:r>
              <a:rPr lang="en-US" sz="3600" dirty="0"/>
              <a:t>Unsupervised Learning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2F9BA671-4196-7241-614F-77AC6B01AF85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516644" y="3429000"/>
            <a:ext cx="5183188" cy="1612719"/>
          </a:xfrm>
        </p:spPr>
        <p:txBody>
          <a:bodyPr/>
          <a:lstStyle/>
          <a:p>
            <a:pPr algn="ctr"/>
            <a:r>
              <a:rPr lang="en-GB" dirty="0">
                <a:solidFill>
                  <a:schemeClr val="tx1"/>
                </a:solidFill>
              </a:rPr>
              <a:t>Unlabelled data</a:t>
            </a:r>
          </a:p>
          <a:p>
            <a:pPr algn="ctr"/>
            <a:r>
              <a:rPr lang="en-GB" dirty="0">
                <a:solidFill>
                  <a:schemeClr val="tx1"/>
                </a:solidFill>
              </a:rPr>
              <a:t>Output unknown</a:t>
            </a:r>
            <a:endParaRPr lang="de-CH" dirty="0">
              <a:solidFill>
                <a:schemeClr val="tx1"/>
              </a:solidFill>
            </a:endParaRPr>
          </a:p>
          <a:p>
            <a:pPr algn="ctr"/>
            <a:r>
              <a:rPr lang="de-CH" dirty="0">
                <a:solidFill>
                  <a:schemeClr val="tx1"/>
                </a:solidFill>
              </a:rPr>
              <a:t>Less human </a:t>
            </a:r>
            <a:r>
              <a:rPr lang="en-GB" dirty="0">
                <a:solidFill>
                  <a:schemeClr val="tx1"/>
                </a:solidFill>
              </a:rPr>
              <a:t>intervention</a:t>
            </a:r>
          </a:p>
        </p:txBody>
      </p:sp>
    </p:spTree>
    <p:extLst>
      <p:ext uri="{BB962C8B-B14F-4D97-AF65-F5344CB8AC3E}">
        <p14:creationId xmlns:p14="http://schemas.microsoft.com/office/powerpoint/2010/main" val="2525941550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spd="slow">
        <p159:morph option="byObject"/>
      </p:transition>
    </mc:Choice>
    <mc:Fallback xmlns="">
      <p:transition spd="slow">
        <p:fade/>
      </p:transition>
    </mc:Fallback>
  </mc:AlternateContent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TextBox 12">
            <a:extLst>
              <a:ext uri="{FF2B5EF4-FFF2-40B4-BE49-F238E27FC236}">
                <a16:creationId xmlns:a16="http://schemas.microsoft.com/office/drawing/2014/main" id="{76F2EF80-B821-797E-C27E-F6CA6415C5FB}"/>
              </a:ext>
            </a:extLst>
          </p:cNvPr>
          <p:cNvSpPr txBox="1"/>
          <p:nvPr/>
        </p:nvSpPr>
        <p:spPr>
          <a:xfrm>
            <a:off x="3382874" y="1306054"/>
            <a:ext cx="542625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GB" sz="2400" dirty="0">
                <a:latin typeface="Bahnschrift" panose="020B0502040204020203" pitchFamily="34" charset="0"/>
                <a:cs typeface="Times New Roman" panose="02020603050405020304" pitchFamily="18" charset="0"/>
              </a:rPr>
              <a:t>learning vocab with flashcards</a:t>
            </a:r>
            <a:endParaRPr lang="en-GB" sz="2400" dirty="0"/>
          </a:p>
        </p:txBody>
      </p:sp>
      <p:pic>
        <p:nvPicPr>
          <p:cNvPr id="14" name="Picture 13" descr="A black background with a black square">
            <a:extLst>
              <a:ext uri="{FF2B5EF4-FFF2-40B4-BE49-F238E27FC236}">
                <a16:creationId xmlns:a16="http://schemas.microsoft.com/office/drawing/2014/main" id="{63E441D6-7DF9-E127-47F5-79C3365162F5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443047" y="2776047"/>
            <a:ext cx="1305906" cy="1305906"/>
          </a:xfrm>
          <a:prstGeom prst="rect">
            <a:avLst/>
          </a:prstGeom>
        </p:spPr>
      </p:pic>
      <p:sp>
        <p:nvSpPr>
          <p:cNvPr id="15" name="TextBox 14">
            <a:extLst>
              <a:ext uri="{FF2B5EF4-FFF2-40B4-BE49-F238E27FC236}">
                <a16:creationId xmlns:a16="http://schemas.microsoft.com/office/drawing/2014/main" id="{BA04D08A-2660-C8A8-BB08-F5751852DBF6}"/>
              </a:ext>
            </a:extLst>
          </p:cNvPr>
          <p:cNvSpPr txBox="1"/>
          <p:nvPr/>
        </p:nvSpPr>
        <p:spPr>
          <a:xfrm>
            <a:off x="5259227" y="4454567"/>
            <a:ext cx="167354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GB" b="1" dirty="0">
                <a:solidFill>
                  <a:schemeClr val="accent6">
                    <a:lumMod val="50000"/>
                  </a:schemeClr>
                </a:solidFill>
                <a:latin typeface="Bahnschrift" panose="020B0502040204020203" pitchFamily="34" charset="0"/>
              </a:rPr>
              <a:t>Check</a:t>
            </a:r>
          </a:p>
        </p:txBody>
      </p:sp>
      <p:pic>
        <p:nvPicPr>
          <p:cNvPr id="17" name="Graphic 16" descr="Brain in head outline">
            <a:extLst>
              <a:ext uri="{FF2B5EF4-FFF2-40B4-BE49-F238E27FC236}">
                <a16:creationId xmlns:a16="http://schemas.microsoft.com/office/drawing/2014/main" id="{898DFBB0-8A71-0426-CC89-A94FDB9BE245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8924237" y="2546954"/>
            <a:ext cx="1764092" cy="1764092"/>
          </a:xfrm>
          <a:prstGeom prst="rect">
            <a:avLst/>
          </a:prstGeom>
        </p:spPr>
      </p:pic>
      <p:pic>
        <p:nvPicPr>
          <p:cNvPr id="19" name="Graphic 18" descr="Head with gears outline">
            <a:extLst>
              <a:ext uri="{FF2B5EF4-FFF2-40B4-BE49-F238E27FC236}">
                <a16:creationId xmlns:a16="http://schemas.microsoft.com/office/drawing/2014/main" id="{7E3A1085-326A-D223-5DEF-6AC4AF6BC59C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1503671" y="2546954"/>
            <a:ext cx="1764092" cy="1764092"/>
          </a:xfrm>
          <a:prstGeom prst="rect">
            <a:avLst/>
          </a:prstGeom>
        </p:spPr>
      </p:pic>
      <p:sp>
        <p:nvSpPr>
          <p:cNvPr id="20" name="TextBox 19">
            <a:extLst>
              <a:ext uri="{FF2B5EF4-FFF2-40B4-BE49-F238E27FC236}">
                <a16:creationId xmlns:a16="http://schemas.microsoft.com/office/drawing/2014/main" id="{36A15612-2F73-3D85-7918-822604823741}"/>
              </a:ext>
            </a:extLst>
          </p:cNvPr>
          <p:cNvSpPr txBox="1"/>
          <p:nvPr/>
        </p:nvSpPr>
        <p:spPr>
          <a:xfrm>
            <a:off x="1432404" y="4454567"/>
            <a:ext cx="167354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GB" b="1" dirty="0">
                <a:solidFill>
                  <a:schemeClr val="accent6">
                    <a:lumMod val="50000"/>
                  </a:schemeClr>
                </a:solidFill>
                <a:latin typeface="Bahnschrift" panose="020B0502040204020203" pitchFamily="34" charset="0"/>
              </a:rPr>
              <a:t>Recall</a:t>
            </a: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057C7884-9B9B-CD0D-25D1-07168EBDBAD0}"/>
              </a:ext>
            </a:extLst>
          </p:cNvPr>
          <p:cNvSpPr txBox="1"/>
          <p:nvPr/>
        </p:nvSpPr>
        <p:spPr>
          <a:xfrm>
            <a:off x="8852517" y="4454567"/>
            <a:ext cx="167354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GB" b="1" dirty="0">
                <a:solidFill>
                  <a:schemeClr val="accent6">
                    <a:lumMod val="50000"/>
                  </a:schemeClr>
                </a:solidFill>
                <a:latin typeface="Bahnschrift" panose="020B0502040204020203" pitchFamily="34" charset="0"/>
              </a:rPr>
              <a:t>Learn</a:t>
            </a:r>
          </a:p>
        </p:txBody>
      </p:sp>
      <p:cxnSp>
        <p:nvCxnSpPr>
          <p:cNvPr id="23" name="Straight Arrow Connector 22">
            <a:extLst>
              <a:ext uri="{FF2B5EF4-FFF2-40B4-BE49-F238E27FC236}">
                <a16:creationId xmlns:a16="http://schemas.microsoft.com/office/drawing/2014/main" id="{95DD4284-777E-2D84-F22B-386DED7E09B1}"/>
              </a:ext>
            </a:extLst>
          </p:cNvPr>
          <p:cNvCxnSpPr/>
          <p:nvPr/>
        </p:nvCxnSpPr>
        <p:spPr>
          <a:xfrm>
            <a:off x="3382874" y="3429000"/>
            <a:ext cx="1305906" cy="0"/>
          </a:xfrm>
          <a:prstGeom prst="straightConnector1">
            <a:avLst/>
          </a:prstGeom>
          <a:ln w="38100">
            <a:solidFill>
              <a:schemeClr val="accent6">
                <a:lumMod val="50000"/>
              </a:schemeClr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4" name="Straight Arrow Connector 23">
            <a:extLst>
              <a:ext uri="{FF2B5EF4-FFF2-40B4-BE49-F238E27FC236}">
                <a16:creationId xmlns:a16="http://schemas.microsoft.com/office/drawing/2014/main" id="{B2402E58-72E7-05D2-3057-4F0208563ED8}"/>
              </a:ext>
            </a:extLst>
          </p:cNvPr>
          <p:cNvCxnSpPr/>
          <p:nvPr/>
        </p:nvCxnSpPr>
        <p:spPr>
          <a:xfrm>
            <a:off x="7503218" y="3429000"/>
            <a:ext cx="1305906" cy="0"/>
          </a:xfrm>
          <a:prstGeom prst="straightConnector1">
            <a:avLst/>
          </a:prstGeom>
          <a:ln w="38100">
            <a:solidFill>
              <a:schemeClr val="accent6">
                <a:lumMod val="50000"/>
              </a:schemeClr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" name="Title 1">
            <a:extLst>
              <a:ext uri="{FF2B5EF4-FFF2-40B4-BE49-F238E27FC236}">
                <a16:creationId xmlns:a16="http://schemas.microsoft.com/office/drawing/2014/main" id="{AAD01C11-D801-7F72-A393-A68A4B3A68A7}"/>
              </a:ext>
            </a:extLst>
          </p:cNvPr>
          <p:cNvSpPr txBox="1">
            <a:spLocks/>
          </p:cNvSpPr>
          <p:nvPr/>
        </p:nvSpPr>
        <p:spPr>
          <a:xfrm>
            <a:off x="990600" y="517525"/>
            <a:ext cx="10515600" cy="1325563"/>
          </a:xfrm>
          <a:prstGeom prst="rect">
            <a:avLst/>
          </a:prstGeom>
        </p:spPr>
        <p:txBody>
          <a:bodyPr/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accent6">
                    <a:lumMod val="50000"/>
                  </a:schemeClr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lang="en-GB" dirty="0"/>
              <a:t>Supervised Learning</a:t>
            </a:r>
          </a:p>
        </p:txBody>
      </p:sp>
    </p:spTree>
    <p:extLst>
      <p:ext uri="{BB962C8B-B14F-4D97-AF65-F5344CB8AC3E}">
        <p14:creationId xmlns:p14="http://schemas.microsoft.com/office/powerpoint/2010/main" val="1262321515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spd="slow">
        <p159:morph option="byObject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" fill="hold">
                      <p:stCondLst>
                        <p:cond delay="indefinite"/>
                      </p:stCondLst>
                      <p:childTnLst>
                        <p:par>
                          <p:cTn id="15" fill="hold">
                            <p:stCondLst>
                              <p:cond delay="0"/>
                            </p:stCondLst>
                            <p:childTnLst>
                              <p:par>
                                <p:cTn id="16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5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" dur="5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" grpId="0"/>
      <p:bldP spid="21" grpId="0"/>
    </p:bldLst>
  </p:timing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TextBox 12">
            <a:extLst>
              <a:ext uri="{FF2B5EF4-FFF2-40B4-BE49-F238E27FC236}">
                <a16:creationId xmlns:a16="http://schemas.microsoft.com/office/drawing/2014/main" id="{76F2EF80-B821-797E-C27E-F6CA6415C5FB}"/>
              </a:ext>
            </a:extLst>
          </p:cNvPr>
          <p:cNvSpPr txBox="1"/>
          <p:nvPr/>
        </p:nvSpPr>
        <p:spPr>
          <a:xfrm>
            <a:off x="3382874" y="1306054"/>
            <a:ext cx="542625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GB" sz="2400" dirty="0">
                <a:latin typeface="Bahnschrift" panose="020B0502040204020203" pitchFamily="34" charset="0"/>
                <a:cs typeface="Times New Roman" panose="02020603050405020304" pitchFamily="18" charset="0"/>
              </a:rPr>
              <a:t>organising your closet</a:t>
            </a:r>
            <a:endParaRPr lang="en-GB" sz="2400" dirty="0"/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BA04D08A-2660-C8A8-BB08-F5751852DBF6}"/>
              </a:ext>
            </a:extLst>
          </p:cNvPr>
          <p:cNvSpPr txBox="1"/>
          <p:nvPr/>
        </p:nvSpPr>
        <p:spPr>
          <a:xfrm>
            <a:off x="5259227" y="4454567"/>
            <a:ext cx="167354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GB" b="1" dirty="0">
                <a:solidFill>
                  <a:schemeClr val="accent6">
                    <a:lumMod val="50000"/>
                  </a:schemeClr>
                </a:solidFill>
                <a:latin typeface="Bahnschrift" panose="020B0502040204020203" pitchFamily="34" charset="0"/>
              </a:rPr>
              <a:t>Cluster</a:t>
            </a: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36A15612-2F73-3D85-7918-822604823741}"/>
              </a:ext>
            </a:extLst>
          </p:cNvPr>
          <p:cNvSpPr txBox="1"/>
          <p:nvPr/>
        </p:nvSpPr>
        <p:spPr>
          <a:xfrm>
            <a:off x="1432404" y="4454567"/>
            <a:ext cx="167354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GB" b="1" dirty="0">
                <a:solidFill>
                  <a:schemeClr val="accent6">
                    <a:lumMod val="50000"/>
                  </a:schemeClr>
                </a:solidFill>
                <a:latin typeface="Bahnschrift" panose="020B0502040204020203" pitchFamily="34" charset="0"/>
              </a:rPr>
              <a:t>Analyse</a:t>
            </a: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057C7884-9B9B-CD0D-25D1-07168EBDBAD0}"/>
              </a:ext>
            </a:extLst>
          </p:cNvPr>
          <p:cNvSpPr txBox="1"/>
          <p:nvPr/>
        </p:nvSpPr>
        <p:spPr>
          <a:xfrm>
            <a:off x="8852517" y="4454567"/>
            <a:ext cx="167354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GB" b="1" dirty="0">
                <a:solidFill>
                  <a:schemeClr val="accent6">
                    <a:lumMod val="50000"/>
                  </a:schemeClr>
                </a:solidFill>
                <a:latin typeface="Bahnschrift" panose="020B0502040204020203" pitchFamily="34" charset="0"/>
              </a:rPr>
              <a:t>Organise</a:t>
            </a:r>
          </a:p>
        </p:txBody>
      </p:sp>
      <p:cxnSp>
        <p:nvCxnSpPr>
          <p:cNvPr id="23" name="Straight Arrow Connector 22">
            <a:extLst>
              <a:ext uri="{FF2B5EF4-FFF2-40B4-BE49-F238E27FC236}">
                <a16:creationId xmlns:a16="http://schemas.microsoft.com/office/drawing/2014/main" id="{95DD4284-777E-2D84-F22B-386DED7E09B1}"/>
              </a:ext>
            </a:extLst>
          </p:cNvPr>
          <p:cNvCxnSpPr/>
          <p:nvPr/>
        </p:nvCxnSpPr>
        <p:spPr>
          <a:xfrm>
            <a:off x="3382874" y="3429000"/>
            <a:ext cx="1305906" cy="0"/>
          </a:xfrm>
          <a:prstGeom prst="straightConnector1">
            <a:avLst/>
          </a:prstGeom>
          <a:ln w="38100">
            <a:solidFill>
              <a:schemeClr val="accent6">
                <a:lumMod val="50000"/>
              </a:schemeClr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4" name="Straight Arrow Connector 23">
            <a:extLst>
              <a:ext uri="{FF2B5EF4-FFF2-40B4-BE49-F238E27FC236}">
                <a16:creationId xmlns:a16="http://schemas.microsoft.com/office/drawing/2014/main" id="{B2402E58-72E7-05D2-3057-4F0208563ED8}"/>
              </a:ext>
            </a:extLst>
          </p:cNvPr>
          <p:cNvCxnSpPr/>
          <p:nvPr/>
        </p:nvCxnSpPr>
        <p:spPr>
          <a:xfrm>
            <a:off x="7503218" y="3429000"/>
            <a:ext cx="1305906" cy="0"/>
          </a:xfrm>
          <a:prstGeom prst="straightConnector1">
            <a:avLst/>
          </a:prstGeom>
          <a:ln w="38100">
            <a:solidFill>
              <a:schemeClr val="accent6">
                <a:lumMod val="50000"/>
              </a:schemeClr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pic>
        <p:nvPicPr>
          <p:cNvPr id="3" name="Picture 2" descr="A black background with a black square">
            <a:extLst>
              <a:ext uri="{FF2B5EF4-FFF2-40B4-BE49-F238E27FC236}">
                <a16:creationId xmlns:a16="http://schemas.microsoft.com/office/drawing/2014/main" id="{95BE1A58-2DEB-B230-453D-C0DE50B35970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926335" y="2706937"/>
            <a:ext cx="1505014" cy="1505014"/>
          </a:xfrm>
          <a:prstGeom prst="rect">
            <a:avLst/>
          </a:prstGeom>
        </p:spPr>
      </p:pic>
      <p:pic>
        <p:nvPicPr>
          <p:cNvPr id="5" name="Picture 4" descr="A black background with a black square">
            <a:extLst>
              <a:ext uri="{FF2B5EF4-FFF2-40B4-BE49-F238E27FC236}">
                <a16:creationId xmlns:a16="http://schemas.microsoft.com/office/drawing/2014/main" id="{1602A546-4057-8E59-97EF-34B703AB837C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486225" y="2646050"/>
            <a:ext cx="1565900" cy="1565900"/>
          </a:xfrm>
          <a:prstGeom prst="rect">
            <a:avLst/>
          </a:prstGeom>
        </p:spPr>
      </p:pic>
      <p:pic>
        <p:nvPicPr>
          <p:cNvPr id="10" name="Graphic 9" descr="Sock outline">
            <a:extLst>
              <a:ext uri="{FF2B5EF4-FFF2-40B4-BE49-F238E27FC236}">
                <a16:creationId xmlns:a16="http://schemas.microsoft.com/office/drawing/2014/main" id="{47B5B850-160B-0ACC-38D0-55BA3FF8A0DF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5381830" y="3559583"/>
            <a:ext cx="413904" cy="413904"/>
          </a:xfrm>
          <a:prstGeom prst="rect">
            <a:avLst/>
          </a:prstGeom>
        </p:spPr>
      </p:pic>
      <p:pic>
        <p:nvPicPr>
          <p:cNvPr id="12" name="Graphic 11" descr="Long sleeve shirt outline">
            <a:extLst>
              <a:ext uri="{FF2B5EF4-FFF2-40B4-BE49-F238E27FC236}">
                <a16:creationId xmlns:a16="http://schemas.microsoft.com/office/drawing/2014/main" id="{E1E37EAB-8111-56D7-1EBB-501D08AFE74E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5249151" y="2669547"/>
            <a:ext cx="914400" cy="914400"/>
          </a:xfrm>
          <a:prstGeom prst="rect">
            <a:avLst/>
          </a:prstGeom>
        </p:spPr>
      </p:pic>
      <p:pic>
        <p:nvPicPr>
          <p:cNvPr id="18" name="Graphic 17" descr="Trousers outline">
            <a:extLst>
              <a:ext uri="{FF2B5EF4-FFF2-40B4-BE49-F238E27FC236}">
                <a16:creationId xmlns:a16="http://schemas.microsoft.com/office/drawing/2014/main" id="{84CF54BE-FCCD-0F4D-358F-0D12D9ADF242}"/>
              </a:ext>
            </a:extLst>
          </p:cNvPr>
          <p:cNvPicPr>
            <a:picLocks noChangeAspect="1"/>
          </p:cNvPicPr>
          <p:nvPr/>
        </p:nvPicPr>
        <p:blipFill>
          <a:blip r:embed="rId8">
            <a:extLst>
              <a:ext uri="{96DAC541-7B7A-43D3-8B79-37D633B846F1}">
                <asvg:svgBlip xmlns:asvg="http://schemas.microsoft.com/office/drawing/2016/SVG/main" r:embed="rId9"/>
              </a:ext>
            </a:extLst>
          </a:blip>
          <a:stretch>
            <a:fillRect/>
          </a:stretch>
        </p:blipFill>
        <p:spPr>
          <a:xfrm>
            <a:off x="6005029" y="3576267"/>
            <a:ext cx="751676" cy="751676"/>
          </a:xfrm>
          <a:prstGeom prst="rect">
            <a:avLst/>
          </a:prstGeom>
        </p:spPr>
      </p:pic>
      <p:pic>
        <p:nvPicPr>
          <p:cNvPr id="22" name="Graphic 21" descr="Sock outline">
            <a:extLst>
              <a:ext uri="{FF2B5EF4-FFF2-40B4-BE49-F238E27FC236}">
                <a16:creationId xmlns:a16="http://schemas.microsoft.com/office/drawing/2014/main" id="{031E9AAB-5852-AE5F-098D-8915D31F7B7B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5258653" y="3638094"/>
            <a:ext cx="413904" cy="413904"/>
          </a:xfrm>
          <a:prstGeom prst="rect">
            <a:avLst/>
          </a:prstGeom>
        </p:spPr>
      </p:pic>
      <p:pic>
        <p:nvPicPr>
          <p:cNvPr id="25" name="Graphic 24" descr="Sock outline">
            <a:extLst>
              <a:ext uri="{FF2B5EF4-FFF2-40B4-BE49-F238E27FC236}">
                <a16:creationId xmlns:a16="http://schemas.microsoft.com/office/drawing/2014/main" id="{15A61E25-7829-0914-2B45-C9453AAC5E8C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5150426" y="3711177"/>
            <a:ext cx="413904" cy="413904"/>
          </a:xfrm>
          <a:prstGeom prst="rect">
            <a:avLst/>
          </a:prstGeom>
        </p:spPr>
      </p:pic>
      <p:pic>
        <p:nvPicPr>
          <p:cNvPr id="26" name="Graphic 25" descr="Sock outline">
            <a:extLst>
              <a:ext uri="{FF2B5EF4-FFF2-40B4-BE49-F238E27FC236}">
                <a16:creationId xmlns:a16="http://schemas.microsoft.com/office/drawing/2014/main" id="{16311A13-BB18-B062-257B-F44B9F9DC941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5042199" y="3779968"/>
            <a:ext cx="413904" cy="413904"/>
          </a:xfrm>
          <a:prstGeom prst="rect">
            <a:avLst/>
          </a:prstGeom>
        </p:spPr>
      </p:pic>
      <p:pic>
        <p:nvPicPr>
          <p:cNvPr id="28" name="Graphic 27" descr="Trousers outline">
            <a:extLst>
              <a:ext uri="{FF2B5EF4-FFF2-40B4-BE49-F238E27FC236}">
                <a16:creationId xmlns:a16="http://schemas.microsoft.com/office/drawing/2014/main" id="{BB2A2A54-26F2-3DD7-C647-CE1025E1D842}"/>
              </a:ext>
            </a:extLst>
          </p:cNvPr>
          <p:cNvPicPr>
            <a:picLocks noChangeAspect="1"/>
          </p:cNvPicPr>
          <p:nvPr/>
        </p:nvPicPr>
        <p:blipFill>
          <a:blip r:embed="rId8">
            <a:extLst>
              <a:ext uri="{96DAC541-7B7A-43D3-8B79-37D633B846F1}">
                <asvg:svgBlip xmlns:asvg="http://schemas.microsoft.com/office/drawing/2016/SVG/main" r:embed="rId9"/>
              </a:ext>
            </a:extLst>
          </a:blip>
          <a:stretch>
            <a:fillRect/>
          </a:stretch>
        </p:blipFill>
        <p:spPr>
          <a:xfrm>
            <a:off x="5613392" y="3722717"/>
            <a:ext cx="751676" cy="751676"/>
          </a:xfrm>
          <a:prstGeom prst="rect">
            <a:avLst/>
          </a:prstGeom>
        </p:spPr>
      </p:pic>
      <p:pic>
        <p:nvPicPr>
          <p:cNvPr id="29" name="Graphic 28" descr="Trousers outline">
            <a:extLst>
              <a:ext uri="{FF2B5EF4-FFF2-40B4-BE49-F238E27FC236}">
                <a16:creationId xmlns:a16="http://schemas.microsoft.com/office/drawing/2014/main" id="{F47EF281-FC08-8775-9B2D-767F02BEA29A}"/>
              </a:ext>
            </a:extLst>
          </p:cNvPr>
          <p:cNvPicPr>
            <a:picLocks noChangeAspect="1"/>
          </p:cNvPicPr>
          <p:nvPr/>
        </p:nvPicPr>
        <p:blipFill>
          <a:blip r:embed="rId8">
            <a:extLst>
              <a:ext uri="{96DAC541-7B7A-43D3-8B79-37D633B846F1}">
                <asvg:svgBlip xmlns:asvg="http://schemas.microsoft.com/office/drawing/2016/SVG/main" r:embed="rId9"/>
              </a:ext>
            </a:extLst>
          </a:blip>
          <a:stretch>
            <a:fillRect/>
          </a:stretch>
        </p:blipFill>
        <p:spPr>
          <a:xfrm>
            <a:off x="6396268" y="3429000"/>
            <a:ext cx="751676" cy="751676"/>
          </a:xfrm>
          <a:prstGeom prst="rect">
            <a:avLst/>
          </a:prstGeom>
        </p:spPr>
      </p:pic>
      <p:pic>
        <p:nvPicPr>
          <p:cNvPr id="31" name="Graphic 30" descr="Long sleeve shirt outline">
            <a:extLst>
              <a:ext uri="{FF2B5EF4-FFF2-40B4-BE49-F238E27FC236}">
                <a16:creationId xmlns:a16="http://schemas.microsoft.com/office/drawing/2014/main" id="{72A788B4-A272-5780-A078-E7E2903E1881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5989230" y="2508716"/>
            <a:ext cx="914400" cy="914400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BFAF43AD-BB41-C84A-0E32-59CAA619D10C}"/>
              </a:ext>
            </a:extLst>
          </p:cNvPr>
          <p:cNvSpPr txBox="1">
            <a:spLocks/>
          </p:cNvSpPr>
          <p:nvPr/>
        </p:nvSpPr>
        <p:spPr>
          <a:xfrm>
            <a:off x="990600" y="517525"/>
            <a:ext cx="10515600" cy="1325563"/>
          </a:xfrm>
          <a:prstGeom prst="rect">
            <a:avLst/>
          </a:prstGeom>
        </p:spPr>
        <p:txBody>
          <a:bodyPr/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accent6">
                    <a:lumMod val="50000"/>
                  </a:schemeClr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lang="en-GB" dirty="0"/>
              <a:t>Unsupervised Learning</a:t>
            </a:r>
          </a:p>
        </p:txBody>
      </p:sp>
    </p:spTree>
    <p:extLst>
      <p:ext uri="{BB962C8B-B14F-4D97-AF65-F5344CB8AC3E}">
        <p14:creationId xmlns:p14="http://schemas.microsoft.com/office/powerpoint/2010/main" val="1251687650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spd="slow">
        <p159:morph option="byObject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5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5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5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6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" dur="5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9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1" dur="5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4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5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5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5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3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5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8" dur="5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" grpId="0"/>
      <p:bldP spid="21" grpId="0"/>
    </p:bldLst>
  </p:timing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620401823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F8956D7-618E-5686-DD96-C1DEFAD8BA5C}"/>
              </a:ext>
            </a:extLst>
          </p:cNvPr>
          <p:cNvSpPr txBox="1">
            <a:spLocks/>
          </p:cNvSpPr>
          <p:nvPr/>
        </p:nvSpPr>
        <p:spPr>
          <a:xfrm>
            <a:off x="838200" y="365126"/>
            <a:ext cx="10515600" cy="700436"/>
          </a:xfrm>
          <a:prstGeom prst="rect">
            <a:avLst/>
          </a:prstGeom>
        </p:spPr>
        <p:txBody>
          <a:bodyPr/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accent6">
                    <a:lumMod val="50000"/>
                  </a:schemeClr>
                </a:solidFill>
                <a:latin typeface="+mj-lt"/>
                <a:ea typeface="+mj-ea"/>
                <a:cs typeface="+mj-cs"/>
              </a:defRPr>
            </a:lvl1pPr>
          </a:lstStyle>
          <a:p>
            <a:pPr marL="0" marR="0" lvl="0" indent="0" algn="ctr" defTabSz="914400" rtl="0" eaLnBrk="1" fontAlgn="auto" latinLnBrk="0" hangingPunct="1">
              <a:lnSpc>
                <a:spcPct val="9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4400" b="0" i="0" u="none" strike="noStrike" kern="1200" cap="none" spc="0" normalizeH="0" baseline="0" noProof="0" dirty="0">
                <a:ln>
                  <a:noFill/>
                </a:ln>
                <a:solidFill>
                  <a:srgbClr val="4EA72E">
                    <a:lumMod val="50000"/>
                  </a:srgbClr>
                </a:solidFill>
                <a:effectLst/>
                <a:uLnTx/>
                <a:uFillTx/>
                <a:latin typeface="Consolas" panose="020B0609020204030204"/>
                <a:ea typeface="+mj-ea"/>
                <a:cs typeface="+mj-cs"/>
              </a:rPr>
              <a:t>Resource Hub</a:t>
            </a:r>
          </a:p>
        </p:txBody>
      </p:sp>
      <p:pic>
        <p:nvPicPr>
          <p:cNvPr id="3" name="Picture 2" descr="A qr code with a few black squares">
            <a:extLst>
              <a:ext uri="{FF2B5EF4-FFF2-40B4-BE49-F238E27FC236}">
                <a16:creationId xmlns:a16="http://schemas.microsoft.com/office/drawing/2014/main" id="{606A90EB-7FE6-B85B-1F3F-FF71D3E00D38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732561" y="1475136"/>
            <a:ext cx="4726877" cy="4726877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2667298995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theme/theme1.xml><?xml version="1.0" encoding="utf-8"?>
<a:theme xmlns:a="http://schemas.openxmlformats.org/drawingml/2006/main" name="MA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Consolas-Verdana">
      <a:majorFont>
        <a:latin typeface="Consolas" panose="020B0609020204030204"/>
        <a:ea typeface=""/>
        <a:cs typeface=""/>
        <a:font script="Jpan" typeface="HG丸ｺﾞｼｯｸM-PRO"/>
        <a:font script="Hang" typeface="HY중고딕"/>
        <a:font script="Hans" typeface="华文楷体"/>
        <a:font script="Hant" typeface="新細明體"/>
        <a:font script="Arab" typeface="Tahoma"/>
        <a:font script="Hebr" typeface="Levenim MT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Verdana" panose="020B0604030504040204"/>
        <a:ea typeface=""/>
        <a:cs typeface=""/>
        <a:font script="Jpan" typeface="ＭＳ ゴシック"/>
        <a:font script="Hang" typeface="굴림"/>
        <a:font script="Hans" typeface="微软雅黑"/>
        <a:font script="Hant" typeface="微軟正黑體"/>
        <a:font script="Arab" typeface="Tahoma"/>
        <a:font script="Hebr" typeface="Tahoma"/>
        <a:font script="Thai" typeface="Frees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Verdana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MA" id="{DD52D3C7-22D8-46F1-9CBF-9B4182E5791E}" vid="{02FF40C6-0289-4C7B-843B-AEF2E3CD0B77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ct:contentTypeSchema xmlns:ct="http://schemas.microsoft.com/office/2006/metadata/contentType" xmlns:ma="http://schemas.microsoft.com/office/2006/metadata/properties/metaAttributes" ct:_="" ma:_="" ma:contentTypeName="Dokument" ma:contentTypeID="0x0101005B253459A1E422469C8D7F1ADF1CD7BB" ma:contentTypeVersion="18" ma:contentTypeDescription="Ein neues Dokument erstellen." ma:contentTypeScope="" ma:versionID="f6df8f96d2f6ecba27adbb414ad8ce07">
  <xsd:schema xmlns:xsd="http://www.w3.org/2001/XMLSchema" xmlns:xs="http://www.w3.org/2001/XMLSchema" xmlns:p="http://schemas.microsoft.com/office/2006/metadata/properties" xmlns:ns3="b87f2f2b-4dbc-45cd-97a3-4818aa9395f7" xmlns:ns4="b79d572c-1446-45d3-a8dd-2fd591970d34" targetNamespace="http://schemas.microsoft.com/office/2006/metadata/properties" ma:root="true" ma:fieldsID="11f48239de33e1d3c1fdab2dfb91daea" ns3:_="" ns4:_="">
    <xsd:import namespace="b87f2f2b-4dbc-45cd-97a3-4818aa9395f7"/>
    <xsd:import namespace="b79d572c-1446-45d3-a8dd-2fd591970d34"/>
    <xsd:element name="properties">
      <xsd:complexType>
        <xsd:sequence>
          <xsd:element name="documentManagement">
            <xsd:complexType>
              <xsd:all>
                <xsd:element ref="ns3:SharedWithUsers" minOccurs="0"/>
                <xsd:element ref="ns3:SharedWithDetails" minOccurs="0"/>
                <xsd:element ref="ns3:SharingHintHash" minOccurs="0"/>
                <xsd:element ref="ns4:MediaServiceMetadata" minOccurs="0"/>
                <xsd:element ref="ns4:MediaServiceFastMetadata" minOccurs="0"/>
                <xsd:element ref="ns4:MediaServiceDateTaken" minOccurs="0"/>
                <xsd:element ref="ns4:MediaServiceAutoKeyPoints" minOccurs="0"/>
                <xsd:element ref="ns4:MediaServiceKeyPoints" minOccurs="0"/>
                <xsd:element ref="ns4:MediaLengthInSeconds" minOccurs="0"/>
                <xsd:element ref="ns4:MediaServiceAutoTags" minOccurs="0"/>
                <xsd:element ref="ns4:MediaServiceLocation" minOccurs="0"/>
                <xsd:element ref="ns4:MediaServiceGenerationTime" minOccurs="0"/>
                <xsd:element ref="ns4:MediaServiceEventHashCode" minOccurs="0"/>
                <xsd:element ref="ns4:_activity" minOccurs="0"/>
                <xsd:element ref="ns4:MediaServiceOCR" minOccurs="0"/>
                <xsd:element ref="ns4:MediaServiceObjectDetectorVersions" minOccurs="0"/>
                <xsd:element ref="ns4:MediaServiceSearchProperties" minOccurs="0"/>
                <xsd:element ref="ns4:MediaServiceSystemTag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b87f2f2b-4dbc-45cd-97a3-4818aa9395f7" elementFormDefault="qualified">
    <xsd:import namespace="http://schemas.microsoft.com/office/2006/documentManagement/types"/>
    <xsd:import namespace="http://schemas.microsoft.com/office/infopath/2007/PartnerControls"/>
    <xsd:element name="SharedWithUsers" ma:index="8" nillable="true" ma:displayName="Freigegeben für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9" nillable="true" ma:displayName="Freigegeben für - Details" ma:internalName="SharedWithDetails" ma:readOnly="true">
      <xsd:simpleType>
        <xsd:restriction base="dms:Note">
          <xsd:maxLength value="255"/>
        </xsd:restriction>
      </xsd:simpleType>
    </xsd:element>
    <xsd:element name="SharingHintHash" ma:index="10" nillable="true" ma:displayName="Freigabehinweishash" ma:hidden="true" ma:internalName="SharingHintHash" ma:readOnly="true">
      <xsd:simpleType>
        <xsd:restriction base="dms:Text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b79d572c-1446-45d3-a8dd-2fd591970d34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11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12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DateTaken" ma:index="13" nillable="true" ma:displayName="MediaServiceDateTaken" ma:hidden="true" ma:internalName="MediaServiceDateTaken" ma:readOnly="true">
      <xsd:simpleType>
        <xsd:restriction base="dms:Text"/>
      </xsd:simpleType>
    </xsd:element>
    <xsd:element name="MediaServiceAutoKeyPoints" ma:index="14" nillable="true" ma:displayName="MediaServiceAutoKeyPoints" ma:hidden="true" ma:internalName="MediaServiceAutoKeyPoints" ma:readOnly="true">
      <xsd:simpleType>
        <xsd:restriction base="dms:Note"/>
      </xsd:simpleType>
    </xsd:element>
    <xsd:element name="MediaServiceKeyPoints" ma:index="15" nillable="true" ma:displayName="KeyPoints" ma:internalName="MediaServiceKeyPoints" ma:readOnly="true">
      <xsd:simpleType>
        <xsd:restriction base="dms:Note">
          <xsd:maxLength value="255"/>
        </xsd:restriction>
      </xsd:simpleType>
    </xsd:element>
    <xsd:element name="MediaLengthInSeconds" ma:index="16" nillable="true" ma:displayName="MediaLengthInSeconds" ma:hidden="true" ma:internalName="MediaLengthInSeconds" ma:readOnly="true">
      <xsd:simpleType>
        <xsd:restriction base="dms:Unknown"/>
      </xsd:simpleType>
    </xsd:element>
    <xsd:element name="MediaServiceAutoTags" ma:index="17" nillable="true" ma:displayName="Tags" ma:internalName="MediaServiceAutoTags" ma:readOnly="true">
      <xsd:simpleType>
        <xsd:restriction base="dms:Text"/>
      </xsd:simpleType>
    </xsd:element>
    <xsd:element name="MediaServiceLocation" ma:index="18" nillable="true" ma:displayName="Location" ma:internalName="MediaServiceLocation" ma:readOnly="true">
      <xsd:simpleType>
        <xsd:restriction base="dms:Text"/>
      </xsd:simpleType>
    </xsd:element>
    <xsd:element name="MediaServiceGenerationTime" ma:index="19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20" nillable="true" ma:displayName="MediaServiceEventHashCode" ma:hidden="true" ma:internalName="MediaServiceEventHashCode" ma:readOnly="true">
      <xsd:simpleType>
        <xsd:restriction base="dms:Text"/>
      </xsd:simpleType>
    </xsd:element>
    <xsd:element name="_activity" ma:index="21" nillable="true" ma:displayName="_activity" ma:hidden="true" ma:internalName="_activity">
      <xsd:simpleType>
        <xsd:restriction base="dms:Note"/>
      </xsd:simpleType>
    </xsd:element>
    <xsd:element name="MediaServiceOCR" ma:index="22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  <xsd:element name="MediaServiceObjectDetectorVersions" ma:index="23" nillable="true" ma:displayName="MediaServiceObjectDetectorVersions" ma:hidden="true" ma:indexed="true" ma:internalName="MediaServiceObjectDetectorVersions" ma:readOnly="true">
      <xsd:simpleType>
        <xsd:restriction base="dms:Text"/>
      </xsd:simpleType>
    </xsd:element>
    <xsd:element name="MediaServiceSearchProperties" ma:index="24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ServiceSystemTags" ma:index="25" nillable="true" ma:displayName="MediaServiceSystemTags" ma:hidden="true" ma:internalName="MediaServiceSystemTags" ma:readOnly="true">
      <xsd:simpleType>
        <xsd:restriction base="dms:Note"/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Inhaltstyp"/>
        <xsd:element ref="dc:title" minOccurs="0" maxOccurs="1" ma:index="4" ma:displayName="Titel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2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_activity xmlns="b79d572c-1446-45d3-a8dd-2fd591970d34" xsi:nil="true"/>
  </documentManagement>
</p:properties>
</file>

<file path=customXml/item3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Props1.xml><?xml version="1.0" encoding="utf-8"?>
<ds:datastoreItem xmlns:ds="http://schemas.openxmlformats.org/officeDocument/2006/customXml" ds:itemID="{7FACC798-0102-4528-A467-76CD6122F0DF}">
  <ds:schemaRefs>
    <ds:schemaRef ds:uri="http://schemas.microsoft.com/office/2006/metadata/contentType"/>
    <ds:schemaRef ds:uri="http://schemas.microsoft.com/office/2006/metadata/properties/metaAttributes"/>
    <ds:schemaRef ds:uri="http://www.w3.org/2000/xmlns/"/>
    <ds:schemaRef ds:uri="http://www.w3.org/2001/XMLSchema"/>
    <ds:schemaRef ds:uri="b87f2f2b-4dbc-45cd-97a3-4818aa9395f7"/>
    <ds:schemaRef ds:uri="b79d572c-1446-45d3-a8dd-2fd591970d34"/>
    <ds:schemaRef ds:uri="http://schemas.microsoft.com/office/2006/metadata/properties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customXml/itemProps2.xml><?xml version="1.0" encoding="utf-8"?>
<ds:datastoreItem xmlns:ds="http://schemas.openxmlformats.org/officeDocument/2006/customXml" ds:itemID="{F384A924-0938-462F-85F9-220A06FED690}">
  <ds:schemaRefs>
    <ds:schemaRef ds:uri="http://schemas.microsoft.com/office/2006/metadata/properties"/>
    <ds:schemaRef ds:uri="http://www.w3.org/2000/xmlns/"/>
    <ds:schemaRef ds:uri="b79d572c-1446-45d3-a8dd-2fd591970d34"/>
    <ds:schemaRef ds:uri="http://www.w3.org/2001/XMLSchema-instance"/>
    <ds:schemaRef ds:uri="http://schemas.microsoft.com/office/infopath/2007/PartnerControls"/>
  </ds:schemaRefs>
</ds:datastoreItem>
</file>

<file path=customXml/itemProps3.xml><?xml version="1.0" encoding="utf-8"?>
<ds:datastoreItem xmlns:ds="http://schemas.openxmlformats.org/officeDocument/2006/customXml" ds:itemID="{5CC9AFBF-3873-4C67-BDD7-9C45B0A77309}">
  <ds:schemaRefs>
    <ds:schemaRef ds:uri="http://schemas.microsoft.com/sharepoint/v3/contenttype/forms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emplate>MA</Template>
  <TotalTime>0</TotalTime>
  <Words>1896</Words>
  <Application>Microsoft Office PowerPoint</Application>
  <PresentationFormat>Widescreen</PresentationFormat>
  <Paragraphs>951</Paragraphs>
  <Slides>46</Slides>
  <Notes>0</Notes>
  <HiddenSlides>0</HiddenSlides>
  <MMClips>1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46</vt:i4>
      </vt:variant>
    </vt:vector>
  </HeadingPairs>
  <TitlesOfParts>
    <vt:vector size="53" baseType="lpstr">
      <vt:lpstr>Aptos</vt:lpstr>
      <vt:lpstr>Arial</vt:lpstr>
      <vt:lpstr>Bahnschrift</vt:lpstr>
      <vt:lpstr>Cambria Math</vt:lpstr>
      <vt:lpstr>Consolas</vt:lpstr>
      <vt:lpstr>Verdana</vt:lpstr>
      <vt:lpstr>MA</vt:lpstr>
      <vt:lpstr>Basics of Machine Learning</vt:lpstr>
      <vt:lpstr>PowerPoint Presentation</vt:lpstr>
      <vt:lpstr>Algorithms</vt:lpstr>
      <vt:lpstr>PowerPoint Presentation</vt:lpstr>
      <vt:lpstr>PowerPoint Presentation</vt:lpstr>
      <vt:lpstr>PowerPoint Presentation</vt:lpstr>
      <vt:lpstr>All Good Things Come In Threes</vt:lpstr>
      <vt:lpstr>Collatz Conjecture</vt:lpstr>
      <vt:lpstr>Collatz Conjecture</vt:lpstr>
      <vt:lpstr>Collatz Conjecture</vt:lpstr>
      <vt:lpstr>PowerPoint Presentation</vt:lpstr>
      <vt:lpstr>PowerPoint Presentation</vt:lpstr>
      <vt:lpstr>Data Utilisation</vt:lpstr>
      <vt:lpstr>What is Data?</vt:lpstr>
      <vt:lpstr>Types of data</vt:lpstr>
      <vt:lpstr>Types of data</vt:lpstr>
      <vt:lpstr>Types of data</vt:lpstr>
      <vt:lpstr>Data Preprocessing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Use of Data for ML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What is Machine Learning?</dc:title>
  <dc:creator>Mattia Erné</dc:creator>
  <cp:lastModifiedBy>Mattia Erné</cp:lastModifiedBy>
  <cp:revision>7</cp:revision>
  <dcterms:created xsi:type="dcterms:W3CDTF">2024-07-07T19:51:48Z</dcterms:created>
  <dcterms:modified xsi:type="dcterms:W3CDTF">2025-02-03T07:51:21Z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0x0101005B253459A1E422469C8D7F1ADF1CD7BB</vt:lpwstr>
  </property>
</Properties>
</file>
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5"/>
  </p:notesMasterIdLst>
  <p:sldIdLst>
    <p:sldId id="304" r:id="rId5"/>
    <p:sldId id="434" r:id="rId6"/>
    <p:sldId id="306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4" r:id="rId23"/>
    <p:sldId id="345" r:id="rId24"/>
    <p:sldId id="343" r:id="rId25"/>
    <p:sldId id="346" r:id="rId26"/>
    <p:sldId id="347" r:id="rId27"/>
    <p:sldId id="348" r:id="rId28"/>
    <p:sldId id="352" r:id="rId29"/>
    <p:sldId id="351" r:id="rId30"/>
    <p:sldId id="355" r:id="rId31"/>
    <p:sldId id="356" r:id="rId32"/>
    <p:sldId id="354" r:id="rId33"/>
    <p:sldId id="358" r:id="rId34"/>
    <p:sldId id="353" r:id="rId35"/>
    <p:sldId id="350" r:id="rId36"/>
    <p:sldId id="280" r:id="rId37"/>
    <p:sldId id="288" r:id="rId38"/>
    <p:sldId id="259" r:id="rId39"/>
    <p:sldId id="283" r:id="rId40"/>
    <p:sldId id="284" r:id="rId41"/>
    <p:sldId id="286" r:id="rId42"/>
    <p:sldId id="299" r:id="rId43"/>
    <p:sldId id="296" r:id="rId44"/>
    <p:sldId id="297" r:id="rId45"/>
    <p:sldId id="298" r:id="rId46"/>
    <p:sldId id="301" r:id="rId47"/>
    <p:sldId id="300" r:id="rId48"/>
    <p:sldId id="302" r:id="rId49"/>
    <p:sldId id="287" r:id="rId50"/>
    <p:sldId id="308" r:id="rId51"/>
    <p:sldId id="309" r:id="rId52"/>
    <p:sldId id="310" r:id="rId53"/>
    <p:sldId id="311" r:id="rId54"/>
    <p:sldId id="303" r:id="rId55"/>
    <p:sldId id="263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60" r:id="rId73"/>
    <p:sldId id="433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AF33D2-CB91-4161-AEEE-3E04C65FD73F}" v="1541" dt="2025-02-03T07:50:29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a Erné" userId="ad84ee6f-0a28-4445-b06f-f3738604603d" providerId="ADAL" clId="{1BB4DD47-6069-1E49-AF69-7E78E24D7A62}"/>
    <pc:docChg chg="modSld">
      <pc:chgData name="Mattia Erné" userId="ad84ee6f-0a28-4445-b06f-f3738604603d" providerId="ADAL" clId="{1BB4DD47-6069-1E49-AF69-7E78E24D7A62}" dt="2024-12-11T11:50:52.871" v="1" actId="20577"/>
      <pc:docMkLst>
        <pc:docMk/>
      </pc:docMkLst>
      <pc:sldChg chg="modSp">
        <pc:chgData name="Mattia Erné" userId="ad84ee6f-0a28-4445-b06f-f3738604603d" providerId="ADAL" clId="{1BB4DD47-6069-1E49-AF69-7E78E24D7A62}" dt="2024-12-11T11:50:52.871" v="1" actId="20577"/>
        <pc:sldMkLst>
          <pc:docMk/>
          <pc:sldMk cId="3931628191" sldId="280"/>
        </pc:sldMkLst>
        <pc:spChg chg="mod">
          <ac:chgData name="Mattia Erné" userId="ad84ee6f-0a28-4445-b06f-f3738604603d" providerId="ADAL" clId="{1BB4DD47-6069-1E49-AF69-7E78E24D7A62}" dt="2024-12-11T11:50:52.871" v="1" actId="20577"/>
          <ac:spMkLst>
            <pc:docMk/>
            <pc:sldMk cId="3931628191" sldId="280"/>
            <ac:spMk id="2" creationId="{1F6DCCB0-C8CA-B149-1616-DADC60F28B35}"/>
          </ac:spMkLst>
        </pc:spChg>
      </pc:sldChg>
    </pc:docChg>
  </pc:docChgLst>
  <pc:docChgLst>
    <pc:chgData name="Mattia Erné" userId="ad84ee6f-0a28-4445-b06f-f3738604603d" providerId="ADAL" clId="{63AE13E6-3E2E-EE4E-B03A-7027D4CEE973}"/>
    <pc:docChg chg="undo custSel modSld">
      <pc:chgData name="Mattia Erné" userId="ad84ee6f-0a28-4445-b06f-f3738604603d" providerId="ADAL" clId="{63AE13E6-3E2E-EE4E-B03A-7027D4CEE973}" dt="2024-11-20T07:25:53.449" v="9" actId="14100"/>
      <pc:docMkLst>
        <pc:docMk/>
      </pc:docMkLst>
      <pc:sldChg chg="modSp">
        <pc:chgData name="Mattia Erné" userId="ad84ee6f-0a28-4445-b06f-f3738604603d" providerId="ADAL" clId="{63AE13E6-3E2E-EE4E-B03A-7027D4CEE973}" dt="2024-11-20T07:25:53.449" v="9" actId="14100"/>
        <pc:sldMkLst>
          <pc:docMk/>
          <pc:sldMk cId="2445485068" sldId="306"/>
        </pc:sldMkLst>
        <pc:spChg chg="mod">
          <ac:chgData name="Mattia Erné" userId="ad84ee6f-0a28-4445-b06f-f3738604603d" providerId="ADAL" clId="{63AE13E6-3E2E-EE4E-B03A-7027D4CEE973}" dt="2024-11-20T07:25:53.449" v="9" actId="14100"/>
          <ac:spMkLst>
            <pc:docMk/>
            <pc:sldMk cId="2445485068" sldId="306"/>
            <ac:spMk id="13" creationId="{54686477-46F6-3541-2D2F-71AABA5ACDF9}"/>
          </ac:spMkLst>
        </pc:spChg>
        <pc:cxnChg chg="mod">
          <ac:chgData name="Mattia Erné" userId="ad84ee6f-0a28-4445-b06f-f3738604603d" providerId="ADAL" clId="{63AE13E6-3E2E-EE4E-B03A-7027D4CEE973}" dt="2024-11-20T07:25:53.449" v="9" actId="14100"/>
          <ac:cxnSpMkLst>
            <pc:docMk/>
            <pc:sldMk cId="2445485068" sldId="306"/>
            <ac:cxnSpMk id="12" creationId="{FE5CDE73-6419-C4C0-FE1D-570F550107BA}"/>
          </ac:cxnSpMkLst>
        </pc:cxnChg>
      </pc:sldChg>
      <pc:sldChg chg="modSp">
        <pc:chgData name="Mattia Erné" userId="ad84ee6f-0a28-4445-b06f-f3738604603d" providerId="ADAL" clId="{63AE13E6-3E2E-EE4E-B03A-7027D4CEE973}" dt="2024-11-20T07:22:26.893" v="7" actId="20577"/>
        <pc:sldMkLst>
          <pc:docMk/>
          <pc:sldMk cId="1182661322" sldId="314"/>
        </pc:sldMkLst>
        <pc:spChg chg="mod">
          <ac:chgData name="Mattia Erné" userId="ad84ee6f-0a28-4445-b06f-f3738604603d" providerId="ADAL" clId="{63AE13E6-3E2E-EE4E-B03A-7027D4CEE973}" dt="2024-11-20T07:22:26.893" v="7" actId="20577"/>
          <ac:spMkLst>
            <pc:docMk/>
            <pc:sldMk cId="1182661322" sldId="314"/>
            <ac:spMk id="18" creationId="{1C1CD2A4-86A4-8A58-9C80-AC5A3F237B23}"/>
          </ac:spMkLst>
        </pc:spChg>
      </pc:sldChg>
    </pc:docChg>
  </pc:docChgLst>
  <pc:docChgLst>
    <pc:chgData name="Mattia Erné" userId="ad84ee6f-0a28-4445-b06f-f3738604603d" providerId="ADAL" clId="{9C47D5A4-0624-3246-AAA3-4DF4A624F6E7}"/>
    <pc:docChg chg="addSld modSld">
      <pc:chgData name="Mattia Erné" userId="ad84ee6f-0a28-4445-b06f-f3738604603d" providerId="ADAL" clId="{9C47D5A4-0624-3246-AAA3-4DF4A624F6E7}" dt="2024-11-20T09:14:13.186" v="2" actId="22"/>
      <pc:docMkLst>
        <pc:docMk/>
      </pc:docMkLst>
      <pc:sldChg chg="add">
        <pc:chgData name="Mattia Erné" userId="ad84ee6f-0a28-4445-b06f-f3738604603d" providerId="ADAL" clId="{9C47D5A4-0624-3246-AAA3-4DF4A624F6E7}" dt="2024-11-20T09:14:13.186" v="2" actId="22"/>
        <pc:sldMkLst>
          <pc:docMk/>
          <pc:sldMk cId="1262321515" sldId="276"/>
        </pc:sldMkLst>
      </pc:sldChg>
      <pc:sldChg chg="modSp">
        <pc:chgData name="Mattia Erné" userId="ad84ee6f-0a28-4445-b06f-f3738604603d" providerId="ADAL" clId="{9C47D5A4-0624-3246-AAA3-4DF4A624F6E7}" dt="2024-11-20T09:11:28.577" v="1" actId="14100"/>
        <pc:sldMkLst>
          <pc:docMk/>
          <pc:sldMk cId="2445485068" sldId="306"/>
        </pc:sldMkLst>
        <pc:spChg chg="mod">
          <ac:chgData name="Mattia Erné" userId="ad84ee6f-0a28-4445-b06f-f3738604603d" providerId="ADAL" clId="{9C47D5A4-0624-3246-AAA3-4DF4A624F6E7}" dt="2024-11-20T09:11:21.658" v="0" actId="14100"/>
          <ac:spMkLst>
            <pc:docMk/>
            <pc:sldMk cId="2445485068" sldId="306"/>
            <ac:spMk id="13" creationId="{54686477-46F6-3541-2D2F-71AABA5ACDF9}"/>
          </ac:spMkLst>
        </pc:spChg>
        <pc:spChg chg="mod">
          <ac:chgData name="Mattia Erné" userId="ad84ee6f-0a28-4445-b06f-f3738604603d" providerId="ADAL" clId="{9C47D5A4-0624-3246-AAA3-4DF4A624F6E7}" dt="2024-11-20T09:11:28.577" v="1" actId="14100"/>
          <ac:spMkLst>
            <pc:docMk/>
            <pc:sldMk cId="2445485068" sldId="306"/>
            <ac:spMk id="19" creationId="{83547792-5111-C540-4136-0635535D8715}"/>
          </ac:spMkLst>
        </pc:spChg>
        <pc:cxnChg chg="mod">
          <ac:chgData name="Mattia Erné" userId="ad84ee6f-0a28-4445-b06f-f3738604603d" providerId="ADAL" clId="{9C47D5A4-0624-3246-AAA3-4DF4A624F6E7}" dt="2024-11-20T09:11:21.658" v="0" actId="14100"/>
          <ac:cxnSpMkLst>
            <pc:docMk/>
            <pc:sldMk cId="2445485068" sldId="306"/>
            <ac:cxnSpMk id="12" creationId="{FE5CDE73-6419-C4C0-FE1D-570F550107BA}"/>
          </ac:cxnSpMkLst>
        </pc:cxnChg>
        <pc:cxnChg chg="mod">
          <ac:chgData name="Mattia Erné" userId="ad84ee6f-0a28-4445-b06f-f3738604603d" providerId="ADAL" clId="{9C47D5A4-0624-3246-AAA3-4DF4A624F6E7}" dt="2024-11-20T09:11:28.577" v="1" actId="14100"/>
          <ac:cxnSpMkLst>
            <pc:docMk/>
            <pc:sldMk cId="2445485068" sldId="306"/>
            <ac:cxnSpMk id="21" creationId="{16D1CC12-0F79-66F9-A89B-2DA6E304B822}"/>
          </ac:cxnSpMkLst>
        </pc:cxnChg>
      </pc:sldChg>
    </pc:docChg>
  </pc:docChgLst>
  <pc:docChgLst>
    <pc:chgData name="Mattia Erné" userId="ad84ee6f-0a28-4445-b06f-f3738604603d" providerId="ADAL" clId="{0EAF33D2-CB91-4161-AEEE-3E04C65FD73F}"/>
    <pc:docChg chg="undo redo custSel addSld delSld modSld sldOrd modMainMaster">
      <pc:chgData name="Mattia Erné" userId="ad84ee6f-0a28-4445-b06f-f3738604603d" providerId="ADAL" clId="{0EAF33D2-CB91-4161-AEEE-3E04C65FD73F}" dt="2025-02-03T07:50:29.246" v="13481" actId="20577"/>
      <pc:docMkLst>
        <pc:docMk/>
      </pc:docMkLst>
      <pc:sldChg chg="addSp delSp modSp del mod chgLayout">
        <pc:chgData name="Mattia Erné" userId="ad84ee6f-0a28-4445-b06f-f3738604603d" providerId="ADAL" clId="{0EAF33D2-CB91-4161-AEEE-3E04C65FD73F}" dt="2024-11-05T18:39:32.328" v="53" actId="2696"/>
        <pc:sldMkLst>
          <pc:docMk/>
          <pc:sldMk cId="2670050306" sldId="256"/>
        </pc:sldMkLst>
      </pc:sldChg>
      <pc:sldChg chg="modSp new del mod">
        <pc:chgData name="Mattia Erné" userId="ad84ee6f-0a28-4445-b06f-f3738604603d" providerId="ADAL" clId="{0EAF33D2-CB91-4161-AEEE-3E04C65FD73F}" dt="2024-07-28T14:41:36.798" v="12" actId="2696"/>
        <pc:sldMkLst>
          <pc:docMk/>
          <pc:sldMk cId="2964550564" sldId="257"/>
        </pc:sldMkLst>
      </pc:sldChg>
      <pc:sldChg chg="new del">
        <pc:chgData name="Mattia Erné" userId="ad84ee6f-0a28-4445-b06f-f3738604603d" providerId="ADAL" clId="{0EAF33D2-CB91-4161-AEEE-3E04C65FD73F}" dt="2024-11-05T18:39:32.328" v="53" actId="2696"/>
        <pc:sldMkLst>
          <pc:docMk/>
          <pc:sldMk cId="3502358421" sldId="257"/>
        </pc:sldMkLst>
      </pc:sldChg>
      <pc:sldChg chg="modSp new del mod">
        <pc:chgData name="Mattia Erné" userId="ad84ee6f-0a28-4445-b06f-f3738604603d" providerId="ADAL" clId="{0EAF33D2-CB91-4161-AEEE-3E04C65FD73F}" dt="2024-11-05T18:39:32.328" v="53" actId="2696"/>
        <pc:sldMkLst>
          <pc:docMk/>
          <pc:sldMk cId="640504268" sldId="258"/>
        </pc:sldMkLst>
      </pc:sldChg>
      <pc:sldChg chg="new del">
        <pc:chgData name="Mattia Erné" userId="ad84ee6f-0a28-4445-b06f-f3738604603d" providerId="ADAL" clId="{0EAF33D2-CB91-4161-AEEE-3E04C65FD73F}" dt="2024-11-05T18:39:32.328" v="53" actId="2696"/>
        <pc:sldMkLst>
          <pc:docMk/>
          <pc:sldMk cId="1666601658" sldId="259"/>
        </pc:sldMkLst>
      </pc:sldChg>
      <pc:sldChg chg="modSp mod modTransition">
        <pc:chgData name="Mattia Erné" userId="ad84ee6f-0a28-4445-b06f-f3738604603d" providerId="ADAL" clId="{0EAF33D2-CB91-4161-AEEE-3E04C65FD73F}" dt="2024-12-29T13:51:29.210" v="13271" actId="20577"/>
        <pc:sldMkLst>
          <pc:docMk/>
          <pc:sldMk cId="1810405547" sldId="259"/>
        </pc:sldMkLst>
        <pc:spChg chg="mod">
          <ac:chgData name="Mattia Erné" userId="ad84ee6f-0a28-4445-b06f-f3738604603d" providerId="ADAL" clId="{0EAF33D2-CB91-4161-AEEE-3E04C65FD73F}" dt="2024-12-29T13:51:29.210" v="13271" actId="20577"/>
          <ac:spMkLst>
            <pc:docMk/>
            <pc:sldMk cId="1810405547" sldId="259"/>
            <ac:spMk id="2" creationId="{9E557C51-3D0F-2B42-41EC-49ABE9D2739C}"/>
          </ac:spMkLst>
        </pc:spChg>
      </pc:sldChg>
      <pc:sldChg chg="new del">
        <pc:chgData name="Mattia Erné" userId="ad84ee6f-0a28-4445-b06f-f3738604603d" providerId="ADAL" clId="{0EAF33D2-CB91-4161-AEEE-3E04C65FD73F}" dt="2024-07-28T14:43:47.509" v="50" actId="2696"/>
        <pc:sldMkLst>
          <pc:docMk/>
          <pc:sldMk cId="2845405241" sldId="259"/>
        </pc:sldMkLst>
      </pc:sldChg>
      <pc:sldChg chg="del">
        <pc:chgData name="Mattia Erné" userId="ad84ee6f-0a28-4445-b06f-f3738604603d" providerId="ADAL" clId="{0EAF33D2-CB91-4161-AEEE-3E04C65FD73F}" dt="2024-11-05T19:57:08.391" v="1119" actId="2696"/>
        <pc:sldMkLst>
          <pc:docMk/>
          <pc:sldMk cId="2785438913" sldId="260"/>
        </pc:sldMkLst>
      </pc:sldChg>
      <pc:sldChg chg="addSp modSp mod modTransition modAnim">
        <pc:chgData name="Mattia Erné" userId="ad84ee6f-0a28-4445-b06f-f3738604603d" providerId="ADAL" clId="{0EAF33D2-CB91-4161-AEEE-3E04C65FD73F}" dt="2024-12-29T13:52:02.791" v="13282" actId="20577"/>
        <pc:sldMkLst>
          <pc:docMk/>
          <pc:sldMk cId="719903775" sldId="263"/>
        </pc:sldMkLst>
        <pc:spChg chg="add mod">
          <ac:chgData name="Mattia Erné" userId="ad84ee6f-0a28-4445-b06f-f3738604603d" providerId="ADAL" clId="{0EAF33D2-CB91-4161-AEEE-3E04C65FD73F}" dt="2024-12-29T13:52:02.791" v="13282" actId="20577"/>
          <ac:spMkLst>
            <pc:docMk/>
            <pc:sldMk cId="719903775" sldId="263"/>
            <ac:spMk id="2" creationId="{5C3C620A-57A6-8D62-4B64-F8DA16B47046}"/>
          </ac:spMkLst>
        </pc:spChg>
        <pc:spChg chg="add mod">
          <ac:chgData name="Mattia Erné" userId="ad84ee6f-0a28-4445-b06f-f3738604603d" providerId="ADAL" clId="{0EAF33D2-CB91-4161-AEEE-3E04C65FD73F}" dt="2024-12-23T16:12:05.604" v="11542" actId="20577"/>
          <ac:spMkLst>
            <pc:docMk/>
            <pc:sldMk cId="719903775" sldId="263"/>
            <ac:spMk id="3" creationId="{8C85E34D-9CBF-7FE4-9546-D0788A25B599}"/>
          </ac:spMkLst>
        </pc:spChg>
      </pc:sldChg>
      <pc:sldChg chg="modSp del mod modTransition">
        <pc:chgData name="Mattia Erné" userId="ad84ee6f-0a28-4445-b06f-f3738604603d" providerId="ADAL" clId="{0EAF33D2-CB91-4161-AEEE-3E04C65FD73F}" dt="2025-01-02T18:35:55.983" v="13470" actId="47"/>
        <pc:sldMkLst>
          <pc:docMk/>
          <pc:sldMk cId="1262321515" sldId="276"/>
        </pc:sldMkLst>
      </pc:sldChg>
      <pc:sldChg chg="delSp del mod">
        <pc:chgData name="Mattia Erné" userId="ad84ee6f-0a28-4445-b06f-f3738604603d" providerId="ADAL" clId="{0EAF33D2-CB91-4161-AEEE-3E04C65FD73F}" dt="2024-11-25T20:25:14.609" v="4956" actId="2696"/>
        <pc:sldMkLst>
          <pc:docMk/>
          <pc:sldMk cId="1841902303" sldId="277"/>
        </pc:sldMkLst>
      </pc:sldChg>
      <pc:sldChg chg="modTransition">
        <pc:chgData name="Mattia Erné" userId="ad84ee6f-0a28-4445-b06f-f3738604603d" providerId="ADAL" clId="{0EAF33D2-CB91-4161-AEEE-3E04C65FD73F}" dt="2024-12-27T20:48:15.481" v="13267"/>
        <pc:sldMkLst>
          <pc:docMk/>
          <pc:sldMk cId="3931628191" sldId="280"/>
        </pc:sldMkLst>
      </pc:sldChg>
      <pc:sldChg chg="modSp mod modTransition">
        <pc:chgData name="Mattia Erné" userId="ad84ee6f-0a28-4445-b06f-f3738604603d" providerId="ADAL" clId="{0EAF33D2-CB91-4161-AEEE-3E04C65FD73F}" dt="2024-12-29T13:51:30.948" v="13272" actId="20577"/>
        <pc:sldMkLst>
          <pc:docMk/>
          <pc:sldMk cId="1895381838" sldId="283"/>
        </pc:sldMkLst>
        <pc:spChg chg="mod">
          <ac:chgData name="Mattia Erné" userId="ad84ee6f-0a28-4445-b06f-f3738604603d" providerId="ADAL" clId="{0EAF33D2-CB91-4161-AEEE-3E04C65FD73F}" dt="2024-12-29T13:51:30.948" v="13272" actId="20577"/>
          <ac:spMkLst>
            <pc:docMk/>
            <pc:sldMk cId="1895381838" sldId="283"/>
            <ac:spMk id="2" creationId="{9E557C51-3D0F-2B42-41EC-49ABE9D2739C}"/>
          </ac:spMkLst>
        </pc:spChg>
      </pc:sldChg>
      <pc:sldChg chg="modSp mod modTransition">
        <pc:chgData name="Mattia Erné" userId="ad84ee6f-0a28-4445-b06f-f3738604603d" providerId="ADAL" clId="{0EAF33D2-CB91-4161-AEEE-3E04C65FD73F}" dt="2024-12-29T13:51:32.853" v="13273" actId="20577"/>
        <pc:sldMkLst>
          <pc:docMk/>
          <pc:sldMk cId="2848668187" sldId="284"/>
        </pc:sldMkLst>
        <pc:spChg chg="mod">
          <ac:chgData name="Mattia Erné" userId="ad84ee6f-0a28-4445-b06f-f3738604603d" providerId="ADAL" clId="{0EAF33D2-CB91-4161-AEEE-3E04C65FD73F}" dt="2024-12-29T13:51:32.853" v="13273" actId="20577"/>
          <ac:spMkLst>
            <pc:docMk/>
            <pc:sldMk cId="2848668187" sldId="284"/>
            <ac:spMk id="2" creationId="{9E557C51-3D0F-2B42-41EC-49ABE9D2739C}"/>
          </ac:spMkLst>
        </pc:spChg>
      </pc:sldChg>
      <pc:sldChg chg="modSp mod modTransition">
        <pc:chgData name="Mattia Erné" userId="ad84ee6f-0a28-4445-b06f-f3738604603d" providerId="ADAL" clId="{0EAF33D2-CB91-4161-AEEE-3E04C65FD73F}" dt="2024-12-29T13:51:34.876" v="13274" actId="20577"/>
        <pc:sldMkLst>
          <pc:docMk/>
          <pc:sldMk cId="1318096279" sldId="286"/>
        </pc:sldMkLst>
        <pc:spChg chg="mod">
          <ac:chgData name="Mattia Erné" userId="ad84ee6f-0a28-4445-b06f-f3738604603d" providerId="ADAL" clId="{0EAF33D2-CB91-4161-AEEE-3E04C65FD73F}" dt="2024-12-29T13:51:34.876" v="13274" actId="20577"/>
          <ac:spMkLst>
            <pc:docMk/>
            <pc:sldMk cId="1318096279" sldId="286"/>
            <ac:spMk id="2" creationId="{9E557C51-3D0F-2B42-41EC-49ABE9D2739C}"/>
          </ac:spMkLst>
        </pc:spChg>
      </pc:sldChg>
      <pc:sldChg chg="addSp delSp modSp mod modTransition modAnim">
        <pc:chgData name="Mattia Erné" userId="ad84ee6f-0a28-4445-b06f-f3738604603d" providerId="ADAL" clId="{0EAF33D2-CB91-4161-AEEE-3E04C65FD73F}" dt="2024-12-27T20:48:15.481" v="13267"/>
        <pc:sldMkLst>
          <pc:docMk/>
          <pc:sldMk cId="1027772276" sldId="287"/>
        </pc:sldMkLst>
        <pc:spChg chg="mod">
          <ac:chgData name="Mattia Erné" userId="ad84ee6f-0a28-4445-b06f-f3738604603d" providerId="ADAL" clId="{0EAF33D2-CB91-4161-AEEE-3E04C65FD73F}" dt="2024-12-14T13:55:17.755" v="7845" actId="20577"/>
          <ac:spMkLst>
            <pc:docMk/>
            <pc:sldMk cId="1027772276" sldId="287"/>
            <ac:spMk id="2" creationId="{7DB7103C-DA86-8384-E005-5456D87004DF}"/>
          </ac:spMkLst>
        </pc:spChg>
        <pc:spChg chg="add mod">
          <ac:chgData name="Mattia Erné" userId="ad84ee6f-0a28-4445-b06f-f3738604603d" providerId="ADAL" clId="{0EAF33D2-CB91-4161-AEEE-3E04C65FD73F}" dt="2024-11-19T15:58:10.849" v="1771" actId="1076"/>
          <ac:spMkLst>
            <pc:docMk/>
            <pc:sldMk cId="1027772276" sldId="287"/>
            <ac:spMk id="4" creationId="{FFB13D1D-7314-0D6E-1F08-010C1649D704}"/>
          </ac:spMkLst>
        </pc:spChg>
      </pc:sldChg>
      <pc:sldChg chg="modSp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640272239" sldId="288"/>
        </pc:sldMkLst>
        <pc:spChg chg="mod">
          <ac:chgData name="Mattia Erné" userId="ad84ee6f-0a28-4445-b06f-f3738604603d" providerId="ADAL" clId="{0EAF33D2-CB91-4161-AEEE-3E04C65FD73F}" dt="2024-12-14T13:52:50.112" v="7813" actId="20577"/>
          <ac:spMkLst>
            <pc:docMk/>
            <pc:sldMk cId="640272239" sldId="288"/>
            <ac:spMk id="2" creationId="{7A465D30-D040-9840-8F17-AD5016C670EE}"/>
          </ac:spMkLst>
        </pc:spChg>
      </pc:sldChg>
      <pc:sldChg chg="addSp modSp mod modTransition">
        <pc:chgData name="Mattia Erné" userId="ad84ee6f-0a28-4445-b06f-f3738604603d" providerId="ADAL" clId="{0EAF33D2-CB91-4161-AEEE-3E04C65FD73F}" dt="2024-12-29T13:51:38.006" v="13275" actId="20577"/>
        <pc:sldMkLst>
          <pc:docMk/>
          <pc:sldMk cId="2822532089" sldId="296"/>
        </pc:sldMkLst>
        <pc:spChg chg="mod">
          <ac:chgData name="Mattia Erné" userId="ad84ee6f-0a28-4445-b06f-f3738604603d" providerId="ADAL" clId="{0EAF33D2-CB91-4161-AEEE-3E04C65FD73F}" dt="2024-12-29T13:51:38.006" v="13275" actId="20577"/>
          <ac:spMkLst>
            <pc:docMk/>
            <pc:sldMk cId="2822532089" sldId="296"/>
            <ac:spMk id="2" creationId="{9E557C51-3D0F-2B42-41EC-49ABE9D2739C}"/>
          </ac:spMkLst>
        </pc:spChg>
        <pc:spChg chg="mod">
          <ac:chgData name="Mattia Erné" userId="ad84ee6f-0a28-4445-b06f-f3738604603d" providerId="ADAL" clId="{0EAF33D2-CB91-4161-AEEE-3E04C65FD73F}" dt="2024-12-14T13:54:10.767" v="7831" actId="403"/>
          <ac:spMkLst>
            <pc:docMk/>
            <pc:sldMk cId="2822532089" sldId="296"/>
            <ac:spMk id="3" creationId="{781AFF0F-5915-613D-7328-846CD7B96D23}"/>
          </ac:spMkLst>
        </pc:spChg>
        <pc:spChg chg="mod">
          <ac:chgData name="Mattia Erné" userId="ad84ee6f-0a28-4445-b06f-f3738604603d" providerId="ADAL" clId="{0EAF33D2-CB91-4161-AEEE-3E04C65FD73F}" dt="2024-12-14T13:53:55.664" v="7828" actId="1076"/>
          <ac:spMkLst>
            <pc:docMk/>
            <pc:sldMk cId="2822532089" sldId="296"/>
            <ac:spMk id="6" creationId="{26C12AA2-1652-8B84-A647-CB814A2C83F0}"/>
          </ac:spMkLst>
        </pc:spChg>
        <pc:cxnChg chg="mod">
          <ac:chgData name="Mattia Erné" userId="ad84ee6f-0a28-4445-b06f-f3738604603d" providerId="ADAL" clId="{0EAF33D2-CB91-4161-AEEE-3E04C65FD73F}" dt="2024-12-14T13:53:55.664" v="7828" actId="1076"/>
          <ac:cxnSpMkLst>
            <pc:docMk/>
            <pc:sldMk cId="2822532089" sldId="296"/>
            <ac:cxnSpMk id="11" creationId="{CA54538D-A6CE-D454-F612-1334D34A223F}"/>
          </ac:cxnSpMkLst>
        </pc:cxnChg>
        <pc:cxnChg chg="mod">
          <ac:chgData name="Mattia Erné" userId="ad84ee6f-0a28-4445-b06f-f3738604603d" providerId="ADAL" clId="{0EAF33D2-CB91-4161-AEEE-3E04C65FD73F}" dt="2024-12-14T13:53:55.664" v="7828" actId="1076"/>
          <ac:cxnSpMkLst>
            <pc:docMk/>
            <pc:sldMk cId="2822532089" sldId="296"/>
            <ac:cxnSpMk id="23" creationId="{B3B00BAD-3495-879E-90EB-5947DA1D59DC}"/>
          </ac:cxnSpMkLst>
        </pc:cxnChg>
        <pc:cxnChg chg="mod">
          <ac:chgData name="Mattia Erné" userId="ad84ee6f-0a28-4445-b06f-f3738604603d" providerId="ADAL" clId="{0EAF33D2-CB91-4161-AEEE-3E04C65FD73F}" dt="2024-12-14T13:53:55.664" v="7828" actId="1076"/>
          <ac:cxnSpMkLst>
            <pc:docMk/>
            <pc:sldMk cId="2822532089" sldId="296"/>
            <ac:cxnSpMk id="26" creationId="{4C5D48FC-5BA4-6C2A-4DEA-2FD2323E6188}"/>
          </ac:cxnSpMkLst>
        </pc:cxnChg>
      </pc:sldChg>
      <pc:sldChg chg="modSp mod modTransition">
        <pc:chgData name="Mattia Erné" userId="ad84ee6f-0a28-4445-b06f-f3738604603d" providerId="ADAL" clId="{0EAF33D2-CB91-4161-AEEE-3E04C65FD73F}" dt="2024-12-29T13:51:40.447" v="13276" actId="20577"/>
        <pc:sldMkLst>
          <pc:docMk/>
          <pc:sldMk cId="957500516" sldId="297"/>
        </pc:sldMkLst>
        <pc:spChg chg="mod">
          <ac:chgData name="Mattia Erné" userId="ad84ee6f-0a28-4445-b06f-f3738604603d" providerId="ADAL" clId="{0EAF33D2-CB91-4161-AEEE-3E04C65FD73F}" dt="2024-12-29T13:51:40.447" v="13276" actId="20577"/>
          <ac:spMkLst>
            <pc:docMk/>
            <pc:sldMk cId="957500516" sldId="297"/>
            <ac:spMk id="2" creationId="{9E557C51-3D0F-2B42-41EC-49ABE9D2739C}"/>
          </ac:spMkLst>
        </pc:spChg>
      </pc:sldChg>
      <pc:sldChg chg="modSp mod modTransition">
        <pc:chgData name="Mattia Erné" userId="ad84ee6f-0a28-4445-b06f-f3738604603d" providerId="ADAL" clId="{0EAF33D2-CB91-4161-AEEE-3E04C65FD73F}" dt="2024-12-29T13:51:42.545" v="13277" actId="20577"/>
        <pc:sldMkLst>
          <pc:docMk/>
          <pc:sldMk cId="1916067016" sldId="298"/>
        </pc:sldMkLst>
        <pc:spChg chg="mod">
          <ac:chgData name="Mattia Erné" userId="ad84ee6f-0a28-4445-b06f-f3738604603d" providerId="ADAL" clId="{0EAF33D2-CB91-4161-AEEE-3E04C65FD73F}" dt="2024-12-29T13:51:42.545" v="13277" actId="20577"/>
          <ac:spMkLst>
            <pc:docMk/>
            <pc:sldMk cId="1916067016" sldId="298"/>
            <ac:spMk id="2" creationId="{9E557C51-3D0F-2B42-41EC-49ABE9D2739C}"/>
          </ac:spMkLst>
        </pc:spChg>
      </pc:sldChg>
      <pc:sldChg chg="modSp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2959497448" sldId="299"/>
        </pc:sldMkLst>
        <pc:spChg chg="mod">
          <ac:chgData name="Mattia Erné" userId="ad84ee6f-0a28-4445-b06f-f3738604603d" providerId="ADAL" clId="{0EAF33D2-CB91-4161-AEEE-3E04C65FD73F}" dt="2024-12-23T16:10:57.697" v="11532" actId="20577"/>
          <ac:spMkLst>
            <pc:docMk/>
            <pc:sldMk cId="2959497448" sldId="299"/>
            <ac:spMk id="2" creationId="{7A465D30-D040-9840-8F17-AD5016C670EE}"/>
          </ac:spMkLst>
        </pc:spChg>
      </pc:sldChg>
      <pc:sldChg chg="modSp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773487204" sldId="300"/>
        </pc:sldMkLst>
        <pc:graphicFrameChg chg="modGraphic">
          <ac:chgData name="Mattia Erné" userId="ad84ee6f-0a28-4445-b06f-f3738604603d" providerId="ADAL" clId="{0EAF33D2-CB91-4161-AEEE-3E04C65FD73F}" dt="2024-11-05T19:26:47.305" v="895" actId="20577"/>
          <ac:graphicFrameMkLst>
            <pc:docMk/>
            <pc:sldMk cId="773487204" sldId="300"/>
            <ac:graphicFrameMk id="3" creationId="{D22173D8-E6D9-0CF5-CBCE-22C6C00BE31C}"/>
          </ac:graphicFrameMkLst>
        </pc:graphicFrameChg>
      </pc:sldChg>
      <pc:sldChg chg="modSp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3882696482" sldId="301"/>
        </pc:sldMkLst>
        <pc:spChg chg="mod">
          <ac:chgData name="Mattia Erné" userId="ad84ee6f-0a28-4445-b06f-f3738604603d" providerId="ADAL" clId="{0EAF33D2-CB91-4161-AEEE-3E04C65FD73F}" dt="2024-12-23T16:11:12.407" v="11536" actId="20577"/>
          <ac:spMkLst>
            <pc:docMk/>
            <pc:sldMk cId="3882696482" sldId="301"/>
            <ac:spMk id="2" creationId="{7A465D30-D040-9840-8F17-AD5016C670EE}"/>
          </ac:spMkLst>
        </pc:spChg>
      </pc:sldChg>
      <pc:sldChg chg="addSp delSp modSp mod modTransition modAnim">
        <pc:chgData name="Mattia Erné" userId="ad84ee6f-0a28-4445-b06f-f3738604603d" providerId="ADAL" clId="{0EAF33D2-CB91-4161-AEEE-3E04C65FD73F}" dt="2024-12-27T20:48:15.481" v="13267"/>
        <pc:sldMkLst>
          <pc:docMk/>
          <pc:sldMk cId="2562173985" sldId="302"/>
        </pc:sldMkLst>
        <pc:spChg chg="add mod">
          <ac:chgData name="Mattia Erné" userId="ad84ee6f-0a28-4445-b06f-f3738604603d" providerId="ADAL" clId="{0EAF33D2-CB91-4161-AEEE-3E04C65FD73F}" dt="2024-11-05T19:52:17.048" v="1095" actId="207"/>
          <ac:spMkLst>
            <pc:docMk/>
            <pc:sldMk cId="2562173985" sldId="302"/>
            <ac:spMk id="9" creationId="{375D12C1-4B22-C3F0-B939-9C28FACB0B0C}"/>
          </ac:spMkLst>
        </pc:spChg>
        <pc:spChg chg="add mod">
          <ac:chgData name="Mattia Erné" userId="ad84ee6f-0a28-4445-b06f-f3738604603d" providerId="ADAL" clId="{0EAF33D2-CB91-4161-AEEE-3E04C65FD73F}" dt="2024-11-05T19:51:54.873" v="1094" actId="1076"/>
          <ac:spMkLst>
            <pc:docMk/>
            <pc:sldMk cId="2562173985" sldId="302"/>
            <ac:spMk id="10" creationId="{2B313469-FE91-FCE3-5127-B52A6D8F522C}"/>
          </ac:spMkLst>
        </pc:spChg>
        <pc:spChg chg="add mod">
          <ac:chgData name="Mattia Erné" userId="ad84ee6f-0a28-4445-b06f-f3738604603d" providerId="ADAL" clId="{0EAF33D2-CB91-4161-AEEE-3E04C65FD73F}" dt="2024-12-23T16:11:20.782" v="11538" actId="20577"/>
          <ac:spMkLst>
            <pc:docMk/>
            <pc:sldMk cId="2562173985" sldId="302"/>
            <ac:spMk id="13" creationId="{580AB4F6-CF56-62EB-2577-A879FFFC77BF}"/>
          </ac:spMkLst>
        </pc:spChg>
        <pc:graphicFrameChg chg="add mod">
          <ac:chgData name="Mattia Erné" userId="ad84ee6f-0a28-4445-b06f-f3738604603d" providerId="ADAL" clId="{0EAF33D2-CB91-4161-AEEE-3E04C65FD73F}" dt="2024-11-05T19:49:03.230" v="1062" actId="207"/>
          <ac:graphicFrameMkLst>
            <pc:docMk/>
            <pc:sldMk cId="2562173985" sldId="302"/>
            <ac:graphicFrameMk id="8" creationId="{1383A776-1A56-7252-B358-8E08FB697D28}"/>
          </ac:graphicFrameMkLst>
        </pc:graphicFrameChg>
        <pc:cxnChg chg="add mod">
          <ac:chgData name="Mattia Erné" userId="ad84ee6f-0a28-4445-b06f-f3738604603d" providerId="ADAL" clId="{0EAF33D2-CB91-4161-AEEE-3E04C65FD73F}" dt="2024-11-20T18:52:10.479" v="3733" actId="1076"/>
          <ac:cxnSpMkLst>
            <pc:docMk/>
            <pc:sldMk cId="2562173985" sldId="302"/>
            <ac:cxnSpMk id="4" creationId="{39B49A6C-12DD-629E-8FB7-5C57E5F93532}"/>
          </ac:cxnSpMkLst>
        </pc:cxnChg>
        <pc:cxnChg chg="add mod">
          <ac:chgData name="Mattia Erné" userId="ad84ee6f-0a28-4445-b06f-f3738604603d" providerId="ADAL" clId="{0EAF33D2-CB91-4161-AEEE-3E04C65FD73F}" dt="2024-11-20T18:52:49.639" v="3734" actId="1076"/>
          <ac:cxnSpMkLst>
            <pc:docMk/>
            <pc:sldMk cId="2562173985" sldId="302"/>
            <ac:cxnSpMk id="6" creationId="{7F0D2C64-862E-FC4F-2E9A-097A46F03C26}"/>
          </ac:cxnSpMkLst>
        </pc:cxnChg>
      </pc:sldChg>
      <pc:sldChg chg="addSp delSp modSp mod modTransition modAnim">
        <pc:chgData name="Mattia Erné" userId="ad84ee6f-0a28-4445-b06f-f3738604603d" providerId="ADAL" clId="{0EAF33D2-CB91-4161-AEEE-3E04C65FD73F}" dt="2024-12-29T13:51:59.217" v="13281" actId="20577"/>
        <pc:sldMkLst>
          <pc:docMk/>
          <pc:sldMk cId="616552344" sldId="303"/>
        </pc:sldMkLst>
        <pc:spChg chg="add mod">
          <ac:chgData name="Mattia Erné" userId="ad84ee6f-0a28-4445-b06f-f3738604603d" providerId="ADAL" clId="{0EAF33D2-CB91-4161-AEEE-3E04C65FD73F}" dt="2024-11-19T17:05:21.866" v="2354" actId="164"/>
          <ac:spMkLst>
            <pc:docMk/>
            <pc:sldMk cId="616552344" sldId="303"/>
            <ac:spMk id="2" creationId="{5896BB43-C28E-A161-7ABB-6D71FE2160D0}"/>
          </ac:spMkLst>
        </pc:spChg>
        <pc:spChg chg="add mod">
          <ac:chgData name="Mattia Erné" userId="ad84ee6f-0a28-4445-b06f-f3738604603d" providerId="ADAL" clId="{0EAF33D2-CB91-4161-AEEE-3E04C65FD73F}" dt="2024-11-20T20:53:39.533" v="4427"/>
          <ac:spMkLst>
            <pc:docMk/>
            <pc:sldMk cId="616552344" sldId="303"/>
            <ac:spMk id="13" creationId="{E2D37D41-C2D9-FCE6-F26E-6701DFFD1A21}"/>
          </ac:spMkLst>
        </pc:spChg>
        <pc:spChg chg="add mod">
          <ac:chgData name="Mattia Erné" userId="ad84ee6f-0a28-4445-b06f-f3738604603d" providerId="ADAL" clId="{0EAF33D2-CB91-4161-AEEE-3E04C65FD73F}" dt="2024-11-20T20:53:56.899" v="4431"/>
          <ac:spMkLst>
            <pc:docMk/>
            <pc:sldMk cId="616552344" sldId="303"/>
            <ac:spMk id="14" creationId="{3B7B5AA3-A227-EB45-473A-BF65DF420E0F}"/>
          </ac:spMkLst>
        </pc:spChg>
        <pc:spChg chg="add mod">
          <ac:chgData name="Mattia Erné" userId="ad84ee6f-0a28-4445-b06f-f3738604603d" providerId="ADAL" clId="{0EAF33D2-CB91-4161-AEEE-3E04C65FD73F}" dt="2024-11-19T17:05:08.514" v="2352" actId="164"/>
          <ac:spMkLst>
            <pc:docMk/>
            <pc:sldMk cId="616552344" sldId="303"/>
            <ac:spMk id="15" creationId="{A0F706B4-AD60-6CFC-2C7E-3012A3FE4AD2}"/>
          </ac:spMkLst>
        </pc:spChg>
        <pc:spChg chg="add mod">
          <ac:chgData name="Mattia Erné" userId="ad84ee6f-0a28-4445-b06f-f3738604603d" providerId="ADAL" clId="{0EAF33D2-CB91-4161-AEEE-3E04C65FD73F}" dt="2024-12-29T13:51:59.217" v="13281" actId="20577"/>
          <ac:spMkLst>
            <pc:docMk/>
            <pc:sldMk cId="616552344" sldId="303"/>
            <ac:spMk id="30" creationId="{D85D2005-B9F2-D66B-50B8-58C37D5C4728}"/>
          </ac:spMkLst>
        </pc:spChg>
        <pc:spChg chg="add mod">
          <ac:chgData name="Mattia Erné" userId="ad84ee6f-0a28-4445-b06f-f3738604603d" providerId="ADAL" clId="{0EAF33D2-CB91-4161-AEEE-3E04C65FD73F}" dt="2024-12-18T15:19:41.853" v="11366" actId="1076"/>
          <ac:spMkLst>
            <pc:docMk/>
            <pc:sldMk cId="616552344" sldId="303"/>
            <ac:spMk id="31" creationId="{05D27244-DE88-6DCD-2D01-C2947B5B8EEB}"/>
          </ac:spMkLst>
        </pc:spChg>
        <pc:spChg chg="add mod">
          <ac:chgData name="Mattia Erné" userId="ad84ee6f-0a28-4445-b06f-f3738604603d" providerId="ADAL" clId="{0EAF33D2-CB91-4161-AEEE-3E04C65FD73F}" dt="2024-12-18T15:19:57.871" v="11367" actId="1076"/>
          <ac:spMkLst>
            <pc:docMk/>
            <pc:sldMk cId="616552344" sldId="303"/>
            <ac:spMk id="37" creationId="{4ACF58FA-DE3D-71AE-4366-795FDD423E57}"/>
          </ac:spMkLst>
        </pc:spChg>
        <pc:spChg chg="add mod">
          <ac:chgData name="Mattia Erné" userId="ad84ee6f-0a28-4445-b06f-f3738604603d" providerId="ADAL" clId="{0EAF33D2-CB91-4161-AEEE-3E04C65FD73F}" dt="2024-12-18T15:19:41.853" v="11366" actId="1076"/>
          <ac:spMkLst>
            <pc:docMk/>
            <pc:sldMk cId="616552344" sldId="303"/>
            <ac:spMk id="38" creationId="{C66F84BA-B872-E51B-9371-F7B94BEB99D3}"/>
          </ac:spMkLst>
        </pc:spChg>
        <pc:spChg chg="add mod">
          <ac:chgData name="Mattia Erné" userId="ad84ee6f-0a28-4445-b06f-f3738604603d" providerId="ADAL" clId="{0EAF33D2-CB91-4161-AEEE-3E04C65FD73F}" dt="2024-12-18T15:19:57.871" v="11367" actId="1076"/>
          <ac:spMkLst>
            <pc:docMk/>
            <pc:sldMk cId="616552344" sldId="303"/>
            <ac:spMk id="39" creationId="{8E0E618D-788A-4CEA-E0F1-D120DCD59F74}"/>
          </ac:spMkLst>
        </pc:spChg>
        <pc:grpChg chg="add mod">
          <ac:chgData name="Mattia Erné" userId="ad84ee6f-0a28-4445-b06f-f3738604603d" providerId="ADAL" clId="{0EAF33D2-CB91-4161-AEEE-3E04C65FD73F}" dt="2024-11-19T17:05:40.616" v="2358" actId="1076"/>
          <ac:grpSpMkLst>
            <pc:docMk/>
            <pc:sldMk cId="616552344" sldId="303"/>
            <ac:grpSpMk id="28" creationId="{F2B91D5B-A260-43E6-6CEA-E319F4C3E815}"/>
          </ac:grpSpMkLst>
        </pc:grpChg>
        <pc:grpChg chg="add mod">
          <ac:chgData name="Mattia Erné" userId="ad84ee6f-0a28-4445-b06f-f3738604603d" providerId="ADAL" clId="{0EAF33D2-CB91-4161-AEEE-3E04C65FD73F}" dt="2024-11-19T17:06:19.580" v="2360" actId="1076"/>
          <ac:grpSpMkLst>
            <pc:docMk/>
            <pc:sldMk cId="616552344" sldId="303"/>
            <ac:grpSpMk id="29" creationId="{211522B8-AFDA-59A4-568D-95442E6F4BE0}"/>
          </ac:grpSpMkLst>
        </pc:grp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3" creationId="{6C22C209-8242-CAED-E021-708425701A0F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4" creationId="{50B00133-4FAA-9C41-5551-B36EBCA14AB8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5" creationId="{42887204-ECC2-4BB8-1F07-37CD98765BDE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6" creationId="{B5A337DA-4E24-F0B9-4217-D00827D99156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7" creationId="{CCA5C2A5-0280-6DF2-5C7F-9B4126C8C657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8" creationId="{606C8E52-E89E-0856-BCFB-4DDD5583854A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9" creationId="{B3F8C433-05EA-D7CF-2F7D-687B4650C1D0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10" creationId="{E44BDB8A-FA3F-A1FD-4FBE-89FC91799D4A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11" creationId="{673CE8BB-58C9-A853-9366-A83ACB45E1A1}"/>
          </ac:picMkLst>
        </pc:picChg>
        <pc:picChg chg="add mod">
          <ac:chgData name="Mattia Erné" userId="ad84ee6f-0a28-4445-b06f-f3738604603d" providerId="ADAL" clId="{0EAF33D2-CB91-4161-AEEE-3E04C65FD73F}" dt="2024-11-19T17:05:21.866" v="2354" actId="164"/>
          <ac:picMkLst>
            <pc:docMk/>
            <pc:sldMk cId="616552344" sldId="303"/>
            <ac:picMk id="12" creationId="{0B3C8BE4-3A9A-5D08-2EA6-F3B6EAF26069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16" creationId="{D724AB46-891A-1C6F-1C42-1155334B1EC0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17" creationId="{213EE7DC-13B7-E6F6-D804-351542BF7F29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18" creationId="{575B518C-CF1F-DC62-E04A-F7E3406AD22C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19" creationId="{579A1466-BBE2-8378-46B6-64D13A3A9088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20" creationId="{07D55631-9F0D-2304-0C17-6183E1473092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21" creationId="{0621B1E5-1E3E-EDB5-28F1-88B24538055D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22" creationId="{271313D9-7DED-A78A-C631-E6CCBFE8CD5C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23" creationId="{77A939DB-5D8E-B444-7186-0E70576FC1DB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24" creationId="{392B3711-4A7B-458C-6FF9-B14CCD8C1CD4}"/>
          </ac:picMkLst>
        </pc:picChg>
        <pc:picChg chg="add mod">
          <ac:chgData name="Mattia Erné" userId="ad84ee6f-0a28-4445-b06f-f3738604603d" providerId="ADAL" clId="{0EAF33D2-CB91-4161-AEEE-3E04C65FD73F}" dt="2024-11-19T17:05:08.514" v="2352" actId="164"/>
          <ac:picMkLst>
            <pc:docMk/>
            <pc:sldMk cId="616552344" sldId="303"/>
            <ac:picMk id="25" creationId="{9C54CE49-2017-7319-6475-9D8569E742FA}"/>
          </ac:picMkLst>
        </pc:picChg>
        <pc:cxnChg chg="add mod">
          <ac:chgData name="Mattia Erné" userId="ad84ee6f-0a28-4445-b06f-f3738604603d" providerId="ADAL" clId="{0EAF33D2-CB91-4161-AEEE-3E04C65FD73F}" dt="2024-12-18T15:20:34.735" v="11368"/>
          <ac:cxnSpMkLst>
            <pc:docMk/>
            <pc:sldMk cId="616552344" sldId="303"/>
            <ac:cxnSpMk id="35" creationId="{4BD59A17-6FFD-ED10-5C3C-FC57D7426F16}"/>
          </ac:cxnSpMkLst>
        </pc:cxnChg>
      </pc:sldChg>
      <pc:sldChg chg="modSp add mod ord modTransition">
        <pc:chgData name="Mattia Erné" userId="ad84ee6f-0a28-4445-b06f-f3738604603d" providerId="ADAL" clId="{0EAF33D2-CB91-4161-AEEE-3E04C65FD73F}" dt="2024-12-27T20:48:15.481" v="13267"/>
        <pc:sldMkLst>
          <pc:docMk/>
          <pc:sldMk cId="2912407259" sldId="304"/>
        </pc:sldMkLst>
        <pc:spChg chg="mod">
          <ac:chgData name="Mattia Erné" userId="ad84ee6f-0a28-4445-b06f-f3738604603d" providerId="ADAL" clId="{0EAF33D2-CB91-4161-AEEE-3E04C65FD73F}" dt="2024-11-05T18:41:36.761" v="93" actId="1076"/>
          <ac:spMkLst>
            <pc:docMk/>
            <pc:sldMk cId="2912407259" sldId="304"/>
            <ac:spMk id="2" creationId="{FADDBC8E-FFF0-3E6E-8094-B0159CC733FA}"/>
          </ac:spMkLst>
        </pc:spChg>
        <pc:spChg chg="mod">
          <ac:chgData name="Mattia Erné" userId="ad84ee6f-0a28-4445-b06f-f3738604603d" providerId="ADAL" clId="{0EAF33D2-CB91-4161-AEEE-3E04C65FD73F}" dt="2024-11-05T18:41:21.173" v="92" actId="20577"/>
          <ac:spMkLst>
            <pc:docMk/>
            <pc:sldMk cId="2912407259" sldId="304"/>
            <ac:spMk id="3" creationId="{25D821A8-A10A-973E-E939-50D32C44F048}"/>
          </ac:spMkLst>
        </pc:spChg>
      </pc:sldChg>
      <pc:sldChg chg="modSp add del mod ord">
        <pc:chgData name="Mattia Erné" userId="ad84ee6f-0a28-4445-b06f-f3738604603d" providerId="ADAL" clId="{0EAF33D2-CB91-4161-AEEE-3E04C65FD73F}" dt="2024-12-08T20:51:30.907" v="6315" actId="47"/>
        <pc:sldMkLst>
          <pc:docMk/>
          <pc:sldMk cId="2819125401" sldId="305"/>
        </pc:sldMkLst>
      </pc:sldChg>
      <pc:sldChg chg="add del">
        <pc:chgData name="Mattia Erné" userId="ad84ee6f-0a28-4445-b06f-f3738604603d" providerId="ADAL" clId="{0EAF33D2-CB91-4161-AEEE-3E04C65FD73F}" dt="2024-11-19T15:12:30.889" v="1122" actId="2696"/>
        <pc:sldMkLst>
          <pc:docMk/>
          <pc:sldMk cId="1643422510" sldId="306"/>
        </pc:sldMkLst>
      </pc:sldChg>
      <pc:sldChg chg="addSp delSp modSp new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2445485068" sldId="306"/>
        </pc:sldMkLst>
        <pc:spChg chg="add mod">
          <ac:chgData name="Mattia Erné" userId="ad84ee6f-0a28-4445-b06f-f3738604603d" providerId="ADAL" clId="{0EAF33D2-CB91-4161-AEEE-3E04C65FD73F}" dt="2024-11-19T15:45:58.585" v="1344" actId="403"/>
          <ac:spMkLst>
            <pc:docMk/>
            <pc:sldMk cId="2445485068" sldId="306"/>
            <ac:spMk id="3" creationId="{38E327D5-6FE2-A354-9141-78DF4AD05B36}"/>
          </ac:spMkLst>
        </pc:spChg>
        <pc:spChg chg="add mod">
          <ac:chgData name="Mattia Erné" userId="ad84ee6f-0a28-4445-b06f-f3738604603d" providerId="ADAL" clId="{0EAF33D2-CB91-4161-AEEE-3E04C65FD73F}" dt="2024-11-19T15:46:38.537" v="1376" actId="20577"/>
          <ac:spMkLst>
            <pc:docMk/>
            <pc:sldMk cId="2445485068" sldId="306"/>
            <ac:spMk id="4" creationId="{79309A76-EBE4-1901-1B01-7B9EAAF948A9}"/>
          </ac:spMkLst>
        </pc:spChg>
        <pc:spChg chg="add mod">
          <ac:chgData name="Mattia Erné" userId="ad84ee6f-0a28-4445-b06f-f3738604603d" providerId="ADAL" clId="{0EAF33D2-CB91-4161-AEEE-3E04C65FD73F}" dt="2024-11-19T15:45:26.775" v="1332" actId="1076"/>
          <ac:spMkLst>
            <pc:docMk/>
            <pc:sldMk cId="2445485068" sldId="306"/>
            <ac:spMk id="9" creationId="{3D31A39D-4D4A-18D5-8E1E-855A5257BDB2}"/>
          </ac:spMkLst>
        </pc:spChg>
        <pc:spChg chg="add mod">
          <ac:chgData name="Mattia Erné" userId="ad84ee6f-0a28-4445-b06f-f3738604603d" providerId="ADAL" clId="{0EAF33D2-CB91-4161-AEEE-3E04C65FD73F}" dt="2024-11-19T15:45:58.585" v="1344" actId="403"/>
          <ac:spMkLst>
            <pc:docMk/>
            <pc:sldMk cId="2445485068" sldId="306"/>
            <ac:spMk id="13" creationId="{54686477-46F6-3541-2D2F-71AABA5ACDF9}"/>
          </ac:spMkLst>
        </pc:spChg>
        <pc:spChg chg="add mod">
          <ac:chgData name="Mattia Erné" userId="ad84ee6f-0a28-4445-b06f-f3738604603d" providerId="ADAL" clId="{0EAF33D2-CB91-4161-AEEE-3E04C65FD73F}" dt="2024-11-19T15:45:58.585" v="1344" actId="403"/>
          <ac:spMkLst>
            <pc:docMk/>
            <pc:sldMk cId="2445485068" sldId="306"/>
            <ac:spMk id="18" creationId="{5529B9EF-413B-A33B-31D5-AF0C7CE0BEFB}"/>
          </ac:spMkLst>
        </pc:spChg>
        <pc:spChg chg="add mod">
          <ac:chgData name="Mattia Erné" userId="ad84ee6f-0a28-4445-b06f-f3738604603d" providerId="ADAL" clId="{0EAF33D2-CB91-4161-AEEE-3E04C65FD73F}" dt="2024-11-19T15:46:42.064" v="1383" actId="20577"/>
          <ac:spMkLst>
            <pc:docMk/>
            <pc:sldMk cId="2445485068" sldId="306"/>
            <ac:spMk id="19" creationId="{83547792-5111-C540-4136-0635535D8715}"/>
          </ac:spMkLst>
        </pc:spChg>
        <pc:spChg chg="add mod">
          <ac:chgData name="Mattia Erné" userId="ad84ee6f-0a28-4445-b06f-f3738604603d" providerId="ADAL" clId="{0EAF33D2-CB91-4161-AEEE-3E04C65FD73F}" dt="2024-11-19T15:45:32.625" v="1333" actId="1076"/>
          <ac:spMkLst>
            <pc:docMk/>
            <pc:sldMk cId="2445485068" sldId="306"/>
            <ac:spMk id="22" creationId="{3EBB7555-B1D1-38DD-2CF1-FE7703C848E3}"/>
          </ac:spMkLst>
        </pc:spChg>
        <pc:spChg chg="add mod">
          <ac:chgData name="Mattia Erné" userId="ad84ee6f-0a28-4445-b06f-f3738604603d" providerId="ADAL" clId="{0EAF33D2-CB91-4161-AEEE-3E04C65FD73F}" dt="2024-11-19T15:46:34.844" v="1375" actId="20577"/>
          <ac:spMkLst>
            <pc:docMk/>
            <pc:sldMk cId="2445485068" sldId="306"/>
            <ac:spMk id="24" creationId="{376206EF-25B5-BE86-14D4-D34D3B316ADC}"/>
          </ac:spMkLst>
        </pc:spChg>
        <pc:spChg chg="add mod">
          <ac:chgData name="Mattia Erné" userId="ad84ee6f-0a28-4445-b06f-f3738604603d" providerId="ADAL" clId="{0EAF33D2-CB91-4161-AEEE-3E04C65FD73F}" dt="2024-11-19T15:46:48.446" v="1402" actId="20577"/>
          <ac:spMkLst>
            <pc:docMk/>
            <pc:sldMk cId="2445485068" sldId="306"/>
            <ac:spMk id="25" creationId="{931AFB1F-D32E-5F74-7D31-16C2F892A6AD}"/>
          </ac:spMkLst>
        </pc:spChg>
        <pc:spChg chg="add mod">
          <ac:chgData name="Mattia Erné" userId="ad84ee6f-0a28-4445-b06f-f3738604603d" providerId="ADAL" clId="{0EAF33D2-CB91-4161-AEEE-3E04C65FD73F}" dt="2024-11-19T15:46:20.974" v="1350" actId="1076"/>
          <ac:spMkLst>
            <pc:docMk/>
            <pc:sldMk cId="2445485068" sldId="306"/>
            <ac:spMk id="27" creationId="{A2874F43-9CDD-0766-F8C7-70BFB5B0338D}"/>
          </ac:spMkLst>
        </pc:spChg>
        <pc:cxnChg chg="add mod">
          <ac:chgData name="Mattia Erné" userId="ad84ee6f-0a28-4445-b06f-f3738604603d" providerId="ADAL" clId="{0EAF33D2-CB91-4161-AEEE-3E04C65FD73F}" dt="2024-11-19T15:45:58.585" v="1344" actId="403"/>
          <ac:cxnSpMkLst>
            <pc:docMk/>
            <pc:sldMk cId="2445485068" sldId="306"/>
            <ac:cxnSpMk id="6" creationId="{6BE55A7A-0985-4AD8-BBE1-AD49D4F81721}"/>
          </ac:cxnSpMkLst>
        </pc:cxnChg>
        <pc:cxnChg chg="add mod">
          <ac:chgData name="Mattia Erné" userId="ad84ee6f-0a28-4445-b06f-f3738604603d" providerId="ADAL" clId="{0EAF33D2-CB91-4161-AEEE-3E04C65FD73F}" dt="2024-11-19T15:45:58.585" v="1344" actId="403"/>
          <ac:cxnSpMkLst>
            <pc:docMk/>
            <pc:sldMk cId="2445485068" sldId="306"/>
            <ac:cxnSpMk id="7" creationId="{0CEEB780-95FD-DF41-FCE9-5A6FFABA8547}"/>
          </ac:cxnSpMkLst>
        </pc:cxnChg>
        <pc:cxnChg chg="add mod">
          <ac:chgData name="Mattia Erné" userId="ad84ee6f-0a28-4445-b06f-f3738604603d" providerId="ADAL" clId="{0EAF33D2-CB91-4161-AEEE-3E04C65FD73F}" dt="2024-11-19T15:45:58.585" v="1344" actId="403"/>
          <ac:cxnSpMkLst>
            <pc:docMk/>
            <pc:sldMk cId="2445485068" sldId="306"/>
            <ac:cxnSpMk id="12" creationId="{FE5CDE73-6419-C4C0-FE1D-570F550107BA}"/>
          </ac:cxnSpMkLst>
        </pc:cxnChg>
        <pc:cxnChg chg="add mod">
          <ac:chgData name="Mattia Erné" userId="ad84ee6f-0a28-4445-b06f-f3738604603d" providerId="ADAL" clId="{0EAF33D2-CB91-4161-AEEE-3E04C65FD73F}" dt="2024-11-19T15:45:58.585" v="1344" actId="403"/>
          <ac:cxnSpMkLst>
            <pc:docMk/>
            <pc:sldMk cId="2445485068" sldId="306"/>
            <ac:cxnSpMk id="20" creationId="{88BA5E40-3827-3F98-75C2-0EFF4C21AD7C}"/>
          </ac:cxnSpMkLst>
        </pc:cxnChg>
        <pc:cxnChg chg="add mod">
          <ac:chgData name="Mattia Erné" userId="ad84ee6f-0a28-4445-b06f-f3738604603d" providerId="ADAL" clId="{0EAF33D2-CB91-4161-AEEE-3E04C65FD73F}" dt="2024-11-19T15:45:58.585" v="1344" actId="403"/>
          <ac:cxnSpMkLst>
            <pc:docMk/>
            <pc:sldMk cId="2445485068" sldId="306"/>
            <ac:cxnSpMk id="21" creationId="{16D1CC12-0F79-66F9-A89B-2DA6E304B822}"/>
          </ac:cxnSpMkLst>
        </pc:cxnChg>
        <pc:cxnChg chg="add mod">
          <ac:chgData name="Mattia Erné" userId="ad84ee6f-0a28-4445-b06f-f3738604603d" providerId="ADAL" clId="{0EAF33D2-CB91-4161-AEEE-3E04C65FD73F}" dt="2024-11-19T15:45:58.585" v="1344" actId="403"/>
          <ac:cxnSpMkLst>
            <pc:docMk/>
            <pc:sldMk cId="2445485068" sldId="306"/>
            <ac:cxnSpMk id="23" creationId="{2E46DF6D-F552-F360-7E41-DE3E5B833D44}"/>
          </ac:cxnSpMkLst>
        </pc:cxnChg>
      </pc:sldChg>
      <pc:sldChg chg="new del">
        <pc:chgData name="Mattia Erné" userId="ad84ee6f-0a28-4445-b06f-f3738604603d" providerId="ADAL" clId="{0EAF33D2-CB91-4161-AEEE-3E04C65FD73F}" dt="2024-12-08T20:51:32.922" v="6316" actId="47"/>
        <pc:sldMkLst>
          <pc:docMk/>
          <pc:sldMk cId="4165547892" sldId="307"/>
        </pc:sldMkLst>
      </pc:sldChg>
      <pc:sldChg chg="addSp delSp modSp add mod modTransition modAnim">
        <pc:chgData name="Mattia Erné" userId="ad84ee6f-0a28-4445-b06f-f3738604603d" providerId="ADAL" clId="{0EAF33D2-CB91-4161-AEEE-3E04C65FD73F}" dt="2024-12-29T13:51:49.158" v="13278" actId="20577"/>
        <pc:sldMkLst>
          <pc:docMk/>
          <pc:sldMk cId="1090932840" sldId="308"/>
        </pc:sldMkLst>
        <pc:spChg chg="mod">
          <ac:chgData name="Mattia Erné" userId="ad84ee6f-0a28-4445-b06f-f3738604603d" providerId="ADAL" clId="{0EAF33D2-CB91-4161-AEEE-3E04C65FD73F}" dt="2024-12-29T13:51:49.158" v="13278" actId="20577"/>
          <ac:spMkLst>
            <pc:docMk/>
            <pc:sldMk cId="1090932840" sldId="308"/>
            <ac:spMk id="2" creationId="{4A49E1BC-DC8C-247E-0DC5-188C85665CD4}"/>
          </ac:spMkLst>
        </pc:spChg>
        <pc:spChg chg="add mod">
          <ac:chgData name="Mattia Erné" userId="ad84ee6f-0a28-4445-b06f-f3738604603d" providerId="ADAL" clId="{0EAF33D2-CB91-4161-AEEE-3E04C65FD73F}" dt="2024-11-19T16:04:11.787" v="1859" actId="1076"/>
          <ac:spMkLst>
            <pc:docMk/>
            <pc:sldMk cId="1090932840" sldId="308"/>
            <ac:spMk id="3" creationId="{DB153314-8D98-2738-940E-829D95BBFB51}"/>
          </ac:spMkLst>
        </pc:spChg>
        <pc:spChg chg="mod">
          <ac:chgData name="Mattia Erné" userId="ad84ee6f-0a28-4445-b06f-f3738604603d" providerId="ADAL" clId="{0EAF33D2-CB91-4161-AEEE-3E04C65FD73F}" dt="2024-12-14T13:55:24.886" v="7846" actId="20577"/>
          <ac:spMkLst>
            <pc:docMk/>
            <pc:sldMk cId="1090932840" sldId="308"/>
            <ac:spMk id="4" creationId="{0C2C7DAF-7A34-A7B6-13EC-41207252085F}"/>
          </ac:spMkLst>
        </pc:spChg>
        <pc:spChg chg="add mod">
          <ac:chgData name="Mattia Erné" userId="ad84ee6f-0a28-4445-b06f-f3738604603d" providerId="ADAL" clId="{0EAF33D2-CB91-4161-AEEE-3E04C65FD73F}" dt="2024-11-19T16:04:08.221" v="1858" actId="1076"/>
          <ac:spMkLst>
            <pc:docMk/>
            <pc:sldMk cId="1090932840" sldId="308"/>
            <ac:spMk id="5" creationId="{B6D7A562-D6F8-E15E-A5C1-43AAF38AE38D}"/>
          </ac:spMkLst>
        </pc:spChg>
        <pc:spChg chg="add mod">
          <ac:chgData name="Mattia Erné" userId="ad84ee6f-0a28-4445-b06f-f3738604603d" providerId="ADAL" clId="{0EAF33D2-CB91-4161-AEEE-3E04C65FD73F}" dt="2024-12-23T16:11:37.947" v="11540" actId="20577"/>
          <ac:spMkLst>
            <pc:docMk/>
            <pc:sldMk cId="1090932840" sldId="308"/>
            <ac:spMk id="6" creationId="{FAAAC9FC-30A7-3E76-3E51-28D44C2D45CB}"/>
          </ac:spMkLst>
        </pc:spChg>
        <pc:spChg chg="add mod">
          <ac:chgData name="Mattia Erné" userId="ad84ee6f-0a28-4445-b06f-f3738604603d" providerId="ADAL" clId="{0EAF33D2-CB91-4161-AEEE-3E04C65FD73F}" dt="2024-11-19T16:05:01.277" v="1886" actId="207"/>
          <ac:spMkLst>
            <pc:docMk/>
            <pc:sldMk cId="1090932840" sldId="308"/>
            <ac:spMk id="7" creationId="{7A3AF962-1F64-5DC3-313D-841CE495228B}"/>
          </ac:spMkLst>
        </pc:spChg>
        <pc:picChg chg="add mod">
          <ac:chgData name="Mattia Erné" userId="ad84ee6f-0a28-4445-b06f-f3738604603d" providerId="ADAL" clId="{0EAF33D2-CB91-4161-AEEE-3E04C65FD73F}" dt="2024-11-19T16:07:19.123" v="1894" actId="1076"/>
          <ac:picMkLst>
            <pc:docMk/>
            <pc:sldMk cId="1090932840" sldId="308"/>
            <ac:picMk id="9" creationId="{E9D6B235-F589-CF13-FB9B-B743A4AF2A94}"/>
          </ac:picMkLst>
        </pc:picChg>
        <pc:picChg chg="add mod">
          <ac:chgData name="Mattia Erné" userId="ad84ee6f-0a28-4445-b06f-f3738604603d" providerId="ADAL" clId="{0EAF33D2-CB91-4161-AEEE-3E04C65FD73F}" dt="2024-11-19T16:06:43.003" v="1893" actId="14100"/>
          <ac:picMkLst>
            <pc:docMk/>
            <pc:sldMk cId="1090932840" sldId="308"/>
            <ac:picMk id="11" creationId="{2F8B8AA8-E3D7-7D3D-EE87-1B373091A326}"/>
          </ac:picMkLst>
        </pc:picChg>
        <pc:picChg chg="add mod">
          <ac:chgData name="Mattia Erné" userId="ad84ee6f-0a28-4445-b06f-f3738604603d" providerId="ADAL" clId="{0EAF33D2-CB91-4161-AEEE-3E04C65FD73F}" dt="2024-11-19T16:07:52.083" v="1912" actId="1076"/>
          <ac:picMkLst>
            <pc:docMk/>
            <pc:sldMk cId="1090932840" sldId="308"/>
            <ac:picMk id="12" creationId="{F5E61F8F-FD4E-359A-BB5B-5014FE967D60}"/>
          </ac:picMkLst>
        </pc:picChg>
        <pc:picChg chg="add mod">
          <ac:chgData name="Mattia Erné" userId="ad84ee6f-0a28-4445-b06f-f3738604603d" providerId="ADAL" clId="{0EAF33D2-CB91-4161-AEEE-3E04C65FD73F}" dt="2024-11-19T16:07:54.017" v="1913" actId="1076"/>
          <ac:picMkLst>
            <pc:docMk/>
            <pc:sldMk cId="1090932840" sldId="308"/>
            <ac:picMk id="13" creationId="{8CE52E5A-6745-2517-1088-03E2683E220F}"/>
          </ac:picMkLst>
        </pc:picChg>
        <pc:picChg chg="add mod">
          <ac:chgData name="Mattia Erné" userId="ad84ee6f-0a28-4445-b06f-f3738604603d" providerId="ADAL" clId="{0EAF33D2-CB91-4161-AEEE-3E04C65FD73F}" dt="2024-11-19T16:07:31.613" v="1900" actId="1076"/>
          <ac:picMkLst>
            <pc:docMk/>
            <pc:sldMk cId="1090932840" sldId="308"/>
            <ac:picMk id="14" creationId="{B689E458-88C0-9F35-36AD-8BA37FFB0850}"/>
          </ac:picMkLst>
        </pc:picChg>
        <pc:picChg chg="add mod">
          <ac:chgData name="Mattia Erné" userId="ad84ee6f-0a28-4445-b06f-f3738604603d" providerId="ADAL" clId="{0EAF33D2-CB91-4161-AEEE-3E04C65FD73F}" dt="2024-11-19T16:07:34.415" v="1902" actId="1076"/>
          <ac:picMkLst>
            <pc:docMk/>
            <pc:sldMk cId="1090932840" sldId="308"/>
            <ac:picMk id="15" creationId="{86980A21-DF66-44B5-B245-DDAA2B8B04AC}"/>
          </ac:picMkLst>
        </pc:picChg>
        <pc:picChg chg="add mod">
          <ac:chgData name="Mattia Erné" userId="ad84ee6f-0a28-4445-b06f-f3738604603d" providerId="ADAL" clId="{0EAF33D2-CB91-4161-AEEE-3E04C65FD73F}" dt="2024-11-19T16:07:37.397" v="1904" actId="1076"/>
          <ac:picMkLst>
            <pc:docMk/>
            <pc:sldMk cId="1090932840" sldId="308"/>
            <ac:picMk id="16" creationId="{81EAB3AC-6A1D-DE27-73C4-770D9935FD29}"/>
          </ac:picMkLst>
        </pc:picChg>
        <pc:picChg chg="add mod">
          <ac:chgData name="Mattia Erné" userId="ad84ee6f-0a28-4445-b06f-f3738604603d" providerId="ADAL" clId="{0EAF33D2-CB91-4161-AEEE-3E04C65FD73F}" dt="2024-11-19T16:07:44.721" v="1909" actId="1076"/>
          <ac:picMkLst>
            <pc:docMk/>
            <pc:sldMk cId="1090932840" sldId="308"/>
            <ac:picMk id="17" creationId="{22779D03-A981-C790-9489-86798B77CE4E}"/>
          </ac:picMkLst>
        </pc:picChg>
        <pc:picChg chg="add mod">
          <ac:chgData name="Mattia Erné" userId="ad84ee6f-0a28-4445-b06f-f3738604603d" providerId="ADAL" clId="{0EAF33D2-CB91-4161-AEEE-3E04C65FD73F}" dt="2024-11-19T16:07:42.625" v="1908" actId="1076"/>
          <ac:picMkLst>
            <pc:docMk/>
            <pc:sldMk cId="1090932840" sldId="308"/>
            <ac:picMk id="18" creationId="{7A7FBE69-FDA8-95FD-A050-F5C27593A132}"/>
          </ac:picMkLst>
        </pc:picChg>
        <pc:picChg chg="add mod">
          <ac:chgData name="Mattia Erné" userId="ad84ee6f-0a28-4445-b06f-f3738604603d" providerId="ADAL" clId="{0EAF33D2-CB91-4161-AEEE-3E04C65FD73F}" dt="2024-11-19T16:07:50.331" v="1911" actId="1076"/>
          <ac:picMkLst>
            <pc:docMk/>
            <pc:sldMk cId="1090932840" sldId="308"/>
            <ac:picMk id="19" creationId="{823AEE7B-A559-305F-DF2A-C659F2E67264}"/>
          </ac:picMkLst>
        </pc:picChg>
        <pc:picChg chg="add mod">
          <ac:chgData name="Mattia Erné" userId="ad84ee6f-0a28-4445-b06f-f3738604603d" providerId="ADAL" clId="{0EAF33D2-CB91-4161-AEEE-3E04C65FD73F}" dt="2024-11-19T16:08:04.729" v="1917" actId="1076"/>
          <ac:picMkLst>
            <pc:docMk/>
            <pc:sldMk cId="1090932840" sldId="308"/>
            <ac:picMk id="21" creationId="{617DE809-5CF0-453A-9E2E-A8D386AE3031}"/>
          </ac:picMkLst>
        </pc:picChg>
        <pc:picChg chg="add mod">
          <ac:chgData name="Mattia Erné" userId="ad84ee6f-0a28-4445-b06f-f3738604603d" providerId="ADAL" clId="{0EAF33D2-CB91-4161-AEEE-3E04C65FD73F}" dt="2024-11-19T16:51:41.920" v="2269" actId="1076"/>
          <ac:picMkLst>
            <pc:docMk/>
            <pc:sldMk cId="1090932840" sldId="308"/>
            <ac:picMk id="22" creationId="{5B71FA18-F4D9-AE59-C077-82B8FA73AD33}"/>
          </ac:picMkLst>
        </pc:picChg>
        <pc:picChg chg="add mod">
          <ac:chgData name="Mattia Erné" userId="ad84ee6f-0a28-4445-b06f-f3738604603d" providerId="ADAL" clId="{0EAF33D2-CB91-4161-AEEE-3E04C65FD73F}" dt="2024-11-19T16:51:46.308" v="2270" actId="1076"/>
          <ac:picMkLst>
            <pc:docMk/>
            <pc:sldMk cId="1090932840" sldId="308"/>
            <ac:picMk id="23" creationId="{A4B9BD0F-C976-E7B9-0BED-4E520B41BC0E}"/>
          </ac:picMkLst>
        </pc:picChg>
        <pc:picChg chg="add mod">
          <ac:chgData name="Mattia Erné" userId="ad84ee6f-0a28-4445-b06f-f3738604603d" providerId="ADAL" clId="{0EAF33D2-CB91-4161-AEEE-3E04C65FD73F}" dt="2024-11-19T16:08:14.161" v="1923" actId="1076"/>
          <ac:picMkLst>
            <pc:docMk/>
            <pc:sldMk cId="1090932840" sldId="308"/>
            <ac:picMk id="24" creationId="{B394815E-45F4-EC65-63BC-8EC54F542248}"/>
          </ac:picMkLst>
        </pc:picChg>
        <pc:picChg chg="add mod">
          <ac:chgData name="Mattia Erné" userId="ad84ee6f-0a28-4445-b06f-f3738604603d" providerId="ADAL" clId="{0EAF33D2-CB91-4161-AEEE-3E04C65FD73F}" dt="2024-11-19T16:08:17.490" v="1925" actId="1076"/>
          <ac:picMkLst>
            <pc:docMk/>
            <pc:sldMk cId="1090932840" sldId="308"/>
            <ac:picMk id="25" creationId="{C982A554-7B4E-42CF-F18A-9AF5370DD3DF}"/>
          </ac:picMkLst>
        </pc:picChg>
        <pc:picChg chg="add mod">
          <ac:chgData name="Mattia Erné" userId="ad84ee6f-0a28-4445-b06f-f3738604603d" providerId="ADAL" clId="{0EAF33D2-CB91-4161-AEEE-3E04C65FD73F}" dt="2024-11-19T16:51:38.141" v="2268" actId="1076"/>
          <ac:picMkLst>
            <pc:docMk/>
            <pc:sldMk cId="1090932840" sldId="308"/>
            <ac:picMk id="26" creationId="{7E4E6924-6FE3-4919-C3D4-2BF17F7E9AAB}"/>
          </ac:picMkLst>
        </pc:picChg>
        <pc:picChg chg="add mod">
          <ac:chgData name="Mattia Erné" userId="ad84ee6f-0a28-4445-b06f-f3738604603d" providerId="ADAL" clId="{0EAF33D2-CB91-4161-AEEE-3E04C65FD73F}" dt="2024-11-19T16:08:22.661" v="1929" actId="1076"/>
          <ac:picMkLst>
            <pc:docMk/>
            <pc:sldMk cId="1090932840" sldId="308"/>
            <ac:picMk id="27" creationId="{EB5D8894-5010-0569-7EEB-8B9B2AE9B2DE}"/>
          </ac:picMkLst>
        </pc:picChg>
        <pc:picChg chg="add mod">
          <ac:chgData name="Mattia Erné" userId="ad84ee6f-0a28-4445-b06f-f3738604603d" providerId="ADAL" clId="{0EAF33D2-CB91-4161-AEEE-3E04C65FD73F}" dt="2024-11-19T16:51:53.924" v="2273" actId="1076"/>
          <ac:picMkLst>
            <pc:docMk/>
            <pc:sldMk cId="1090932840" sldId="308"/>
            <ac:picMk id="28" creationId="{662962C7-3591-0F88-70F3-A5B40A4C2BCE}"/>
          </ac:picMkLst>
        </pc:picChg>
        <pc:picChg chg="add mod">
          <ac:chgData name="Mattia Erné" userId="ad84ee6f-0a28-4445-b06f-f3738604603d" providerId="ADAL" clId="{0EAF33D2-CB91-4161-AEEE-3E04C65FD73F}" dt="2024-11-19T16:08:30.690" v="1933" actId="1076"/>
          <ac:picMkLst>
            <pc:docMk/>
            <pc:sldMk cId="1090932840" sldId="308"/>
            <ac:picMk id="29" creationId="{1FEC8DB2-EE55-9627-0D17-0AA04FF494D4}"/>
          </ac:picMkLst>
        </pc:picChg>
        <pc:picChg chg="add mod">
          <ac:chgData name="Mattia Erné" userId="ad84ee6f-0a28-4445-b06f-f3738604603d" providerId="ADAL" clId="{0EAF33D2-CB91-4161-AEEE-3E04C65FD73F}" dt="2024-11-19T16:51:51.802" v="2272" actId="1076"/>
          <ac:picMkLst>
            <pc:docMk/>
            <pc:sldMk cId="1090932840" sldId="308"/>
            <ac:picMk id="30" creationId="{BA178363-8526-BC90-0686-55E8E87CEE82}"/>
          </ac:picMkLst>
        </pc:picChg>
      </pc:sldChg>
      <pc:sldChg chg="addSp delSp modSp add mod modTransition delAnim modAnim">
        <pc:chgData name="Mattia Erné" userId="ad84ee6f-0a28-4445-b06f-f3738604603d" providerId="ADAL" clId="{0EAF33D2-CB91-4161-AEEE-3E04C65FD73F}" dt="2024-12-27T20:48:15.481" v="13267"/>
        <pc:sldMkLst>
          <pc:docMk/>
          <pc:sldMk cId="2147769815" sldId="309"/>
        </pc:sldMkLst>
        <pc:spChg chg="mod">
          <ac:chgData name="Mattia Erné" userId="ad84ee6f-0a28-4445-b06f-f3738604603d" providerId="ADAL" clId="{0EAF33D2-CB91-4161-AEEE-3E04C65FD73F}" dt="2024-12-14T13:55:32.225" v="7847" actId="20577"/>
          <ac:spMkLst>
            <pc:docMk/>
            <pc:sldMk cId="2147769815" sldId="309"/>
            <ac:spMk id="4" creationId="{23BCEDF3-DF02-80E4-EC9D-25069644D6CA}"/>
          </ac:spMkLst>
        </pc:spChg>
        <pc:spChg chg="mod">
          <ac:chgData name="Mattia Erné" userId="ad84ee6f-0a28-4445-b06f-f3738604603d" providerId="ADAL" clId="{0EAF33D2-CB91-4161-AEEE-3E04C65FD73F}" dt="2024-12-18T15:12:29.329" v="11259" actId="20577"/>
          <ac:spMkLst>
            <pc:docMk/>
            <pc:sldMk cId="2147769815" sldId="309"/>
            <ac:spMk id="10" creationId="{DF4009DB-B3C0-4153-2987-B856044969BE}"/>
          </ac:spMkLst>
        </pc:spChg>
        <pc:spChg chg="add mod">
          <ac:chgData name="Mattia Erné" userId="ad84ee6f-0a28-4445-b06f-f3738604603d" providerId="ADAL" clId="{0EAF33D2-CB91-4161-AEEE-3E04C65FD73F}" dt="2024-11-19T16:49:52.345" v="2262" actId="1076"/>
          <ac:spMkLst>
            <pc:docMk/>
            <pc:sldMk cId="2147769815" sldId="309"/>
            <ac:spMk id="36" creationId="{751417AC-C90B-6E3F-C6D7-4F6235A1B816}"/>
          </ac:spMkLst>
        </pc:spChg>
      </pc:sldChg>
      <pc:sldChg chg="addSp delSp modSp add mod modTransition delAnim modAnim">
        <pc:chgData name="Mattia Erné" userId="ad84ee6f-0a28-4445-b06f-f3738604603d" providerId="ADAL" clId="{0EAF33D2-CB91-4161-AEEE-3E04C65FD73F}" dt="2024-12-29T13:51:55.305" v="13279" actId="20577"/>
        <pc:sldMkLst>
          <pc:docMk/>
          <pc:sldMk cId="2013699528" sldId="310"/>
        </pc:sldMkLst>
        <pc:spChg chg="mod">
          <ac:chgData name="Mattia Erné" userId="ad84ee6f-0a28-4445-b06f-f3738604603d" providerId="ADAL" clId="{0EAF33D2-CB91-4161-AEEE-3E04C65FD73F}" dt="2024-12-29T13:51:55.305" v="13279" actId="20577"/>
          <ac:spMkLst>
            <pc:docMk/>
            <pc:sldMk cId="2013699528" sldId="310"/>
            <ac:spMk id="2" creationId="{231643E1-C238-CBE9-5A9D-81E4352CAC29}"/>
          </ac:spMkLst>
        </pc:spChg>
        <pc:spChg chg="mod">
          <ac:chgData name="Mattia Erné" userId="ad84ee6f-0a28-4445-b06f-f3738604603d" providerId="ADAL" clId="{0EAF33D2-CB91-4161-AEEE-3E04C65FD73F}" dt="2024-12-14T13:55:39.710" v="7848" actId="20577"/>
          <ac:spMkLst>
            <pc:docMk/>
            <pc:sldMk cId="2013699528" sldId="310"/>
            <ac:spMk id="4" creationId="{CB2F1502-A294-1760-AB6A-9D3ECE1916D4}"/>
          </ac:spMkLst>
        </pc:spChg>
        <pc:spChg chg="add mod">
          <ac:chgData name="Mattia Erné" userId="ad84ee6f-0a28-4445-b06f-f3738604603d" providerId="ADAL" clId="{0EAF33D2-CB91-4161-AEEE-3E04C65FD73F}" dt="2024-11-19T16:56:36.871" v="2284" actId="1076"/>
          <ac:spMkLst>
            <pc:docMk/>
            <pc:sldMk cId="2013699528" sldId="310"/>
            <ac:spMk id="54" creationId="{77C205BD-A522-2CF2-22B6-5D98757A4F3F}"/>
          </ac:spMkLst>
        </pc:spChg>
        <pc:spChg chg="mod">
          <ac:chgData name="Mattia Erné" userId="ad84ee6f-0a28-4445-b06f-f3738604603d" providerId="ADAL" clId="{0EAF33D2-CB91-4161-AEEE-3E04C65FD73F}" dt="2024-11-20T20:54:59.801" v="4440"/>
          <ac:spMkLst>
            <pc:docMk/>
            <pc:sldMk cId="2013699528" sldId="310"/>
            <ac:spMk id="65" creationId="{B64B1115-201C-4DFF-7915-30403F67EC6F}"/>
          </ac:spMkLst>
        </pc:spChg>
        <pc:spChg chg="add mod">
          <ac:chgData name="Mattia Erné" userId="ad84ee6f-0a28-4445-b06f-f3738604603d" providerId="ADAL" clId="{0EAF33D2-CB91-4161-AEEE-3E04C65FD73F}" dt="2024-12-18T15:13:04.788" v="11269" actId="20577"/>
          <ac:spMkLst>
            <pc:docMk/>
            <pc:sldMk cId="2013699528" sldId="310"/>
            <ac:spMk id="66" creationId="{205F1C95-87A2-7876-A974-16A4763C600D}"/>
          </ac:spMkLst>
        </pc:spChg>
        <pc:spChg chg="add mod">
          <ac:chgData name="Mattia Erné" userId="ad84ee6f-0a28-4445-b06f-f3738604603d" providerId="ADAL" clId="{0EAF33D2-CB91-4161-AEEE-3E04C65FD73F}" dt="2024-11-20T20:55:38.928" v="4449" actId="1076"/>
          <ac:spMkLst>
            <pc:docMk/>
            <pc:sldMk cId="2013699528" sldId="310"/>
            <ac:spMk id="70" creationId="{58CB5C4F-39DB-5713-B946-8217F3453BA0}"/>
          </ac:spMkLst>
        </pc:sp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55" creationId="{AA5F70A7-86B8-6A7F-3C79-1E50A182214C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56" creationId="{4D4A465F-E948-A3B7-FC1C-3987C537D4C4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57" creationId="{6ABCF45E-E97F-ACB7-5045-AA8457211D35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58" creationId="{845521D5-E6C2-0BD2-083A-EAB94157791F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59" creationId="{DA36C168-4EC7-33A3-B529-5F923F7F2B1A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60" creationId="{2BC18793-F74D-3DA3-D838-1993F9E07926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61" creationId="{0DBAE8A5-3053-80E3-21B2-973C1E8C54D2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62" creationId="{459FE810-0BED-DAEB-367C-79C0726895B1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63" creationId="{940D99E5-0D04-2A40-53AB-99B44ABD3D3B}"/>
          </ac:picMkLst>
        </pc:picChg>
        <pc:picChg chg="add mod">
          <ac:chgData name="Mattia Erné" userId="ad84ee6f-0a28-4445-b06f-f3738604603d" providerId="ADAL" clId="{0EAF33D2-CB91-4161-AEEE-3E04C65FD73F}" dt="2024-11-19T16:56:36.871" v="2284" actId="1076"/>
          <ac:picMkLst>
            <pc:docMk/>
            <pc:sldMk cId="2013699528" sldId="310"/>
            <ac:picMk id="64" creationId="{262060F5-3632-9425-A361-563DD53FAF14}"/>
          </ac:picMkLst>
        </pc:picChg>
      </pc:sldChg>
      <pc:sldChg chg="addSp delSp modSp add mod modTransition delAnim modAnim">
        <pc:chgData name="Mattia Erné" userId="ad84ee6f-0a28-4445-b06f-f3738604603d" providerId="ADAL" clId="{0EAF33D2-CB91-4161-AEEE-3E04C65FD73F}" dt="2024-12-29T13:51:57.039" v="13280" actId="20577"/>
        <pc:sldMkLst>
          <pc:docMk/>
          <pc:sldMk cId="1565583975" sldId="311"/>
        </pc:sldMkLst>
        <pc:spChg chg="mod">
          <ac:chgData name="Mattia Erné" userId="ad84ee6f-0a28-4445-b06f-f3738604603d" providerId="ADAL" clId="{0EAF33D2-CB91-4161-AEEE-3E04C65FD73F}" dt="2024-12-29T13:51:57.039" v="13280" actId="20577"/>
          <ac:spMkLst>
            <pc:docMk/>
            <pc:sldMk cId="1565583975" sldId="311"/>
            <ac:spMk id="2" creationId="{D604AA4B-E886-DC93-1AE5-A55B5C2D638B}"/>
          </ac:spMkLst>
        </pc:spChg>
        <pc:spChg chg="add mod">
          <ac:chgData name="Mattia Erné" userId="ad84ee6f-0a28-4445-b06f-f3738604603d" providerId="ADAL" clId="{0EAF33D2-CB91-4161-AEEE-3E04C65FD73F}" dt="2024-11-19T17:42:59.590" v="2564" actId="1038"/>
          <ac:spMkLst>
            <pc:docMk/>
            <pc:sldMk cId="1565583975" sldId="311"/>
            <ac:spMk id="3" creationId="{706FC130-789C-8D74-766D-B74060F2976F}"/>
          </ac:spMkLst>
        </pc:spChg>
        <pc:spChg chg="mod">
          <ac:chgData name="Mattia Erné" userId="ad84ee6f-0a28-4445-b06f-f3738604603d" providerId="ADAL" clId="{0EAF33D2-CB91-4161-AEEE-3E04C65FD73F}" dt="2024-12-14T13:55:44.914" v="7849" actId="20577"/>
          <ac:spMkLst>
            <pc:docMk/>
            <pc:sldMk cId="1565583975" sldId="311"/>
            <ac:spMk id="4" creationId="{FE4C1829-5482-2802-3DA4-85E225C88B54}"/>
          </ac:spMkLst>
        </pc:spChg>
        <pc:spChg chg="add mod">
          <ac:chgData name="Mattia Erné" userId="ad84ee6f-0a28-4445-b06f-f3738604603d" providerId="ADAL" clId="{0EAF33D2-CB91-4161-AEEE-3E04C65FD73F}" dt="2024-12-18T15:13:26.956" v="11271"/>
          <ac:spMkLst>
            <pc:docMk/>
            <pc:sldMk cId="1565583975" sldId="311"/>
            <ac:spMk id="15" creationId="{1C11C372-96B3-BF3F-C7DA-5DB07885B9CE}"/>
          </ac:spMkLst>
        </pc:spChg>
        <pc:spChg chg="add mod">
          <ac:chgData name="Mattia Erné" userId="ad84ee6f-0a28-4445-b06f-f3738604603d" providerId="ADAL" clId="{0EAF33D2-CB91-4161-AEEE-3E04C65FD73F}" dt="2024-11-20T20:56:05.053" v="4456" actId="20577"/>
          <ac:spMkLst>
            <pc:docMk/>
            <pc:sldMk cId="1565583975" sldId="311"/>
            <ac:spMk id="16" creationId="{655F13B4-40CA-6D46-9681-372695AD2E17}"/>
          </ac:spMkLst>
        </pc:spChg>
        <pc:spChg chg="mod">
          <ac:chgData name="Mattia Erné" userId="ad84ee6f-0a28-4445-b06f-f3738604603d" providerId="ADAL" clId="{0EAF33D2-CB91-4161-AEEE-3E04C65FD73F}" dt="2024-11-20T20:54:51.409" v="4437"/>
          <ac:spMkLst>
            <pc:docMk/>
            <pc:sldMk cId="1565583975" sldId="311"/>
            <ac:spMk id="65" creationId="{0C1E88AF-CEA0-D82B-9138-925FF4151DF7}"/>
          </ac:spMkLst>
        </pc:sp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5" creationId="{1A087CFF-7D02-0765-DB76-2F80FE57828B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6" creationId="{5FE7530E-603D-7E49-61AC-04C9BF33B87E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7" creationId="{D2F32D1D-2567-F791-24A1-AF497287675B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8" creationId="{CAF5765D-8BD3-040F-1942-334D17FB85F1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9" creationId="{1F8C6712-59B8-5A06-C99B-2C3AE86BB054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10" creationId="{5359F81B-9EF2-FBAB-6AF9-DCB1B126BA45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11" creationId="{757EAE1F-BC1A-1E21-6206-9E92C7BCDB91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12" creationId="{EE988935-4D9A-A87D-EBC2-AA20360C4E84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13" creationId="{04FB1277-D89E-CEA1-30B7-21A5E16D1865}"/>
          </ac:picMkLst>
        </pc:picChg>
        <pc:picChg chg="add mod">
          <ac:chgData name="Mattia Erné" userId="ad84ee6f-0a28-4445-b06f-f3738604603d" providerId="ADAL" clId="{0EAF33D2-CB91-4161-AEEE-3E04C65FD73F}" dt="2024-11-19T17:00:02.921" v="2317" actId="1035"/>
          <ac:picMkLst>
            <pc:docMk/>
            <pc:sldMk cId="1565583975" sldId="311"/>
            <ac:picMk id="14" creationId="{0CF09BD4-6A24-9F6F-0473-7680FBF07FDA}"/>
          </ac:picMkLst>
        </pc:picChg>
      </pc:sldChg>
      <pc:sldChg chg="addSp delSp modSp add mod modTransition delAnim modAnim">
        <pc:chgData name="Mattia Erné" userId="ad84ee6f-0a28-4445-b06f-f3738604603d" providerId="ADAL" clId="{0EAF33D2-CB91-4161-AEEE-3E04C65FD73F}" dt="2025-01-02T18:37:58.961" v="13478" actId="20577"/>
        <pc:sldMkLst>
          <pc:docMk/>
          <pc:sldMk cId="700574418" sldId="312"/>
        </pc:sldMkLst>
        <pc:spChg chg="mod">
          <ac:chgData name="Mattia Erné" userId="ad84ee6f-0a28-4445-b06f-f3738604603d" providerId="ADAL" clId="{0EAF33D2-CB91-4161-AEEE-3E04C65FD73F}" dt="2024-12-29T13:52:05.717" v="13283" actId="20577"/>
          <ac:spMkLst>
            <pc:docMk/>
            <pc:sldMk cId="700574418" sldId="312"/>
            <ac:spMk id="2" creationId="{A3AD2B60-5252-BA80-DD82-AA4885571465}"/>
          </ac:spMkLst>
        </pc:spChg>
        <pc:spChg chg="add mod topLvl">
          <ac:chgData name="Mattia Erné" userId="ad84ee6f-0a28-4445-b06f-f3738604603d" providerId="ADAL" clId="{0EAF33D2-CB91-4161-AEEE-3E04C65FD73F}" dt="2024-11-19T21:43:13.306" v="3200" actId="165"/>
          <ac:spMkLst>
            <pc:docMk/>
            <pc:sldMk cId="700574418" sldId="312"/>
            <ac:spMk id="4" creationId="{84CAB941-65B7-BE2F-FF7E-498A8B9951F7}"/>
          </ac:spMkLst>
        </pc:spChg>
        <pc:spChg chg="add mod topLvl">
          <ac:chgData name="Mattia Erné" userId="ad84ee6f-0a28-4445-b06f-f3738604603d" providerId="ADAL" clId="{0EAF33D2-CB91-4161-AEEE-3E04C65FD73F}" dt="2024-11-19T21:43:13.306" v="3200" actId="165"/>
          <ac:spMkLst>
            <pc:docMk/>
            <pc:sldMk cId="700574418" sldId="312"/>
            <ac:spMk id="5" creationId="{759C2061-F464-C14B-D33B-02B273133F52}"/>
          </ac:spMkLst>
        </pc:spChg>
        <pc:spChg chg="add mod topLvl">
          <ac:chgData name="Mattia Erné" userId="ad84ee6f-0a28-4445-b06f-f3738604603d" providerId="ADAL" clId="{0EAF33D2-CB91-4161-AEEE-3E04C65FD73F}" dt="2024-11-19T21:43:13.306" v="3200" actId="165"/>
          <ac:spMkLst>
            <pc:docMk/>
            <pc:sldMk cId="700574418" sldId="312"/>
            <ac:spMk id="6" creationId="{205E6345-663D-F66F-309F-257C0A9DDC2D}"/>
          </ac:spMkLst>
        </pc:spChg>
        <pc:spChg chg="add mod topLvl">
          <ac:chgData name="Mattia Erné" userId="ad84ee6f-0a28-4445-b06f-f3738604603d" providerId="ADAL" clId="{0EAF33D2-CB91-4161-AEEE-3E04C65FD73F}" dt="2024-11-20T18:54:33.485" v="3755" actId="1076"/>
          <ac:spMkLst>
            <pc:docMk/>
            <pc:sldMk cId="700574418" sldId="312"/>
            <ac:spMk id="9" creationId="{30DB4FAA-C510-4621-3EAF-079D2A09D7CE}"/>
          </ac:spMkLst>
        </pc:spChg>
        <pc:spChg chg="add mod topLvl">
          <ac:chgData name="Mattia Erné" userId="ad84ee6f-0a28-4445-b06f-f3738604603d" providerId="ADAL" clId="{0EAF33D2-CB91-4161-AEEE-3E04C65FD73F}" dt="2024-11-20T18:54:29.357" v="3754" actId="1076"/>
          <ac:spMkLst>
            <pc:docMk/>
            <pc:sldMk cId="700574418" sldId="312"/>
            <ac:spMk id="10" creationId="{524E0C8C-28A7-4ABE-396D-E70643210630}"/>
          </ac:spMkLst>
        </pc:spChg>
        <pc:spChg chg="add mod">
          <ac:chgData name="Mattia Erné" userId="ad84ee6f-0a28-4445-b06f-f3738604603d" providerId="ADAL" clId="{0EAF33D2-CB91-4161-AEEE-3E04C65FD73F}" dt="2025-01-02T18:37:58.961" v="13478" actId="20577"/>
          <ac:spMkLst>
            <pc:docMk/>
            <pc:sldMk cId="700574418" sldId="312"/>
            <ac:spMk id="12" creationId="{64EAD7B9-DCBB-D309-5BC6-2A5C8C16B675}"/>
          </ac:spMkLst>
        </pc:spChg>
        <pc:spChg chg="add mod">
          <ac:chgData name="Mattia Erné" userId="ad84ee6f-0a28-4445-b06f-f3738604603d" providerId="ADAL" clId="{0EAF33D2-CB91-4161-AEEE-3E04C65FD73F}" dt="2024-11-19T21:18:15.230" v="2989" actId="1076"/>
          <ac:spMkLst>
            <pc:docMk/>
            <pc:sldMk cId="700574418" sldId="312"/>
            <ac:spMk id="36" creationId="{4DDE0B50-3332-8EE0-2EB4-D3155840C14C}"/>
          </ac:spMkLst>
        </pc:spChg>
        <pc:spChg chg="add mod">
          <ac:chgData name="Mattia Erné" userId="ad84ee6f-0a28-4445-b06f-f3738604603d" providerId="ADAL" clId="{0EAF33D2-CB91-4161-AEEE-3E04C65FD73F}" dt="2024-11-19T21:18:15.230" v="2989" actId="1076"/>
          <ac:spMkLst>
            <pc:docMk/>
            <pc:sldMk cId="700574418" sldId="312"/>
            <ac:spMk id="37" creationId="{9A71F8BC-DF41-E4D1-FB55-CE2567DBB98F}"/>
          </ac:spMkLst>
        </pc:spChg>
        <pc:spChg chg="add mod">
          <ac:chgData name="Mattia Erné" userId="ad84ee6f-0a28-4445-b06f-f3738604603d" providerId="ADAL" clId="{0EAF33D2-CB91-4161-AEEE-3E04C65FD73F}" dt="2024-11-19T21:57:12.645" v="3473" actId="1076"/>
          <ac:spMkLst>
            <pc:docMk/>
            <pc:sldMk cId="700574418" sldId="312"/>
            <ac:spMk id="40" creationId="{C7F353F9-420F-5FA0-71BF-4AF96A19DA03}"/>
          </ac:spMkLst>
        </pc:spChg>
        <pc:spChg chg="add mod">
          <ac:chgData name="Mattia Erné" userId="ad84ee6f-0a28-4445-b06f-f3738604603d" providerId="ADAL" clId="{0EAF33D2-CB91-4161-AEEE-3E04C65FD73F}" dt="2024-11-19T21:57:08.448" v="3472" actId="14100"/>
          <ac:spMkLst>
            <pc:docMk/>
            <pc:sldMk cId="700574418" sldId="312"/>
            <ac:spMk id="41" creationId="{588F3D78-9B89-539E-3578-5054F37782E7}"/>
          </ac:spMkLst>
        </pc:spChg>
        <pc:spChg chg="add mod">
          <ac:chgData name="Mattia Erné" userId="ad84ee6f-0a28-4445-b06f-f3738604603d" providerId="ADAL" clId="{0EAF33D2-CB91-4161-AEEE-3E04C65FD73F}" dt="2024-11-19T21:56:51.865" v="3470" actId="1076"/>
          <ac:spMkLst>
            <pc:docMk/>
            <pc:sldMk cId="700574418" sldId="312"/>
            <ac:spMk id="42" creationId="{4FE387AB-57D2-9A54-5061-576F0A604F0E}"/>
          </ac:spMkLst>
        </pc:spChg>
        <pc:picChg chg="add mod">
          <ac:chgData name="Mattia Erné" userId="ad84ee6f-0a28-4445-b06f-f3738604603d" providerId="ADAL" clId="{0EAF33D2-CB91-4161-AEEE-3E04C65FD73F}" dt="2024-11-19T21:06:53.720" v="2879" actId="1076"/>
          <ac:picMkLst>
            <pc:docMk/>
            <pc:sldMk cId="700574418" sldId="312"/>
            <ac:picMk id="16" creationId="{854B147C-A3BC-C3F6-DF2F-A475A5D93A04}"/>
          </ac:picMkLst>
        </pc:picChg>
        <pc:picChg chg="add mod">
          <ac:chgData name="Mattia Erné" userId="ad84ee6f-0a28-4445-b06f-f3738604603d" providerId="ADAL" clId="{0EAF33D2-CB91-4161-AEEE-3E04C65FD73F}" dt="2024-11-19T21:06:14.129" v="2866" actId="1076"/>
          <ac:picMkLst>
            <pc:docMk/>
            <pc:sldMk cId="700574418" sldId="312"/>
            <ac:picMk id="17" creationId="{1C6B59BD-9942-543B-2E45-CDF7797E133E}"/>
          </ac:picMkLst>
        </pc:picChg>
        <pc:picChg chg="add mod">
          <ac:chgData name="Mattia Erné" userId="ad84ee6f-0a28-4445-b06f-f3738604603d" providerId="ADAL" clId="{0EAF33D2-CB91-4161-AEEE-3E04C65FD73F}" dt="2024-11-19T21:06:59.440" v="2882" actId="1076"/>
          <ac:picMkLst>
            <pc:docMk/>
            <pc:sldMk cId="700574418" sldId="312"/>
            <ac:picMk id="18" creationId="{6B502193-5F24-550F-E5C4-BD32F9583476}"/>
          </ac:picMkLst>
        </pc:picChg>
        <pc:picChg chg="add mod">
          <ac:chgData name="Mattia Erné" userId="ad84ee6f-0a28-4445-b06f-f3738604603d" providerId="ADAL" clId="{0EAF33D2-CB91-4161-AEEE-3E04C65FD73F}" dt="2024-11-19T21:06:57.914" v="2881" actId="1076"/>
          <ac:picMkLst>
            <pc:docMk/>
            <pc:sldMk cId="700574418" sldId="312"/>
            <ac:picMk id="19" creationId="{00A38900-55CD-2665-6856-F4858AA5901E}"/>
          </ac:picMkLst>
        </pc:picChg>
        <pc:picChg chg="add mod">
          <ac:chgData name="Mattia Erné" userId="ad84ee6f-0a28-4445-b06f-f3738604603d" providerId="ADAL" clId="{0EAF33D2-CB91-4161-AEEE-3E04C65FD73F}" dt="2024-11-19T21:07:02.387" v="2883" actId="1076"/>
          <ac:picMkLst>
            <pc:docMk/>
            <pc:sldMk cId="700574418" sldId="312"/>
            <ac:picMk id="20" creationId="{5FF48D95-7E71-391D-A9A8-529156F49029}"/>
          </ac:picMkLst>
        </pc:picChg>
        <pc:picChg chg="add mod">
          <ac:chgData name="Mattia Erné" userId="ad84ee6f-0a28-4445-b06f-f3738604603d" providerId="ADAL" clId="{0EAF33D2-CB91-4161-AEEE-3E04C65FD73F}" dt="2024-11-19T21:06:55.278" v="2880" actId="1076"/>
          <ac:picMkLst>
            <pc:docMk/>
            <pc:sldMk cId="700574418" sldId="312"/>
            <ac:picMk id="21" creationId="{970F9357-0D8A-0705-D4CA-3A32F15FBC28}"/>
          </ac:picMkLst>
        </pc:picChg>
        <pc:picChg chg="add mod">
          <ac:chgData name="Mattia Erné" userId="ad84ee6f-0a28-4445-b06f-f3738604603d" providerId="ADAL" clId="{0EAF33D2-CB91-4161-AEEE-3E04C65FD73F}" dt="2024-11-19T21:06:39.433" v="2872" actId="1076"/>
          <ac:picMkLst>
            <pc:docMk/>
            <pc:sldMk cId="700574418" sldId="312"/>
            <ac:picMk id="22" creationId="{B8C0ACA5-8763-8B0E-F13F-BDE39AE0EA98}"/>
          </ac:picMkLst>
        </pc:picChg>
        <pc:picChg chg="add mod">
          <ac:chgData name="Mattia Erné" userId="ad84ee6f-0a28-4445-b06f-f3738604603d" providerId="ADAL" clId="{0EAF33D2-CB91-4161-AEEE-3E04C65FD73F}" dt="2024-11-19T21:06:42.925" v="2874" actId="1076"/>
          <ac:picMkLst>
            <pc:docMk/>
            <pc:sldMk cId="700574418" sldId="312"/>
            <ac:picMk id="23" creationId="{4B358238-B66D-259F-66DB-8022FDFC1459}"/>
          </ac:picMkLst>
        </pc:picChg>
        <pc:picChg chg="add mod">
          <ac:chgData name="Mattia Erné" userId="ad84ee6f-0a28-4445-b06f-f3738604603d" providerId="ADAL" clId="{0EAF33D2-CB91-4161-AEEE-3E04C65FD73F}" dt="2024-11-19T21:06:46.148" v="2876" actId="1076"/>
          <ac:picMkLst>
            <pc:docMk/>
            <pc:sldMk cId="700574418" sldId="312"/>
            <ac:picMk id="24" creationId="{00EF2DE6-C66F-9EA1-E4D0-2948368E1E6A}"/>
          </ac:picMkLst>
        </pc:picChg>
        <pc:picChg chg="add mod">
          <ac:chgData name="Mattia Erné" userId="ad84ee6f-0a28-4445-b06f-f3738604603d" providerId="ADAL" clId="{0EAF33D2-CB91-4161-AEEE-3E04C65FD73F}" dt="2024-11-19T21:07:03.972" v="2884" actId="1076"/>
          <ac:picMkLst>
            <pc:docMk/>
            <pc:sldMk cId="700574418" sldId="312"/>
            <ac:picMk id="25" creationId="{B1B0AB89-A3E9-D3FD-D803-520D8C301757}"/>
          </ac:picMkLst>
        </pc:picChg>
        <pc:picChg chg="add mod">
          <ac:chgData name="Mattia Erné" userId="ad84ee6f-0a28-4445-b06f-f3738604603d" providerId="ADAL" clId="{0EAF33D2-CB91-4161-AEEE-3E04C65FD73F}" dt="2024-11-19T21:11:55.501" v="2904" actId="14100"/>
          <ac:picMkLst>
            <pc:docMk/>
            <pc:sldMk cId="700574418" sldId="312"/>
            <ac:picMk id="26" creationId="{A5E3FAEB-748C-6880-06DA-970C2DE1994C}"/>
          </ac:picMkLst>
        </pc:picChg>
        <pc:picChg chg="add mod">
          <ac:chgData name="Mattia Erné" userId="ad84ee6f-0a28-4445-b06f-f3738604603d" providerId="ADAL" clId="{0EAF33D2-CB91-4161-AEEE-3E04C65FD73F}" dt="2024-11-19T21:11:42.715" v="2899" actId="1076"/>
          <ac:picMkLst>
            <pc:docMk/>
            <pc:sldMk cId="700574418" sldId="312"/>
            <ac:picMk id="27" creationId="{D6D7DA42-9593-A143-0229-53D4E391CCB9}"/>
          </ac:picMkLst>
        </pc:picChg>
        <pc:picChg chg="add mod">
          <ac:chgData name="Mattia Erné" userId="ad84ee6f-0a28-4445-b06f-f3738604603d" providerId="ADAL" clId="{0EAF33D2-CB91-4161-AEEE-3E04C65FD73F}" dt="2024-11-19T21:11:52.366" v="2902" actId="1076"/>
          <ac:picMkLst>
            <pc:docMk/>
            <pc:sldMk cId="700574418" sldId="312"/>
            <ac:picMk id="28" creationId="{3E6DE7CE-BBD2-E400-7D5C-F556AEED9A60}"/>
          </ac:picMkLst>
        </pc:picChg>
        <pc:picChg chg="add mod">
          <ac:chgData name="Mattia Erné" userId="ad84ee6f-0a28-4445-b06f-f3738604603d" providerId="ADAL" clId="{0EAF33D2-CB91-4161-AEEE-3E04C65FD73F}" dt="2024-11-19T21:11:48.027" v="2901" actId="1076"/>
          <ac:picMkLst>
            <pc:docMk/>
            <pc:sldMk cId="700574418" sldId="312"/>
            <ac:picMk id="29" creationId="{949903E9-D93E-3A90-42B4-B830BD33AAE2}"/>
          </ac:picMkLst>
        </pc:picChg>
        <pc:picChg chg="add mod">
          <ac:chgData name="Mattia Erné" userId="ad84ee6f-0a28-4445-b06f-f3738604603d" providerId="ADAL" clId="{0EAF33D2-CB91-4161-AEEE-3E04C65FD73F}" dt="2024-11-19T21:11:59.297" v="2905" actId="1076"/>
          <ac:picMkLst>
            <pc:docMk/>
            <pc:sldMk cId="700574418" sldId="312"/>
            <ac:picMk id="30" creationId="{D791088C-518A-6C2A-749D-4F0DAC0B1A87}"/>
          </ac:picMkLst>
        </pc:picChg>
        <pc:picChg chg="add mod">
          <ac:chgData name="Mattia Erné" userId="ad84ee6f-0a28-4445-b06f-f3738604603d" providerId="ADAL" clId="{0EAF33D2-CB91-4161-AEEE-3E04C65FD73F}" dt="2024-11-19T21:12:38.084" v="2921" actId="1076"/>
          <ac:picMkLst>
            <pc:docMk/>
            <pc:sldMk cId="700574418" sldId="312"/>
            <ac:picMk id="31" creationId="{182CB8EB-8182-742B-6D51-B6B77AC2FC92}"/>
          </ac:picMkLst>
        </pc:picChg>
        <pc:picChg chg="add mod">
          <ac:chgData name="Mattia Erné" userId="ad84ee6f-0a28-4445-b06f-f3738604603d" providerId="ADAL" clId="{0EAF33D2-CB91-4161-AEEE-3E04C65FD73F}" dt="2024-11-19T21:12:35.459" v="2920" actId="1076"/>
          <ac:picMkLst>
            <pc:docMk/>
            <pc:sldMk cId="700574418" sldId="312"/>
            <ac:picMk id="32" creationId="{D3A2DB8F-C107-DC30-DC64-4DDD369CCB78}"/>
          </ac:picMkLst>
        </pc:picChg>
        <pc:picChg chg="add mod">
          <ac:chgData name="Mattia Erné" userId="ad84ee6f-0a28-4445-b06f-f3738604603d" providerId="ADAL" clId="{0EAF33D2-CB91-4161-AEEE-3E04C65FD73F}" dt="2024-11-19T21:12:28.036" v="2917" actId="1076"/>
          <ac:picMkLst>
            <pc:docMk/>
            <pc:sldMk cId="700574418" sldId="312"/>
            <ac:picMk id="33" creationId="{AFA916FF-258A-8CB0-7FB6-FE6BBDE98DE9}"/>
          </ac:picMkLst>
        </pc:picChg>
        <pc:picChg chg="add mod">
          <ac:chgData name="Mattia Erné" userId="ad84ee6f-0a28-4445-b06f-f3738604603d" providerId="ADAL" clId="{0EAF33D2-CB91-4161-AEEE-3E04C65FD73F}" dt="2024-11-19T21:12:20.228" v="2913" actId="1076"/>
          <ac:picMkLst>
            <pc:docMk/>
            <pc:sldMk cId="700574418" sldId="312"/>
            <ac:picMk id="34" creationId="{3FE2E6F3-2DEC-AD76-2E57-18DE3EB77936}"/>
          </ac:picMkLst>
        </pc:picChg>
        <pc:picChg chg="add mod">
          <ac:chgData name="Mattia Erné" userId="ad84ee6f-0a28-4445-b06f-f3738604603d" providerId="ADAL" clId="{0EAF33D2-CB91-4161-AEEE-3E04C65FD73F}" dt="2024-11-19T21:12:40.829" v="2922" actId="1076"/>
          <ac:picMkLst>
            <pc:docMk/>
            <pc:sldMk cId="700574418" sldId="312"/>
            <ac:picMk id="35" creationId="{0F7147E2-8936-21AC-8E3C-7277A86BFE21}"/>
          </ac:picMkLst>
        </pc:picChg>
        <pc:picChg chg="add mod">
          <ac:chgData name="Mattia Erné" userId="ad84ee6f-0a28-4445-b06f-f3738604603d" providerId="ADAL" clId="{0EAF33D2-CB91-4161-AEEE-3E04C65FD73F}" dt="2024-11-19T21:18:15.230" v="2989" actId="1076"/>
          <ac:picMkLst>
            <pc:docMk/>
            <pc:sldMk cId="700574418" sldId="312"/>
            <ac:picMk id="38" creationId="{18E4C7A3-18A6-6C4B-1FF6-4E68703D74B2}"/>
          </ac:picMkLst>
        </pc:picChg>
        <pc:picChg chg="add mod">
          <ac:chgData name="Mattia Erné" userId="ad84ee6f-0a28-4445-b06f-f3738604603d" providerId="ADAL" clId="{0EAF33D2-CB91-4161-AEEE-3E04C65FD73F}" dt="2024-11-19T21:18:15.230" v="2989" actId="1076"/>
          <ac:picMkLst>
            <pc:docMk/>
            <pc:sldMk cId="700574418" sldId="312"/>
            <ac:picMk id="39" creationId="{F695E6B1-C919-7FA5-4C24-C37195D9F351}"/>
          </ac:picMkLst>
        </pc:picChg>
        <pc:cxnChg chg="add mod topLvl">
          <ac:chgData name="Mattia Erné" userId="ad84ee6f-0a28-4445-b06f-f3738604603d" providerId="ADAL" clId="{0EAF33D2-CB91-4161-AEEE-3E04C65FD73F}" dt="2024-11-19T21:43:13.306" v="3200" actId="165"/>
          <ac:cxnSpMkLst>
            <pc:docMk/>
            <pc:sldMk cId="700574418" sldId="312"/>
            <ac:cxnSpMk id="7" creationId="{77B4B484-0636-A30F-38C4-3533A751F3A5}"/>
          </ac:cxnSpMkLst>
        </pc:cxnChg>
        <pc:cxnChg chg="add mod topLvl">
          <ac:chgData name="Mattia Erné" userId="ad84ee6f-0a28-4445-b06f-f3738604603d" providerId="ADAL" clId="{0EAF33D2-CB91-4161-AEEE-3E04C65FD73F}" dt="2024-11-20T19:53:04.430" v="4063" actId="1076"/>
          <ac:cxnSpMkLst>
            <pc:docMk/>
            <pc:sldMk cId="700574418" sldId="312"/>
            <ac:cxnSpMk id="8" creationId="{1587F6FE-5985-9A99-C223-FF318AD36291}"/>
          </ac:cxnSpMkLst>
        </pc:cxnChg>
      </pc:sldChg>
      <pc:sldChg chg="addSp delSp modSp add mod modTransition modAnim">
        <pc:chgData name="Mattia Erné" userId="ad84ee6f-0a28-4445-b06f-f3738604603d" providerId="ADAL" clId="{0EAF33D2-CB91-4161-AEEE-3E04C65FD73F}" dt="2024-12-29T13:52:07.934" v="13284" actId="20577"/>
        <pc:sldMkLst>
          <pc:docMk/>
          <pc:sldMk cId="1293540770" sldId="313"/>
        </pc:sldMkLst>
        <pc:spChg chg="mod">
          <ac:chgData name="Mattia Erné" userId="ad84ee6f-0a28-4445-b06f-f3738604603d" providerId="ADAL" clId="{0EAF33D2-CB91-4161-AEEE-3E04C65FD73F}" dt="2024-12-29T13:52:07.934" v="13284" actId="20577"/>
          <ac:spMkLst>
            <pc:docMk/>
            <pc:sldMk cId="1293540770" sldId="313"/>
            <ac:spMk id="2" creationId="{59AF2ADD-F443-3CDD-14F4-D356C8293E4D}"/>
          </ac:spMkLst>
        </pc:spChg>
        <pc:spChg chg="add mod">
          <ac:chgData name="Mattia Erné" userId="ad84ee6f-0a28-4445-b06f-f3738604603d" providerId="ADAL" clId="{0EAF33D2-CB91-4161-AEEE-3E04C65FD73F}" dt="2024-12-18T15:25:13.301" v="11390" actId="207"/>
          <ac:spMkLst>
            <pc:docMk/>
            <pc:sldMk cId="1293540770" sldId="313"/>
            <ac:spMk id="3" creationId="{1629A24C-6E57-1D72-093D-AE545BE85323}"/>
          </ac:spMkLst>
        </pc:spChg>
        <pc:spChg chg="add mod">
          <ac:chgData name="Mattia Erné" userId="ad84ee6f-0a28-4445-b06f-f3738604603d" providerId="ADAL" clId="{0EAF33D2-CB91-4161-AEEE-3E04C65FD73F}" dt="2024-12-23T16:12:33.576" v="11544" actId="12788"/>
          <ac:spMkLst>
            <pc:docMk/>
            <pc:sldMk cId="1293540770" sldId="313"/>
            <ac:spMk id="102" creationId="{083B0EC6-6083-2145-4EA6-117221359719}"/>
          </ac:spMkLst>
        </pc:spChg>
      </pc:sldChg>
      <pc:sldChg chg="addSp delSp modSp add mod modTransition">
        <pc:chgData name="Mattia Erné" userId="ad84ee6f-0a28-4445-b06f-f3738604603d" providerId="ADAL" clId="{0EAF33D2-CB91-4161-AEEE-3E04C65FD73F}" dt="2024-12-29T13:52:09.714" v="13285" actId="20577"/>
        <pc:sldMkLst>
          <pc:docMk/>
          <pc:sldMk cId="1182661322" sldId="314"/>
        </pc:sldMkLst>
        <pc:spChg chg="mod">
          <ac:chgData name="Mattia Erné" userId="ad84ee6f-0a28-4445-b06f-f3738604603d" providerId="ADAL" clId="{0EAF33D2-CB91-4161-AEEE-3E04C65FD73F}" dt="2024-12-29T13:52:09.714" v="13285" actId="20577"/>
          <ac:spMkLst>
            <pc:docMk/>
            <pc:sldMk cId="1182661322" sldId="314"/>
            <ac:spMk id="2" creationId="{71EF0B43-66A6-DE5D-8505-3EF33912709A}"/>
          </ac:spMkLst>
        </pc:spChg>
        <pc:spChg chg="add mod">
          <ac:chgData name="Mattia Erné" userId="ad84ee6f-0a28-4445-b06f-f3738604603d" providerId="ADAL" clId="{0EAF33D2-CB91-4161-AEEE-3E04C65FD73F}" dt="2024-12-14T17:19:41.002" v="10110" actId="1076"/>
          <ac:spMkLst>
            <pc:docMk/>
            <pc:sldMk cId="1182661322" sldId="314"/>
            <ac:spMk id="9" creationId="{78417F41-5572-7E07-AED8-F080010C8304}"/>
          </ac:spMkLst>
        </pc:spChg>
        <pc:spChg chg="add mod">
          <ac:chgData name="Mattia Erné" userId="ad84ee6f-0a28-4445-b06f-f3738604603d" providerId="ADAL" clId="{0EAF33D2-CB91-4161-AEEE-3E04C65FD73F}" dt="2024-12-18T15:34:47.314" v="11488" actId="20577"/>
          <ac:spMkLst>
            <pc:docMk/>
            <pc:sldMk cId="1182661322" sldId="314"/>
            <ac:spMk id="18" creationId="{1C1CD2A4-86A4-8A58-9C80-AC5A3F237B23}"/>
          </ac:spMkLst>
        </pc:spChg>
      </pc:sldChg>
      <pc:sldChg chg="addSp delSp modSp new mod modTransition modAnim">
        <pc:chgData name="Mattia Erné" userId="ad84ee6f-0a28-4445-b06f-f3738604603d" providerId="ADAL" clId="{0EAF33D2-CB91-4161-AEEE-3E04C65FD73F}" dt="2024-12-27T20:48:15.481" v="13267"/>
        <pc:sldMkLst>
          <pc:docMk/>
          <pc:sldMk cId="791777770" sldId="315"/>
        </pc:sldMkLst>
        <pc:spChg chg="add mod">
          <ac:chgData name="Mattia Erné" userId="ad84ee6f-0a28-4445-b06f-f3738604603d" providerId="ADAL" clId="{0EAF33D2-CB91-4161-AEEE-3E04C65FD73F}" dt="2024-11-20T19:50:42.248" v="4042" actId="20577"/>
          <ac:spMkLst>
            <pc:docMk/>
            <pc:sldMk cId="791777770" sldId="315"/>
            <ac:spMk id="11" creationId="{083015B2-2A1D-4127-2F10-9938F1BAF522}"/>
          </ac:spMkLst>
        </pc:spChg>
        <pc:spChg chg="add mod">
          <ac:chgData name="Mattia Erné" userId="ad84ee6f-0a28-4445-b06f-f3738604603d" providerId="ADAL" clId="{0EAF33D2-CB91-4161-AEEE-3E04C65FD73F}" dt="2024-11-20T19:50:42.248" v="4042" actId="20577"/>
          <ac:spMkLst>
            <pc:docMk/>
            <pc:sldMk cId="791777770" sldId="315"/>
            <ac:spMk id="12" creationId="{779D7B87-F23C-5501-510F-E505688AAB4A}"/>
          </ac:spMkLst>
        </pc:spChg>
        <pc:spChg chg="add mod">
          <ac:chgData name="Mattia Erné" userId="ad84ee6f-0a28-4445-b06f-f3738604603d" providerId="ADAL" clId="{0EAF33D2-CB91-4161-AEEE-3E04C65FD73F}" dt="2024-11-20T19:50:42.248" v="4042" actId="20577"/>
          <ac:spMkLst>
            <pc:docMk/>
            <pc:sldMk cId="791777770" sldId="315"/>
            <ac:spMk id="13" creationId="{59E2138E-944B-76A4-1F6F-AD3056F7FD91}"/>
          </ac:spMkLst>
        </pc:spChg>
        <pc:spChg chg="add mod">
          <ac:chgData name="Mattia Erné" userId="ad84ee6f-0a28-4445-b06f-f3738604603d" providerId="ADAL" clId="{0EAF33D2-CB91-4161-AEEE-3E04C65FD73F}" dt="2024-11-20T19:50:42.248" v="4042" actId="20577"/>
          <ac:spMkLst>
            <pc:docMk/>
            <pc:sldMk cId="791777770" sldId="315"/>
            <ac:spMk id="14" creationId="{D0650C9E-B257-E1AA-0F42-23445FDDEC9A}"/>
          </ac:spMkLst>
        </pc:spChg>
        <pc:spChg chg="add mod">
          <ac:chgData name="Mattia Erné" userId="ad84ee6f-0a28-4445-b06f-f3738604603d" providerId="ADAL" clId="{0EAF33D2-CB91-4161-AEEE-3E04C65FD73F}" dt="2024-11-20T19:50:42.248" v="4042" actId="20577"/>
          <ac:spMkLst>
            <pc:docMk/>
            <pc:sldMk cId="791777770" sldId="315"/>
            <ac:spMk id="15" creationId="{74DA326C-52B7-E6CC-1F02-69F022B54685}"/>
          </ac:spMkLst>
        </pc:spChg>
        <pc:spChg chg="add mod">
          <ac:chgData name="Mattia Erné" userId="ad84ee6f-0a28-4445-b06f-f3738604603d" providerId="ADAL" clId="{0EAF33D2-CB91-4161-AEEE-3E04C65FD73F}" dt="2024-11-20T19:51:38.930" v="4055" actId="1076"/>
          <ac:spMkLst>
            <pc:docMk/>
            <pc:sldMk cId="791777770" sldId="315"/>
            <ac:spMk id="20" creationId="{48F4E602-03A5-03AF-E3A2-638690977F89}"/>
          </ac:spMkLst>
        </pc:spChg>
        <pc:spChg chg="add mod">
          <ac:chgData name="Mattia Erné" userId="ad84ee6f-0a28-4445-b06f-f3738604603d" providerId="ADAL" clId="{0EAF33D2-CB91-4161-AEEE-3E04C65FD73F}" dt="2024-11-20T19:51:41.948" v="4056" actId="1076"/>
          <ac:spMkLst>
            <pc:docMk/>
            <pc:sldMk cId="791777770" sldId="315"/>
            <ac:spMk id="21" creationId="{CAD308DF-D87B-A518-1340-51BCF343791A}"/>
          </ac:spMkLst>
        </pc:spChg>
        <pc:spChg chg="add mod">
          <ac:chgData name="Mattia Erné" userId="ad84ee6f-0a28-4445-b06f-f3738604603d" providerId="ADAL" clId="{0EAF33D2-CB91-4161-AEEE-3E04C65FD73F}" dt="2024-11-20T19:50:42.248" v="4042" actId="20577"/>
          <ac:spMkLst>
            <pc:docMk/>
            <pc:sldMk cId="791777770" sldId="315"/>
            <ac:spMk id="22" creationId="{FC1F861A-5053-81A8-487D-B8186FA98563}"/>
          </ac:spMkLst>
        </pc:spChg>
        <pc:spChg chg="add mod">
          <ac:chgData name="Mattia Erné" userId="ad84ee6f-0a28-4445-b06f-f3738604603d" providerId="ADAL" clId="{0EAF33D2-CB91-4161-AEEE-3E04C65FD73F}" dt="2024-11-20T19:50:42.248" v="4042" actId="20577"/>
          <ac:spMkLst>
            <pc:docMk/>
            <pc:sldMk cId="791777770" sldId="315"/>
            <ac:spMk id="23" creationId="{87B0F6D0-66AB-6362-769F-D5C3B3675C99}"/>
          </ac:spMkLst>
        </pc:spChg>
        <pc:spChg chg="add mod">
          <ac:chgData name="Mattia Erné" userId="ad84ee6f-0a28-4445-b06f-f3738604603d" providerId="ADAL" clId="{0EAF33D2-CB91-4161-AEEE-3E04C65FD73F}" dt="2024-11-20T19:37:21.884" v="3800" actId="20577"/>
          <ac:spMkLst>
            <pc:docMk/>
            <pc:sldMk cId="791777770" sldId="315"/>
            <ac:spMk id="25" creationId="{69064AD0-9975-57EF-4E7C-62412D4BDA0A}"/>
          </ac:spMkLst>
        </pc:spChg>
        <pc:spChg chg="add mod">
          <ac:chgData name="Mattia Erné" userId="ad84ee6f-0a28-4445-b06f-f3738604603d" providerId="ADAL" clId="{0EAF33D2-CB91-4161-AEEE-3E04C65FD73F}" dt="2024-12-23T16:12:47.820" v="11548" actId="20577"/>
          <ac:spMkLst>
            <pc:docMk/>
            <pc:sldMk cId="791777770" sldId="315"/>
            <ac:spMk id="26" creationId="{C8AD9673-328E-3B00-13F7-A830754E7616}"/>
          </ac:spMkLst>
        </pc:spChg>
        <pc:spChg chg="add mod">
          <ac:chgData name="Mattia Erné" userId="ad84ee6f-0a28-4445-b06f-f3738604603d" providerId="ADAL" clId="{0EAF33D2-CB91-4161-AEEE-3E04C65FD73F}" dt="2024-12-18T15:25:48.564" v="11401" actId="1076"/>
          <ac:spMkLst>
            <pc:docMk/>
            <pc:sldMk cId="791777770" sldId="315"/>
            <ac:spMk id="53" creationId="{3FE5DA89-7CEF-BFDD-9E29-20E477296222}"/>
          </ac:spMkLst>
        </pc:spChg>
        <pc:grpChg chg="add mod">
          <ac:chgData name="Mattia Erné" userId="ad84ee6f-0a28-4445-b06f-f3738604603d" providerId="ADAL" clId="{0EAF33D2-CB91-4161-AEEE-3E04C65FD73F}" dt="2024-11-20T19:59:25.538" v="4139" actId="164"/>
          <ac:grpSpMkLst>
            <pc:docMk/>
            <pc:sldMk cId="791777770" sldId="315"/>
            <ac:grpSpMk id="24" creationId="{A9BC33A0-0F71-592D-29DD-B11296B69CED}"/>
          </ac:grpSpMkLst>
        </pc:grpChg>
        <pc:grpChg chg="add mod">
          <ac:chgData name="Mattia Erné" userId="ad84ee6f-0a28-4445-b06f-f3738604603d" providerId="ADAL" clId="{0EAF33D2-CB91-4161-AEEE-3E04C65FD73F}" dt="2024-11-20T19:59:32.933" v="4140" actId="14100"/>
          <ac:grpSpMkLst>
            <pc:docMk/>
            <pc:sldMk cId="791777770" sldId="315"/>
            <ac:grpSpMk id="77" creationId="{CE068E2E-804B-BFCE-D2C3-563AE6B3807B}"/>
          </ac:grpSpMkLst>
        </pc:grpChg>
        <pc:picChg chg="add mod">
          <ac:chgData name="Mattia Erné" userId="ad84ee6f-0a28-4445-b06f-f3738604603d" providerId="ADAL" clId="{0EAF33D2-CB91-4161-AEEE-3E04C65FD73F}" dt="2024-11-20T19:58:52.357" v="4135" actId="1076"/>
          <ac:picMkLst>
            <pc:docMk/>
            <pc:sldMk cId="791777770" sldId="315"/>
            <ac:picMk id="10" creationId="{15F87A0E-2776-E46D-DF81-E1305EC0B624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27" creationId="{8888D1A4-35E7-C106-E7D0-216E4A0A0D5A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28" creationId="{C7558A11-0D11-6014-9495-785F886028D8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29" creationId="{1899084A-D09B-5954-3146-8DEA80CD5CAF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0" creationId="{7A2B20AA-AF1D-C232-5D8F-9FA4DCB470F5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1" creationId="{3C3BFC56-72D1-2162-5EBE-7DE133915C09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2" creationId="{CF27433B-CB55-3EBA-2F14-ABB85A702B34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3" creationId="{D2A161F5-4AAB-645F-286A-90375D248CF5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4" creationId="{F48FFAFB-E239-D96E-296B-75D55BD63902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5" creationId="{D9AEEB6A-7504-5295-23A8-6EAF4A7E5BA6}"/>
          </ac:picMkLst>
        </pc:picChg>
        <pc:picChg chg="add mod topLvl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6" creationId="{569A8356-E7A3-C293-E537-B8FBBDDD81F1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8" creationId="{75DF7E48-15FB-E6A9-1410-099976E06826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39" creationId="{31C9BE8C-1563-12D3-C1A4-860F38BCDFEB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0" creationId="{3A78D4F7-E3DA-45F5-9035-78FCFA3CDD8D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1" creationId="{332EE0EA-41BF-A4F6-E268-7DEF7347179E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2" creationId="{67E2A852-6D6A-1A7C-6334-521733B9723E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3" creationId="{69CBE829-E154-1AEA-EB50-2E6D6E260FC2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4" creationId="{EB437DE2-68E1-51F7-4F75-936BD24CB5BA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5" creationId="{B7FB2F68-9158-8956-8206-ACE0B44E8F12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6" creationId="{6C28FB15-6562-7BC9-233D-52C9450160C2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7" creationId="{72C62078-E34A-C31D-A079-7906F1B4F108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8" creationId="{3D91438F-C91C-9644-ED89-0908D7A7BFA5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49" creationId="{968E706B-F239-EB92-F42A-B6CF42681658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50" creationId="{95865327-23F7-A28B-B152-A4502D78DE7E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51" creationId="{0811C090-3E0D-8C71-17F9-F4A8C2B77C96}"/>
          </ac:picMkLst>
        </pc:picChg>
        <pc:picChg chg="add mod">
          <ac:chgData name="Mattia Erné" userId="ad84ee6f-0a28-4445-b06f-f3738604603d" providerId="ADAL" clId="{0EAF33D2-CB91-4161-AEEE-3E04C65FD73F}" dt="2024-11-20T19:59:25.538" v="4139" actId="164"/>
          <ac:picMkLst>
            <pc:docMk/>
            <pc:sldMk cId="791777770" sldId="315"/>
            <ac:picMk id="52" creationId="{ABB8CCF3-E727-A076-7DA4-346AC4B4E88E}"/>
          </ac:picMkLst>
        </pc:picChg>
        <pc:picChg chg="add mod">
          <ac:chgData name="Mattia Erné" userId="ad84ee6f-0a28-4445-b06f-f3738604603d" providerId="ADAL" clId="{0EAF33D2-CB91-4161-AEEE-3E04C65FD73F}" dt="2024-12-18T15:26:53.826" v="11409" actId="14100"/>
          <ac:picMkLst>
            <pc:docMk/>
            <pc:sldMk cId="791777770" sldId="315"/>
            <ac:picMk id="89" creationId="{2F431436-3DE7-59DE-B3A0-2DB586B6454F}"/>
          </ac:picMkLst>
        </pc:picChg>
        <pc:cxnChg chg="add mod">
          <ac:chgData name="Mattia Erné" userId="ad84ee6f-0a28-4445-b06f-f3738604603d" providerId="ADAL" clId="{0EAF33D2-CB91-4161-AEEE-3E04C65FD73F}" dt="2024-11-20T19:50:42.248" v="4042" actId="20577"/>
          <ac:cxnSpMkLst>
            <pc:docMk/>
            <pc:sldMk cId="791777770" sldId="315"/>
            <ac:cxnSpMk id="16" creationId="{16B40A60-7C33-16F5-8584-C2EA0F1DFD16}"/>
          </ac:cxnSpMkLst>
        </pc:cxnChg>
        <pc:cxnChg chg="add mod">
          <ac:chgData name="Mattia Erné" userId="ad84ee6f-0a28-4445-b06f-f3738604603d" providerId="ADAL" clId="{0EAF33D2-CB91-4161-AEEE-3E04C65FD73F}" dt="2024-11-20T19:50:42.248" v="4042" actId="20577"/>
          <ac:cxnSpMkLst>
            <pc:docMk/>
            <pc:sldMk cId="791777770" sldId="315"/>
            <ac:cxnSpMk id="17" creationId="{C7E34E44-286E-39FE-39C5-1F736979D092}"/>
          </ac:cxnSpMkLst>
        </pc:cxnChg>
        <pc:cxnChg chg="add mod">
          <ac:chgData name="Mattia Erné" userId="ad84ee6f-0a28-4445-b06f-f3738604603d" providerId="ADAL" clId="{0EAF33D2-CB91-4161-AEEE-3E04C65FD73F}" dt="2024-11-20T19:50:42.248" v="4042" actId="20577"/>
          <ac:cxnSpMkLst>
            <pc:docMk/>
            <pc:sldMk cId="791777770" sldId="315"/>
            <ac:cxnSpMk id="18" creationId="{2D5A5698-519B-173C-1EF5-E8A024014CC8}"/>
          </ac:cxnSpMkLst>
        </pc:cxnChg>
        <pc:cxnChg chg="add mod">
          <ac:chgData name="Mattia Erné" userId="ad84ee6f-0a28-4445-b06f-f3738604603d" providerId="ADAL" clId="{0EAF33D2-CB91-4161-AEEE-3E04C65FD73F}" dt="2024-11-20T19:50:42.248" v="4042" actId="20577"/>
          <ac:cxnSpMkLst>
            <pc:docMk/>
            <pc:sldMk cId="791777770" sldId="315"/>
            <ac:cxnSpMk id="19" creationId="{C7A37D8A-D644-E69B-C35B-271ABAB52A40}"/>
          </ac:cxnSpMkLst>
        </pc:cxnChg>
      </pc:sldChg>
      <pc:sldChg chg="addSp modSp new mod modTransition modAnim">
        <pc:chgData name="Mattia Erné" userId="ad84ee6f-0a28-4445-b06f-f3738604603d" providerId="ADAL" clId="{0EAF33D2-CB91-4161-AEEE-3E04C65FD73F}" dt="2024-12-27T20:48:15.481" v="13267"/>
        <pc:sldMkLst>
          <pc:docMk/>
          <pc:sldMk cId="3672981747" sldId="316"/>
        </pc:sldMkLst>
        <pc:spChg chg="add mod">
          <ac:chgData name="Mattia Erné" userId="ad84ee6f-0a28-4445-b06f-f3738604603d" providerId="ADAL" clId="{0EAF33D2-CB91-4161-AEEE-3E04C65FD73F}" dt="2024-11-20T20:08:18.254" v="4145"/>
          <ac:spMkLst>
            <pc:docMk/>
            <pc:sldMk cId="3672981747" sldId="316"/>
            <ac:spMk id="2" creationId="{CA82587B-D723-71FB-BD7E-631C083DB290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30" creationId="{38875488-559D-855D-6858-F15AC45927A4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31" creationId="{684B80B3-0FBE-5A55-E25B-C9E3238D6229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32" creationId="{CF4580BB-58E9-D584-345F-3B83D20CE60A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33" creationId="{529B3914-2BE1-D0FB-3A0C-534E138118C4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34" creationId="{E58B499D-F5DA-BDEC-83E8-67F9D193B343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39" creationId="{0A935566-0F2E-E8CF-C2A3-1FF0628EAC5A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40" creationId="{29805A0C-7314-3BA1-A074-4932450CFD39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41" creationId="{FADBFD97-0362-A3AF-277C-D5D894F36F9D}"/>
          </ac:spMkLst>
        </pc:spChg>
        <pc:spChg chg="mod">
          <ac:chgData name="Mattia Erné" userId="ad84ee6f-0a28-4445-b06f-f3738604603d" providerId="ADAL" clId="{0EAF33D2-CB91-4161-AEEE-3E04C65FD73F}" dt="2024-11-20T20:08:35.906" v="4146"/>
          <ac:spMkLst>
            <pc:docMk/>
            <pc:sldMk cId="3672981747" sldId="316"/>
            <ac:spMk id="42" creationId="{1F6E52D6-16DF-1481-125A-C9259B492B03}"/>
          </ac:spMkLst>
        </pc:spChg>
        <pc:spChg chg="add mod">
          <ac:chgData name="Mattia Erné" userId="ad84ee6f-0a28-4445-b06f-f3738604603d" providerId="ADAL" clId="{0EAF33D2-CB91-4161-AEEE-3E04C65FD73F}" dt="2024-11-20T20:57:23.111" v="4465"/>
          <ac:spMkLst>
            <pc:docMk/>
            <pc:sldMk cId="3672981747" sldId="316"/>
            <ac:spMk id="43" creationId="{AC6F5999-0D07-D540-21DA-F1DDF3B20271}"/>
          </ac:spMkLst>
        </pc:spChg>
        <pc:spChg chg="add mod">
          <ac:chgData name="Mattia Erné" userId="ad84ee6f-0a28-4445-b06f-f3738604603d" providerId="ADAL" clId="{0EAF33D2-CB91-4161-AEEE-3E04C65FD73F}" dt="2024-11-20T20:57:25.379" v="4466"/>
          <ac:spMkLst>
            <pc:docMk/>
            <pc:sldMk cId="3672981747" sldId="316"/>
            <ac:spMk id="44" creationId="{6EAB71FF-29F3-08B7-E973-9290FC615CF7}"/>
          </ac:spMkLst>
        </pc:spChg>
        <pc:spChg chg="add mod">
          <ac:chgData name="Mattia Erné" userId="ad84ee6f-0a28-4445-b06f-f3738604603d" providerId="ADAL" clId="{0EAF33D2-CB91-4161-AEEE-3E04C65FD73F}" dt="2024-11-20T20:57:27.781" v="4467"/>
          <ac:spMkLst>
            <pc:docMk/>
            <pc:sldMk cId="3672981747" sldId="316"/>
            <ac:spMk id="45" creationId="{2DBE22FA-8B63-709B-E594-631A6B18D58F}"/>
          </ac:spMkLst>
        </pc:spChg>
        <pc:spChg chg="add mod">
          <ac:chgData name="Mattia Erné" userId="ad84ee6f-0a28-4445-b06f-f3738604603d" providerId="ADAL" clId="{0EAF33D2-CB91-4161-AEEE-3E04C65FD73F}" dt="2024-11-20T20:57:29.956" v="4468"/>
          <ac:spMkLst>
            <pc:docMk/>
            <pc:sldMk cId="3672981747" sldId="316"/>
            <ac:spMk id="46" creationId="{E2B2FE65-070C-7CFD-14EE-820885DA1F64}"/>
          </ac:spMkLst>
        </pc:spChg>
        <pc:spChg chg="add mod">
          <ac:chgData name="Mattia Erné" userId="ad84ee6f-0a28-4445-b06f-f3738604603d" providerId="ADAL" clId="{0EAF33D2-CB91-4161-AEEE-3E04C65FD73F}" dt="2024-11-20T20:57:33.665" v="4470"/>
          <ac:spMkLst>
            <pc:docMk/>
            <pc:sldMk cId="3672981747" sldId="316"/>
            <ac:spMk id="47" creationId="{A6678659-163E-E645-0005-1113002C9BA4}"/>
          </ac:spMkLst>
        </pc:spChg>
        <pc:grpChg chg="add mod">
          <ac:chgData name="Mattia Erné" userId="ad84ee6f-0a28-4445-b06f-f3738604603d" providerId="ADAL" clId="{0EAF33D2-CB91-4161-AEEE-3E04C65FD73F}" dt="2024-11-20T20:21:55.432" v="4322" actId="1036"/>
          <ac:grpSpMkLst>
            <pc:docMk/>
            <pc:sldMk cId="3672981747" sldId="316"/>
            <ac:grpSpMk id="3" creationId="{40ECB07F-8C36-7FC4-5F62-3BD5C4D85D2B}"/>
          </ac:grpSpMkLst>
        </pc:grpChg>
        <pc:grpChg chg="mod">
          <ac:chgData name="Mattia Erné" userId="ad84ee6f-0a28-4445-b06f-f3738604603d" providerId="ADAL" clId="{0EAF33D2-CB91-4161-AEEE-3E04C65FD73F}" dt="2024-11-20T20:08:35.906" v="4146"/>
          <ac:grpSpMkLst>
            <pc:docMk/>
            <pc:sldMk cId="3672981747" sldId="316"/>
            <ac:grpSpMk id="4" creationId="{1B89A1FA-0269-C7D0-E1A5-96A3431D136C}"/>
          </ac:grpSpMkLst>
        </pc:grp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5" creationId="{BEF0F813-C415-86A9-598C-6F70BA0536E6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6" creationId="{261E3260-1137-1045-A9FF-786E27E7D52F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7" creationId="{565C4A6E-1686-2AA2-1C14-A538C5F1351F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8" creationId="{4BA81244-376D-3ACD-C030-E8549C094361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9" creationId="{CBD2C149-7022-6BB1-BC32-BABB46F460F5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0" creationId="{0C3EA1B8-4BAD-F96C-B958-2B6B19AFE2ED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1" creationId="{D6EEA71A-7705-D5FF-AC1C-71CCD4EC2795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2" creationId="{1DFCAC20-FB82-942B-9E9D-10D86EA42958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3" creationId="{02B14834-E57D-5698-C063-451D54E72D9D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4" creationId="{7E0511E1-9336-B8D0-64CF-8FE7DCC45F7B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5" creationId="{F0FBE951-703B-D385-7A20-8237BDCC57E1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6" creationId="{CE320FD0-F5FB-E1FA-740D-B306AB5E16DD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7" creationId="{0AEF292F-FC68-50AF-4B11-93F0BEF6F9C0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8" creationId="{78C4E22E-16E5-3BCB-CDE3-0874CCFE6AAF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19" creationId="{98AD0AE5-38A7-ADAB-E9C9-E4380CB3EFB6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0" creationId="{779B3D97-6194-2275-6A1E-0A4CF1B45B2E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1" creationId="{DA5F4614-181E-54C9-4D44-08BE5E099B11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2" creationId="{9E0860C5-1FEC-9434-6517-AB1C43AD0973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3" creationId="{279E4842-AF83-D364-5CEC-2FD268EE6CA3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4" creationId="{1D9082E1-614A-1ACA-DA08-A401BB358BC7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5" creationId="{9FBBFC1D-9C28-C89B-B1F6-53354D22C9B4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6" creationId="{A97D8891-47BE-D40E-BE6B-F428C0F355E2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7" creationId="{4F6D63B5-1CFC-46DE-103F-69ACEEE1F201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8" creationId="{02F4CB23-53E7-61A4-9B92-73B15B7BC247}"/>
          </ac:picMkLst>
        </pc:picChg>
        <pc:picChg chg="mod">
          <ac:chgData name="Mattia Erné" userId="ad84ee6f-0a28-4445-b06f-f3738604603d" providerId="ADAL" clId="{0EAF33D2-CB91-4161-AEEE-3E04C65FD73F}" dt="2024-11-20T20:08:35.906" v="4146"/>
          <ac:picMkLst>
            <pc:docMk/>
            <pc:sldMk cId="3672981747" sldId="316"/>
            <ac:picMk id="29" creationId="{C3F4230B-A01C-D018-91E0-D064A6701BEE}"/>
          </ac:picMkLst>
        </pc:picChg>
        <pc:cxnChg chg="mod">
          <ac:chgData name="Mattia Erné" userId="ad84ee6f-0a28-4445-b06f-f3738604603d" providerId="ADAL" clId="{0EAF33D2-CB91-4161-AEEE-3E04C65FD73F}" dt="2024-11-20T20:08:35.906" v="4146"/>
          <ac:cxnSpMkLst>
            <pc:docMk/>
            <pc:sldMk cId="3672981747" sldId="316"/>
            <ac:cxnSpMk id="35" creationId="{7631F847-F656-6CFD-00CD-311674E9867B}"/>
          </ac:cxnSpMkLst>
        </pc:cxnChg>
        <pc:cxnChg chg="mod">
          <ac:chgData name="Mattia Erné" userId="ad84ee6f-0a28-4445-b06f-f3738604603d" providerId="ADAL" clId="{0EAF33D2-CB91-4161-AEEE-3E04C65FD73F}" dt="2024-11-20T20:08:35.906" v="4146"/>
          <ac:cxnSpMkLst>
            <pc:docMk/>
            <pc:sldMk cId="3672981747" sldId="316"/>
            <ac:cxnSpMk id="36" creationId="{392EE4C7-25FE-1C2C-EFAF-7D4ECA73806E}"/>
          </ac:cxnSpMkLst>
        </pc:cxnChg>
        <pc:cxnChg chg="mod">
          <ac:chgData name="Mattia Erné" userId="ad84ee6f-0a28-4445-b06f-f3738604603d" providerId="ADAL" clId="{0EAF33D2-CB91-4161-AEEE-3E04C65FD73F}" dt="2024-11-20T20:08:35.906" v="4146"/>
          <ac:cxnSpMkLst>
            <pc:docMk/>
            <pc:sldMk cId="3672981747" sldId="316"/>
            <ac:cxnSpMk id="37" creationId="{300A7479-24BE-B7D5-5218-76BB58E997C6}"/>
          </ac:cxnSpMkLst>
        </pc:cxnChg>
        <pc:cxnChg chg="mod">
          <ac:chgData name="Mattia Erné" userId="ad84ee6f-0a28-4445-b06f-f3738604603d" providerId="ADAL" clId="{0EAF33D2-CB91-4161-AEEE-3E04C65FD73F}" dt="2024-11-20T20:08:35.906" v="4146"/>
          <ac:cxnSpMkLst>
            <pc:docMk/>
            <pc:sldMk cId="3672981747" sldId="316"/>
            <ac:cxnSpMk id="38" creationId="{2543B582-BA5F-AE68-1439-7315CF8C26BF}"/>
          </ac:cxnSpMkLst>
        </pc:cxnChg>
      </pc:sldChg>
      <pc:sldChg chg="addSp delSp 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3515683913" sldId="317"/>
        </pc:sldMkLst>
        <pc:spChg chg="add mod">
          <ac:chgData name="Mattia Erné" userId="ad84ee6f-0a28-4445-b06f-f3738604603d" providerId="ADAL" clId="{0EAF33D2-CB91-4161-AEEE-3E04C65FD73F}" dt="2024-12-18T15:33:45.825" v="11483" actId="1076"/>
          <ac:spMkLst>
            <pc:docMk/>
            <pc:sldMk cId="3515683913" sldId="317"/>
            <ac:spMk id="43" creationId="{DFD35600-8AED-9A3A-24D8-647E9DFD2330}"/>
          </ac:spMkLst>
        </pc:spChg>
        <pc:spChg chg="add mod">
          <ac:chgData name="Mattia Erné" userId="ad84ee6f-0a28-4445-b06f-f3738604603d" providerId="ADAL" clId="{0EAF33D2-CB91-4161-AEEE-3E04C65FD73F}" dt="2024-12-18T15:33:27.622" v="11482" actId="1076"/>
          <ac:spMkLst>
            <pc:docMk/>
            <pc:sldMk cId="3515683913" sldId="317"/>
            <ac:spMk id="44" creationId="{917EA6D0-D16E-E4FD-6D68-8C0834155316}"/>
          </ac:spMkLst>
        </pc:spChg>
      </pc:sldChg>
      <pc:sldChg chg="addSp delSp modSp add mod ord modTransition">
        <pc:chgData name="Mattia Erné" userId="ad84ee6f-0a28-4445-b06f-f3738604603d" providerId="ADAL" clId="{0EAF33D2-CB91-4161-AEEE-3E04C65FD73F}" dt="2024-12-27T20:48:15.481" v="13267"/>
        <pc:sldMkLst>
          <pc:docMk/>
          <pc:sldMk cId="3651035034" sldId="318"/>
        </pc:sldMkLst>
        <pc:spChg chg="add mod">
          <ac:chgData name="Mattia Erné" userId="ad84ee6f-0a28-4445-b06f-f3738604603d" providerId="ADAL" clId="{0EAF33D2-CB91-4161-AEEE-3E04C65FD73F}" dt="2024-12-18T15:34:15.076" v="11486"/>
          <ac:spMkLst>
            <pc:docMk/>
            <pc:sldMk cId="3651035034" sldId="318"/>
            <ac:spMk id="3" creationId="{EFB4CFFB-0E46-5FA0-3A48-BB63484AA4BB}"/>
          </ac:spMkLst>
        </pc:spChg>
        <pc:spChg chg="mod">
          <ac:chgData name="Mattia Erné" userId="ad84ee6f-0a28-4445-b06f-f3738604603d" providerId="ADAL" clId="{0EAF33D2-CB91-4161-AEEE-3E04C65FD73F}" dt="2024-12-23T16:12:59.552" v="11552" actId="20577"/>
          <ac:spMkLst>
            <pc:docMk/>
            <pc:sldMk cId="3651035034" sldId="318"/>
            <ac:spMk id="26" creationId="{F78FEE01-E044-FDDB-D4BA-1CF7D3CB1761}"/>
          </ac:spMkLst>
        </pc:spChg>
        <pc:picChg chg="add mod">
          <ac:chgData name="Mattia Erné" userId="ad84ee6f-0a28-4445-b06f-f3738604603d" providerId="ADAL" clId="{0EAF33D2-CB91-4161-AEEE-3E04C65FD73F}" dt="2024-12-18T15:34:15.076" v="11486"/>
          <ac:picMkLst>
            <pc:docMk/>
            <pc:sldMk cId="3651035034" sldId="318"/>
            <ac:picMk id="4" creationId="{7C040D65-8B1E-7B37-0F88-F97AFC36DCE9}"/>
          </ac:picMkLst>
        </pc:picChg>
      </pc:sldChg>
      <pc:sldChg chg="addSp modSp new mod modTransition modAnim">
        <pc:chgData name="Mattia Erné" userId="ad84ee6f-0a28-4445-b06f-f3738604603d" providerId="ADAL" clId="{0EAF33D2-CB91-4161-AEEE-3E04C65FD73F}" dt="2024-12-29T13:52:18.350" v="13286" actId="20577"/>
        <pc:sldMkLst>
          <pc:docMk/>
          <pc:sldMk cId="3043456620" sldId="319"/>
        </pc:sldMkLst>
        <pc:spChg chg="add mod">
          <ac:chgData name="Mattia Erné" userId="ad84ee6f-0a28-4445-b06f-f3738604603d" providerId="ADAL" clId="{0EAF33D2-CB91-4161-AEEE-3E04C65FD73F}" dt="2024-12-29T13:52:18.350" v="13286" actId="20577"/>
          <ac:spMkLst>
            <pc:docMk/>
            <pc:sldMk cId="3043456620" sldId="319"/>
            <ac:spMk id="3" creationId="{104C2071-3B4F-F880-984D-EEC7B56442F9}"/>
          </ac:spMkLst>
        </pc:spChg>
        <pc:spChg chg="add mod">
          <ac:chgData name="Mattia Erné" userId="ad84ee6f-0a28-4445-b06f-f3738604603d" providerId="ADAL" clId="{0EAF33D2-CB91-4161-AEEE-3E04C65FD73F}" dt="2024-12-14T13:56:46.695" v="7855" actId="20577"/>
          <ac:spMkLst>
            <pc:docMk/>
            <pc:sldMk cId="3043456620" sldId="319"/>
            <ac:spMk id="4" creationId="{6F56CDCE-516E-5832-EF8C-511BE48A9151}"/>
          </ac:spMkLst>
        </pc:spChg>
        <pc:spChg chg="add mod">
          <ac:chgData name="Mattia Erné" userId="ad84ee6f-0a28-4445-b06f-f3738604603d" providerId="ADAL" clId="{0EAF33D2-CB91-4161-AEEE-3E04C65FD73F}" dt="2024-11-20T21:17:18.582" v="4706" actId="1076"/>
          <ac:spMkLst>
            <pc:docMk/>
            <pc:sldMk cId="3043456620" sldId="319"/>
            <ac:spMk id="5" creationId="{80D645FA-4015-0D5D-35B9-D29FEB1CB8EC}"/>
          </ac:spMkLst>
        </pc:spChg>
        <pc:picChg chg="add mod">
          <ac:chgData name="Mattia Erné" userId="ad84ee6f-0a28-4445-b06f-f3738604603d" providerId="ADAL" clId="{0EAF33D2-CB91-4161-AEEE-3E04C65FD73F}" dt="2024-12-23T21:53:24.536" v="11579" actId="1076"/>
          <ac:picMkLst>
            <pc:docMk/>
            <pc:sldMk cId="3043456620" sldId="319"/>
            <ac:picMk id="2" creationId="{B1671A29-C103-716B-1FCB-062716B078AC}"/>
          </ac:picMkLst>
        </pc:picChg>
      </pc:sldChg>
      <pc:sldChg chg="addSp modSp new mod modTransition modAnim">
        <pc:chgData name="Mattia Erné" userId="ad84ee6f-0a28-4445-b06f-f3738604603d" providerId="ADAL" clId="{0EAF33D2-CB91-4161-AEEE-3E04C65FD73F}" dt="2024-12-29T13:52:20.483" v="13287" actId="20577"/>
        <pc:sldMkLst>
          <pc:docMk/>
          <pc:sldMk cId="2755747164" sldId="320"/>
        </pc:sldMkLst>
        <pc:spChg chg="add mod">
          <ac:chgData name="Mattia Erné" userId="ad84ee6f-0a28-4445-b06f-f3738604603d" providerId="ADAL" clId="{0EAF33D2-CB91-4161-AEEE-3E04C65FD73F}" dt="2024-12-29T13:52:20.483" v="13287" actId="20577"/>
          <ac:spMkLst>
            <pc:docMk/>
            <pc:sldMk cId="2755747164" sldId="320"/>
            <ac:spMk id="2" creationId="{C4E04EA9-0467-8862-0832-6B688AA5CF05}"/>
          </ac:spMkLst>
        </pc:spChg>
        <pc:spChg chg="add mod">
          <ac:chgData name="Mattia Erné" userId="ad84ee6f-0a28-4445-b06f-f3738604603d" providerId="ADAL" clId="{0EAF33D2-CB91-4161-AEEE-3E04C65FD73F}" dt="2024-12-23T16:13:13.233" v="11556" actId="20577"/>
          <ac:spMkLst>
            <pc:docMk/>
            <pc:sldMk cId="2755747164" sldId="320"/>
            <ac:spMk id="3" creationId="{B2C1AA3A-02AE-986B-163D-2603C08B3ED3}"/>
          </ac:spMkLst>
        </pc:spChg>
      </pc:sldChg>
      <pc:sldChg chg="addSp delSp modSp add mod modTransition delAnim modAnim">
        <pc:chgData name="Mattia Erné" userId="ad84ee6f-0a28-4445-b06f-f3738604603d" providerId="ADAL" clId="{0EAF33D2-CB91-4161-AEEE-3E04C65FD73F}" dt="2024-12-29T13:52:24.679" v="13288" actId="20577"/>
        <pc:sldMkLst>
          <pc:docMk/>
          <pc:sldMk cId="2334029575" sldId="321"/>
        </pc:sldMkLst>
        <pc:spChg chg="mod">
          <ac:chgData name="Mattia Erné" userId="ad84ee6f-0a28-4445-b06f-f3738604603d" providerId="ADAL" clId="{0EAF33D2-CB91-4161-AEEE-3E04C65FD73F}" dt="2024-12-29T13:52:24.679" v="13288" actId="20577"/>
          <ac:spMkLst>
            <pc:docMk/>
            <pc:sldMk cId="2334029575" sldId="321"/>
            <ac:spMk id="2" creationId="{D4F6A4C8-66BB-970A-B6E8-0F7DC282F6BF}"/>
          </ac:spMkLst>
        </pc:spChg>
        <pc:graphicFrameChg chg="add mod">
          <ac:chgData name="Mattia Erné" userId="ad84ee6f-0a28-4445-b06f-f3738604603d" providerId="ADAL" clId="{0EAF33D2-CB91-4161-AEEE-3E04C65FD73F}" dt="2024-12-14T13:58:16.316" v="7870" actId="5736"/>
          <ac:graphicFrameMkLst>
            <pc:docMk/>
            <pc:sldMk cId="2334029575" sldId="321"/>
            <ac:graphicFrameMk id="4" creationId="{F5905898-B492-37E6-C280-8273786BBF69}"/>
          </ac:graphicFrameMkLst>
        </pc:graphicFrameChg>
        <pc:cxnChg chg="add mod">
          <ac:chgData name="Mattia Erné" userId="ad84ee6f-0a28-4445-b06f-f3738604603d" providerId="ADAL" clId="{0EAF33D2-CB91-4161-AEEE-3E04C65FD73F}" dt="2024-12-14T14:01:36.976" v="7876" actId="208"/>
          <ac:cxnSpMkLst>
            <pc:docMk/>
            <pc:sldMk cId="2334029575" sldId="321"/>
            <ac:cxnSpMk id="5" creationId="{15FE7774-4D03-1C16-D853-A5CBA2CB9C90}"/>
          </ac:cxnSpMkLst>
        </pc:cxnChg>
        <pc:cxnChg chg="add mod">
          <ac:chgData name="Mattia Erné" userId="ad84ee6f-0a28-4445-b06f-f3738604603d" providerId="ADAL" clId="{0EAF33D2-CB91-4161-AEEE-3E04C65FD73F}" dt="2024-12-14T14:01:27.141" v="7875" actId="208"/>
          <ac:cxnSpMkLst>
            <pc:docMk/>
            <pc:sldMk cId="2334029575" sldId="321"/>
            <ac:cxnSpMk id="6" creationId="{3641B0F3-B68B-0305-CAFE-92CC892139F7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7" creationId="{4DEA30C7-9A3D-1E2C-588E-F97334423D4D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8" creationId="{6C1E2DDD-2CDA-4733-00EC-04E6715A4BBB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9" creationId="{F05F4619-C551-23F0-8810-36F7BCD93DAF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0" creationId="{0EBAEE78-76C5-8798-A8CC-E27383EE9FFC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1" creationId="{55EEFBF3-C541-9CC1-D070-DC36093161A9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2" creationId="{982FD45C-656E-1111-7677-A2A0C61CDCA5}"/>
          </ac:cxnSpMkLst>
        </pc:cxnChg>
        <pc:cxnChg chg="add mod or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3" creationId="{1CCC621B-9E95-8B6E-756F-2595279CBE13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4" creationId="{80B694A1-EFC1-D8F2-2869-93342F3C66F6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5" creationId="{67CDC46E-402B-887B-6F70-8732313EA71C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6" creationId="{14D44741-2869-1884-E189-195352C0B14A}"/>
          </ac:cxnSpMkLst>
        </pc:cxnChg>
        <pc:cxnChg chg="add mod">
          <ac:chgData name="Mattia Erné" userId="ad84ee6f-0a28-4445-b06f-f3738604603d" providerId="ADAL" clId="{0EAF33D2-CB91-4161-AEEE-3E04C65FD73F}" dt="2024-12-14T13:58:16.316" v="7870" actId="5736"/>
          <ac:cxnSpMkLst>
            <pc:docMk/>
            <pc:sldMk cId="2334029575" sldId="321"/>
            <ac:cxnSpMk id="17" creationId="{2E22548A-F104-62F4-3434-FBE0BBF03A3A}"/>
          </ac:cxnSpMkLst>
        </pc:cxnChg>
      </pc:sldChg>
      <pc:sldChg chg="addSp modSp new del">
        <pc:chgData name="Mattia Erné" userId="ad84ee6f-0a28-4445-b06f-f3738604603d" providerId="ADAL" clId="{0EAF33D2-CB91-4161-AEEE-3E04C65FD73F}" dt="2024-11-25T21:24:10.120" v="4960" actId="2696"/>
        <pc:sldMkLst>
          <pc:docMk/>
          <pc:sldMk cId="1771368573" sldId="322"/>
        </pc:sldMkLst>
      </pc:sldChg>
      <pc:sldChg chg="addSp delSp modSp new mod modTransition delAnim modAnim">
        <pc:chgData name="Mattia Erné" userId="ad84ee6f-0a28-4445-b06f-f3738604603d" providerId="ADAL" clId="{0EAF33D2-CB91-4161-AEEE-3E04C65FD73F}" dt="2024-12-29T13:52:28.889" v="13289" actId="20577"/>
        <pc:sldMkLst>
          <pc:docMk/>
          <pc:sldMk cId="3647131265" sldId="322"/>
        </pc:sldMkLst>
        <pc:spChg chg="add mod">
          <ac:chgData name="Mattia Erné" userId="ad84ee6f-0a28-4445-b06f-f3738604603d" providerId="ADAL" clId="{0EAF33D2-CB91-4161-AEEE-3E04C65FD73F}" dt="2024-12-29T13:52:28.889" v="13289" actId="20577"/>
          <ac:spMkLst>
            <pc:docMk/>
            <pc:sldMk cId="3647131265" sldId="322"/>
            <ac:spMk id="32" creationId="{D7E91A7F-E6F0-D6D8-BD31-549479D36C01}"/>
          </ac:spMkLst>
        </pc:spChg>
        <pc:spChg chg="add mod">
          <ac:chgData name="Mattia Erné" userId="ad84ee6f-0a28-4445-b06f-f3738604603d" providerId="ADAL" clId="{0EAF33D2-CB91-4161-AEEE-3E04C65FD73F}" dt="2024-12-14T14:02:55.450" v="7935" actId="1076"/>
          <ac:spMkLst>
            <pc:docMk/>
            <pc:sldMk cId="3647131265" sldId="322"/>
            <ac:spMk id="34" creationId="{8CE33528-A363-935E-5336-F804423F3D48}"/>
          </ac:spMkLst>
        </pc:spChg>
        <pc:spChg chg="add mod">
          <ac:chgData name="Mattia Erné" userId="ad84ee6f-0a28-4445-b06f-f3738604603d" providerId="ADAL" clId="{0EAF33D2-CB91-4161-AEEE-3E04C65FD73F}" dt="2024-12-14T14:02:42.444" v="7933" actId="1076"/>
          <ac:spMkLst>
            <pc:docMk/>
            <pc:sldMk cId="3647131265" sldId="322"/>
            <ac:spMk id="70" creationId="{7C0F3069-1B96-E6E7-11B8-B48775ACE33E}"/>
          </ac:spMkLst>
        </pc:spChg>
        <pc:picChg chg="add mod">
          <ac:chgData name="Mattia Erné" userId="ad84ee6f-0a28-4445-b06f-f3738604603d" providerId="ADAL" clId="{0EAF33D2-CB91-4161-AEEE-3E04C65FD73F}" dt="2024-12-14T14:01:53.149" v="7894" actId="1038"/>
          <ac:picMkLst>
            <pc:docMk/>
            <pc:sldMk cId="3647131265" sldId="322"/>
            <ac:picMk id="63" creationId="{0AE57220-CBD5-27C6-8D3E-DEED498F8514}"/>
          </ac:picMkLst>
        </pc:picChg>
        <pc:picChg chg="add mod">
          <ac:chgData name="Mattia Erné" userId="ad84ee6f-0a28-4445-b06f-f3738604603d" providerId="ADAL" clId="{0EAF33D2-CB91-4161-AEEE-3E04C65FD73F}" dt="2024-12-14T14:01:53.149" v="7894" actId="1038"/>
          <ac:picMkLst>
            <pc:docMk/>
            <pc:sldMk cId="3647131265" sldId="322"/>
            <ac:picMk id="64" creationId="{A20656F0-AD31-772C-485B-BF8BD08C834E}"/>
          </ac:picMkLst>
        </pc:picChg>
        <pc:picChg chg="add mod">
          <ac:chgData name="Mattia Erné" userId="ad84ee6f-0a28-4445-b06f-f3738604603d" providerId="ADAL" clId="{0EAF33D2-CB91-4161-AEEE-3E04C65FD73F}" dt="2024-12-14T14:01:53.149" v="7894" actId="1038"/>
          <ac:picMkLst>
            <pc:docMk/>
            <pc:sldMk cId="3647131265" sldId="322"/>
            <ac:picMk id="65" creationId="{6C6AED34-99CD-FFE3-B549-3B07241EB0D0}"/>
          </ac:picMkLst>
        </pc:picChg>
        <pc:cxnChg chg="add mod">
          <ac:chgData name="Mattia Erné" userId="ad84ee6f-0a28-4445-b06f-f3738604603d" providerId="ADAL" clId="{0EAF33D2-CB91-4161-AEEE-3E04C65FD73F}" dt="2024-12-14T14:01:53.149" v="7894" actId="1038"/>
          <ac:cxnSpMkLst>
            <pc:docMk/>
            <pc:sldMk cId="3647131265" sldId="322"/>
            <ac:cxnSpMk id="67" creationId="{DAF42E55-D5D5-0BAA-24C6-700781856825}"/>
          </ac:cxnSpMkLst>
        </pc:cxnChg>
      </pc:sldChg>
      <pc:sldChg chg="addSp delSp modSp add mod modTransition modAnim">
        <pc:chgData name="Mattia Erné" userId="ad84ee6f-0a28-4445-b06f-f3738604603d" providerId="ADAL" clId="{0EAF33D2-CB91-4161-AEEE-3E04C65FD73F}" dt="2024-12-29T13:52:32.491" v="13290" actId="20577"/>
        <pc:sldMkLst>
          <pc:docMk/>
          <pc:sldMk cId="388508231" sldId="323"/>
        </pc:sldMkLst>
        <pc:spChg chg="add mod">
          <ac:chgData name="Mattia Erné" userId="ad84ee6f-0a28-4445-b06f-f3738604603d" providerId="ADAL" clId="{0EAF33D2-CB91-4161-AEEE-3E04C65FD73F}" dt="2024-12-14T14:03:43.562" v="7939"/>
          <ac:spMkLst>
            <pc:docMk/>
            <pc:sldMk cId="388508231" sldId="323"/>
            <ac:spMk id="8" creationId="{3C734FFD-7B68-754E-9327-1164FC01E42F}"/>
          </ac:spMkLst>
        </pc:spChg>
        <pc:spChg chg="add mod">
          <ac:chgData name="Mattia Erné" userId="ad84ee6f-0a28-4445-b06f-f3738604603d" providerId="ADAL" clId="{0EAF33D2-CB91-4161-AEEE-3E04C65FD73F}" dt="2024-12-14T14:04:25.891" v="7949" actId="20577"/>
          <ac:spMkLst>
            <pc:docMk/>
            <pc:sldMk cId="388508231" sldId="323"/>
            <ac:spMk id="9" creationId="{1EE965F3-18D6-786E-2670-D678CEC13981}"/>
          </ac:spMkLst>
        </pc:spChg>
        <pc:spChg chg="mod">
          <ac:chgData name="Mattia Erné" userId="ad84ee6f-0a28-4445-b06f-f3738604603d" providerId="ADAL" clId="{0EAF33D2-CB91-4161-AEEE-3E04C65FD73F}" dt="2024-12-29T13:52:32.491" v="13290" actId="20577"/>
          <ac:spMkLst>
            <pc:docMk/>
            <pc:sldMk cId="388508231" sldId="323"/>
            <ac:spMk id="32" creationId="{6A72BDE0-2BD0-C6C9-66C9-941270254AD0}"/>
          </ac:spMkLst>
        </pc:spChg>
        <pc:picChg chg="add mod">
          <ac:chgData name="Mattia Erné" userId="ad84ee6f-0a28-4445-b06f-f3738604603d" providerId="ADAL" clId="{0EAF33D2-CB91-4161-AEEE-3E04C65FD73F}" dt="2024-12-14T14:03:29.550" v="7937"/>
          <ac:picMkLst>
            <pc:docMk/>
            <pc:sldMk cId="388508231" sldId="323"/>
            <ac:picMk id="4" creationId="{E4CCB66F-E793-D314-6CA2-01FEEC3B2639}"/>
          </ac:picMkLst>
        </pc:picChg>
        <pc:picChg chg="add mod">
          <ac:chgData name="Mattia Erné" userId="ad84ee6f-0a28-4445-b06f-f3738604603d" providerId="ADAL" clId="{0EAF33D2-CB91-4161-AEEE-3E04C65FD73F}" dt="2024-12-14T14:03:29.550" v="7937"/>
          <ac:picMkLst>
            <pc:docMk/>
            <pc:sldMk cId="388508231" sldId="323"/>
            <ac:picMk id="5" creationId="{26FD2463-1255-826C-54EC-C4F00A18F200}"/>
          </ac:picMkLst>
        </pc:picChg>
        <pc:picChg chg="add mod">
          <ac:chgData name="Mattia Erné" userId="ad84ee6f-0a28-4445-b06f-f3738604603d" providerId="ADAL" clId="{0EAF33D2-CB91-4161-AEEE-3E04C65FD73F}" dt="2024-12-14T14:03:29.550" v="7937"/>
          <ac:picMkLst>
            <pc:docMk/>
            <pc:sldMk cId="388508231" sldId="323"/>
            <ac:picMk id="6" creationId="{4FE0F9D3-C8BC-70F7-6FD4-5EB8F67FF275}"/>
          </ac:picMkLst>
        </pc:picChg>
        <pc:cxnChg chg="add mod">
          <ac:chgData name="Mattia Erné" userId="ad84ee6f-0a28-4445-b06f-f3738604603d" providerId="ADAL" clId="{0EAF33D2-CB91-4161-AEEE-3E04C65FD73F}" dt="2024-12-14T14:03:29.550" v="7937"/>
          <ac:cxnSpMkLst>
            <pc:docMk/>
            <pc:sldMk cId="388508231" sldId="323"/>
            <ac:cxnSpMk id="7" creationId="{AE626694-AE02-806E-0B9A-E51C1B1A1FED}"/>
          </ac:cxnSpMkLst>
        </pc:cxnChg>
      </pc:sldChg>
      <pc:sldChg chg="addSp delSp modSp add mod ord modTransition modAnim">
        <pc:chgData name="Mattia Erné" userId="ad84ee6f-0a28-4445-b06f-f3738604603d" providerId="ADAL" clId="{0EAF33D2-CB91-4161-AEEE-3E04C65FD73F}" dt="2024-12-29T13:52:36.180" v="13291" actId="20577"/>
        <pc:sldMkLst>
          <pc:docMk/>
          <pc:sldMk cId="3538982985" sldId="324"/>
        </pc:sldMkLst>
        <pc:spChg chg="add mod">
          <ac:chgData name="Mattia Erné" userId="ad84ee6f-0a28-4445-b06f-f3738604603d" providerId="ADAL" clId="{0EAF33D2-CB91-4161-AEEE-3E04C65FD73F}" dt="2024-12-14T14:10:31.875" v="7968" actId="20577"/>
          <ac:spMkLst>
            <pc:docMk/>
            <pc:sldMk cId="3538982985" sldId="324"/>
            <ac:spMk id="2" creationId="{22A22238-5C2B-3476-15F4-1BF4136EFB56}"/>
          </ac:spMkLst>
        </pc:spChg>
        <pc:spChg chg="add mod">
          <ac:chgData name="Mattia Erné" userId="ad84ee6f-0a28-4445-b06f-f3738604603d" providerId="ADAL" clId="{0EAF33D2-CB91-4161-AEEE-3E04C65FD73F}" dt="2024-12-14T14:10:04.546" v="7955"/>
          <ac:spMkLst>
            <pc:docMk/>
            <pc:sldMk cId="3538982985" sldId="324"/>
            <ac:spMk id="4" creationId="{1BC797F7-D0ED-B493-471B-B71DB8E21F88}"/>
          </ac:spMkLst>
        </pc:spChg>
        <pc:spChg chg="add mod">
          <ac:chgData name="Mattia Erné" userId="ad84ee6f-0a28-4445-b06f-f3738604603d" providerId="ADAL" clId="{0EAF33D2-CB91-4161-AEEE-3E04C65FD73F}" dt="2024-12-29T13:52:36.180" v="13291" actId="20577"/>
          <ac:spMkLst>
            <pc:docMk/>
            <pc:sldMk cId="3538982985" sldId="324"/>
            <ac:spMk id="5" creationId="{420F20B8-4CBF-B0B6-1E21-71D3BE51A932}"/>
          </ac:spMkLst>
        </pc:spChg>
        <pc:picChg chg="add mod">
          <ac:chgData name="Mattia Erné" userId="ad84ee6f-0a28-4445-b06f-f3738604603d" providerId="ADAL" clId="{0EAF33D2-CB91-4161-AEEE-3E04C65FD73F}" dt="2024-12-14T14:10:04.546" v="7955"/>
          <ac:picMkLst>
            <pc:docMk/>
            <pc:sldMk cId="3538982985" sldId="324"/>
            <ac:picMk id="3" creationId="{B9246A55-D4E7-20DC-63AC-E13B9F084FB1}"/>
          </ac:picMkLst>
        </pc:picChg>
        <pc:picChg chg="add mod">
          <ac:chgData name="Mattia Erné" userId="ad84ee6f-0a28-4445-b06f-f3738604603d" providerId="ADAL" clId="{0EAF33D2-CB91-4161-AEEE-3E04C65FD73F}" dt="2024-12-14T14:11:26.247" v="7974" actId="1076"/>
          <ac:picMkLst>
            <pc:docMk/>
            <pc:sldMk cId="3538982985" sldId="324"/>
            <ac:picMk id="6" creationId="{339C1B23-5274-60BE-5773-98F12603DC3D}"/>
          </ac:picMkLst>
        </pc:picChg>
        <pc:picChg chg="add mod">
          <ac:chgData name="Mattia Erné" userId="ad84ee6f-0a28-4445-b06f-f3738604603d" providerId="ADAL" clId="{0EAF33D2-CB91-4161-AEEE-3E04C65FD73F}" dt="2024-12-14T14:12:11.299" v="7989" actId="1076"/>
          <ac:picMkLst>
            <pc:docMk/>
            <pc:sldMk cId="3538982985" sldId="324"/>
            <ac:picMk id="8" creationId="{EAD39349-4255-40B5-5A6D-B84F3A48467D}"/>
          </ac:picMkLst>
        </pc:picChg>
        <pc:cxnChg chg="add mod">
          <ac:chgData name="Mattia Erné" userId="ad84ee6f-0a28-4445-b06f-f3738604603d" providerId="ADAL" clId="{0EAF33D2-CB91-4161-AEEE-3E04C65FD73F}" dt="2024-12-14T14:11:57.852" v="7987" actId="1038"/>
          <ac:cxnSpMkLst>
            <pc:docMk/>
            <pc:sldMk cId="3538982985" sldId="324"/>
            <ac:cxnSpMk id="7" creationId="{A6700159-25E2-C267-A212-8B279AFB43FA}"/>
          </ac:cxnSpMkLst>
        </pc:cxnChg>
      </pc:sldChg>
      <pc:sldChg chg="addSp delSp modSp add mod modTransition modAnim">
        <pc:chgData name="Mattia Erné" userId="ad84ee6f-0a28-4445-b06f-f3738604603d" providerId="ADAL" clId="{0EAF33D2-CB91-4161-AEEE-3E04C65FD73F}" dt="2024-12-29T13:52:38.461" v="13292" actId="20577"/>
        <pc:sldMkLst>
          <pc:docMk/>
          <pc:sldMk cId="2599295447" sldId="325"/>
        </pc:sldMkLst>
        <pc:spChg chg="add mod">
          <ac:chgData name="Mattia Erné" userId="ad84ee6f-0a28-4445-b06f-f3738604603d" providerId="ADAL" clId="{0EAF33D2-CB91-4161-AEEE-3E04C65FD73F}" dt="2024-12-14T14:14:58.866" v="8023" actId="207"/>
          <ac:spMkLst>
            <pc:docMk/>
            <pc:sldMk cId="2599295447" sldId="325"/>
            <ac:spMk id="2" creationId="{3B27AAEF-1E6F-08A8-B858-5C2A900EA934}"/>
          </ac:spMkLst>
        </pc:spChg>
        <pc:spChg chg="add mod">
          <ac:chgData name="Mattia Erné" userId="ad84ee6f-0a28-4445-b06f-f3738604603d" providerId="ADAL" clId="{0EAF33D2-CB91-4161-AEEE-3E04C65FD73F}" dt="2024-12-14T14:12:53.640" v="8000"/>
          <ac:spMkLst>
            <pc:docMk/>
            <pc:sldMk cId="2599295447" sldId="325"/>
            <ac:spMk id="4" creationId="{76A21000-2A36-17CC-D9F0-6B63872A7A58}"/>
          </ac:spMkLst>
        </pc:spChg>
        <pc:spChg chg="add mod">
          <ac:chgData name="Mattia Erné" userId="ad84ee6f-0a28-4445-b06f-f3738604603d" providerId="ADAL" clId="{0EAF33D2-CB91-4161-AEEE-3E04C65FD73F}" dt="2024-12-29T13:52:38.461" v="13292" actId="20577"/>
          <ac:spMkLst>
            <pc:docMk/>
            <pc:sldMk cId="2599295447" sldId="325"/>
            <ac:spMk id="8" creationId="{BEC9F7F4-C9ED-A31B-0430-AE5DAF2EDDF8}"/>
          </ac:spMkLst>
        </pc:spChg>
        <pc:picChg chg="add mod">
          <ac:chgData name="Mattia Erné" userId="ad84ee6f-0a28-4445-b06f-f3738604603d" providerId="ADAL" clId="{0EAF33D2-CB91-4161-AEEE-3E04C65FD73F}" dt="2024-12-14T14:12:53.640" v="8000"/>
          <ac:picMkLst>
            <pc:docMk/>
            <pc:sldMk cId="2599295447" sldId="325"/>
            <ac:picMk id="3" creationId="{A8E1FF7F-FC68-0611-D43A-8621A7225C49}"/>
          </ac:picMkLst>
        </pc:picChg>
        <pc:picChg chg="add mod">
          <ac:chgData name="Mattia Erné" userId="ad84ee6f-0a28-4445-b06f-f3738604603d" providerId="ADAL" clId="{0EAF33D2-CB91-4161-AEEE-3E04C65FD73F}" dt="2024-12-14T14:12:53.640" v="8000"/>
          <ac:picMkLst>
            <pc:docMk/>
            <pc:sldMk cId="2599295447" sldId="325"/>
            <ac:picMk id="5" creationId="{E79D54AB-226E-FBE5-C877-A8D067417B3D}"/>
          </ac:picMkLst>
        </pc:picChg>
        <pc:picChg chg="add mod">
          <ac:chgData name="Mattia Erné" userId="ad84ee6f-0a28-4445-b06f-f3738604603d" providerId="ADAL" clId="{0EAF33D2-CB91-4161-AEEE-3E04C65FD73F}" dt="2024-12-14T14:12:53.640" v="8000"/>
          <ac:picMkLst>
            <pc:docMk/>
            <pc:sldMk cId="2599295447" sldId="325"/>
            <ac:picMk id="7" creationId="{6DE004CC-C94D-00A1-22B6-E0B77B8E5D58}"/>
          </ac:picMkLst>
        </pc:picChg>
        <pc:cxnChg chg="add mod">
          <ac:chgData name="Mattia Erné" userId="ad84ee6f-0a28-4445-b06f-f3738604603d" providerId="ADAL" clId="{0EAF33D2-CB91-4161-AEEE-3E04C65FD73F}" dt="2024-12-14T14:12:53.640" v="8000"/>
          <ac:cxnSpMkLst>
            <pc:docMk/>
            <pc:sldMk cId="2599295447" sldId="325"/>
            <ac:cxnSpMk id="6" creationId="{C7283081-AC4E-7265-9A39-DF7C38C46248}"/>
          </ac:cxnSpMkLst>
        </pc:cxnChg>
      </pc:sldChg>
      <pc:sldChg chg="addSp delSp modSp add mod modTransition">
        <pc:chgData name="Mattia Erné" userId="ad84ee6f-0a28-4445-b06f-f3738604603d" providerId="ADAL" clId="{0EAF33D2-CB91-4161-AEEE-3E04C65FD73F}" dt="2024-12-29T13:52:41.719" v="13293" actId="20577"/>
        <pc:sldMkLst>
          <pc:docMk/>
          <pc:sldMk cId="2531843487" sldId="326"/>
        </pc:sldMkLst>
        <pc:spChg chg="add mod">
          <ac:chgData name="Mattia Erné" userId="ad84ee6f-0a28-4445-b06f-f3738604603d" providerId="ADAL" clId="{0EAF33D2-CB91-4161-AEEE-3E04C65FD73F}" dt="2024-12-14T17:22:12.562" v="10195" actId="113"/>
          <ac:spMkLst>
            <pc:docMk/>
            <pc:sldMk cId="2531843487" sldId="326"/>
            <ac:spMk id="3" creationId="{45F1B939-89CB-F1F9-CA44-893104F38815}"/>
          </ac:spMkLst>
        </pc:spChg>
        <pc:spChg chg="add mod">
          <ac:chgData name="Mattia Erné" userId="ad84ee6f-0a28-4445-b06f-f3738604603d" providerId="ADAL" clId="{0EAF33D2-CB91-4161-AEEE-3E04C65FD73F}" dt="2024-12-14T14:21:49.503" v="8095" actId="1076"/>
          <ac:spMkLst>
            <pc:docMk/>
            <pc:sldMk cId="2531843487" sldId="326"/>
            <ac:spMk id="4" creationId="{3B721631-62A5-AF4C-9A9A-861F8DBAFD54}"/>
          </ac:spMkLst>
        </pc:spChg>
        <pc:spChg chg="add mod">
          <ac:chgData name="Mattia Erné" userId="ad84ee6f-0a28-4445-b06f-f3738604603d" providerId="ADAL" clId="{0EAF33D2-CB91-4161-AEEE-3E04C65FD73F}" dt="2024-12-14T14:21:49.503" v="8095" actId="1076"/>
          <ac:spMkLst>
            <pc:docMk/>
            <pc:sldMk cId="2531843487" sldId="326"/>
            <ac:spMk id="5" creationId="{A67839ED-0F90-AC3C-4845-BADE1454FA07}"/>
          </ac:spMkLst>
        </pc:spChg>
        <pc:spChg chg="add mod">
          <ac:chgData name="Mattia Erné" userId="ad84ee6f-0a28-4445-b06f-f3738604603d" providerId="ADAL" clId="{0EAF33D2-CB91-4161-AEEE-3E04C65FD73F}" dt="2024-12-29T13:52:41.719" v="13293" actId="20577"/>
          <ac:spMkLst>
            <pc:docMk/>
            <pc:sldMk cId="2531843487" sldId="326"/>
            <ac:spMk id="19" creationId="{86D81A18-C047-ED3F-99E8-829ABCD29BC7}"/>
          </ac:spMkLst>
        </pc:spChg>
        <pc:spChg chg="mod">
          <ac:chgData name="Mattia Erné" userId="ad84ee6f-0a28-4445-b06f-f3738604603d" providerId="ADAL" clId="{0EAF33D2-CB91-4161-AEEE-3E04C65FD73F}" dt="2024-12-23T16:14:45.637" v="11574" actId="1076"/>
          <ac:spMkLst>
            <pc:docMk/>
            <pc:sldMk cId="2531843487" sldId="326"/>
            <ac:spMk id="33" creationId="{966C996C-F94B-D14B-09CB-3452E1BD984A}"/>
          </ac:spMkLst>
        </pc:spChg>
        <pc:picChg chg="add mod ord">
          <ac:chgData name="Mattia Erné" userId="ad84ee6f-0a28-4445-b06f-f3738604603d" providerId="ADAL" clId="{0EAF33D2-CB91-4161-AEEE-3E04C65FD73F}" dt="2024-12-14T14:20:08.950" v="8088" actId="167"/>
          <ac:picMkLst>
            <pc:docMk/>
            <pc:sldMk cId="2531843487" sldId="326"/>
            <ac:picMk id="18" creationId="{6694ACAD-60BB-FB9D-D7A6-C2E2085B18B2}"/>
          </ac:picMkLst>
        </pc:pic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2" creationId="{17132B9B-C97B-0892-92F3-8C391EF575D4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6" creationId="{3513D4A0-BF78-2C72-0D76-830A8C5E82CB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7" creationId="{7AF28846-B37B-FE95-A140-AB96D62E5FA0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8" creationId="{03556455-31E9-C442-8849-986EAB9D5DD0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9" creationId="{1A40D538-E3ED-F1CF-2D33-8FF40064E6F4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0" creationId="{ADA55B1D-83AD-D2BA-BD6E-428D35480BF0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1" creationId="{6E1C6FC5-DAB8-4674-A78B-0B57FA400133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2" creationId="{8849843B-768A-74FF-0F6B-D5819C871585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3" creationId="{90828B9F-415D-86E2-AA50-3257A0352567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4" creationId="{CD068187-A272-814E-D905-1ABDB1074D8F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5" creationId="{BC3088D4-2405-267B-2DC3-00D86157468A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6" creationId="{3BE1AB6C-D8B8-307C-8B6E-EA4C1AB05891}"/>
          </ac:cxnSpMkLst>
        </pc:cxnChg>
        <pc:cxnChg chg="add mod">
          <ac:chgData name="Mattia Erné" userId="ad84ee6f-0a28-4445-b06f-f3738604603d" providerId="ADAL" clId="{0EAF33D2-CB91-4161-AEEE-3E04C65FD73F}" dt="2024-12-14T14:19:49.012" v="8087" actId="1035"/>
          <ac:cxnSpMkLst>
            <pc:docMk/>
            <pc:sldMk cId="2531843487" sldId="326"/>
            <ac:cxnSpMk id="17" creationId="{7415BB62-AB57-4338-D3A9-DF964A454C13}"/>
          </ac:cxnSpMkLst>
        </pc:cxnChg>
      </pc:sldChg>
      <pc:sldChg chg="addSp delSp modSp add mod modTransition modAnim">
        <pc:chgData name="Mattia Erné" userId="ad84ee6f-0a28-4445-b06f-f3738604603d" providerId="ADAL" clId="{0EAF33D2-CB91-4161-AEEE-3E04C65FD73F}" dt="2024-12-29T13:52:46.438" v="13296" actId="20577"/>
        <pc:sldMkLst>
          <pc:docMk/>
          <pc:sldMk cId="4216628893" sldId="327"/>
        </pc:sldMkLst>
        <pc:spChg chg="mod">
          <ac:chgData name="Mattia Erné" userId="ad84ee6f-0a28-4445-b06f-f3738604603d" providerId="ADAL" clId="{0EAF33D2-CB91-4161-AEEE-3E04C65FD73F}" dt="2024-12-14T14:25:00.633" v="8184" actId="1076"/>
          <ac:spMkLst>
            <pc:docMk/>
            <pc:sldMk cId="4216628893" sldId="327"/>
            <ac:spMk id="3" creationId="{DB814836-1F4E-00E3-86B7-C72A30549B51}"/>
          </ac:spMkLst>
        </pc:spChg>
        <pc:spChg chg="add mod">
          <ac:chgData name="Mattia Erné" userId="ad84ee6f-0a28-4445-b06f-f3738604603d" providerId="ADAL" clId="{0EAF33D2-CB91-4161-AEEE-3E04C65FD73F}" dt="2024-12-29T13:52:46.438" v="13296" actId="20577"/>
          <ac:spMkLst>
            <pc:docMk/>
            <pc:sldMk cId="4216628893" sldId="327"/>
            <ac:spMk id="5" creationId="{78107A62-5835-0E8D-6F86-6C1FFD31125F}"/>
          </ac:spMkLst>
        </pc:spChg>
        <pc:spChg chg="add mod">
          <ac:chgData name="Mattia Erné" userId="ad84ee6f-0a28-4445-b06f-f3738604603d" providerId="ADAL" clId="{0EAF33D2-CB91-4161-AEEE-3E04C65FD73F}" dt="2024-12-23T16:15:15.329" v="11576" actId="1076"/>
          <ac:spMkLst>
            <pc:docMk/>
            <pc:sldMk cId="4216628893" sldId="327"/>
            <ac:spMk id="6" creationId="{48693150-FFC6-D9F3-9BA9-092D4B67F0AE}"/>
          </ac:spMkLst>
        </pc:spChg>
        <pc:spChg chg="mod">
          <ac:chgData name="Mattia Erné" userId="ad84ee6f-0a28-4445-b06f-f3738604603d" providerId="ADAL" clId="{0EAF33D2-CB91-4161-AEEE-3E04C65FD73F}" dt="2024-12-23T16:14:21.252" v="11568" actId="20577"/>
          <ac:spMkLst>
            <pc:docMk/>
            <pc:sldMk cId="4216628893" sldId="327"/>
            <ac:spMk id="33" creationId="{F00E9CB2-CCAB-7C68-7D87-3F683432B491}"/>
          </ac:spMkLst>
        </pc:spChg>
        <pc:picChg chg="add mod ord">
          <ac:chgData name="Mattia Erné" userId="ad84ee6f-0a28-4445-b06f-f3738604603d" providerId="ADAL" clId="{0EAF33D2-CB91-4161-AEEE-3E04C65FD73F}" dt="2024-12-14T14:23:37.357" v="8155" actId="167"/>
          <ac:picMkLst>
            <pc:docMk/>
            <pc:sldMk cId="4216628893" sldId="327"/>
            <ac:picMk id="7" creationId="{D85DAAC9-137C-2F29-3356-D271A24ACF18}"/>
          </ac:picMkLst>
        </pc:picChg>
        <pc:cxnChg chg="add mod">
          <ac:chgData name="Mattia Erné" userId="ad84ee6f-0a28-4445-b06f-f3738604603d" providerId="ADAL" clId="{0EAF33D2-CB91-4161-AEEE-3E04C65FD73F}" dt="2024-12-14T14:22:48.270" v="8151" actId="1038"/>
          <ac:cxnSpMkLst>
            <pc:docMk/>
            <pc:sldMk cId="4216628893" sldId="327"/>
            <ac:cxnSpMk id="2" creationId="{75087B85-43BC-16F9-E027-D20CD6B287F0}"/>
          </ac:cxnSpMkLst>
        </pc:cxnChg>
        <pc:cxnChg chg="add mod">
          <ac:chgData name="Mattia Erné" userId="ad84ee6f-0a28-4445-b06f-f3738604603d" providerId="ADAL" clId="{0EAF33D2-CB91-4161-AEEE-3E04C65FD73F}" dt="2024-12-14T14:22:48.270" v="8151" actId="1038"/>
          <ac:cxnSpMkLst>
            <pc:docMk/>
            <pc:sldMk cId="4216628893" sldId="327"/>
            <ac:cxnSpMk id="4" creationId="{4B72BF8B-559C-B1A2-1C00-B18BE004C635}"/>
          </ac:cxnSpMkLst>
        </pc:cxnChg>
      </pc:sldChg>
      <pc:sldChg chg="add modTransition">
        <pc:chgData name="Mattia Erné" userId="ad84ee6f-0a28-4445-b06f-f3738604603d" providerId="ADAL" clId="{0EAF33D2-CB91-4161-AEEE-3E04C65FD73F}" dt="2024-12-27T20:48:15.481" v="13267"/>
        <pc:sldMkLst>
          <pc:docMk/>
          <pc:sldMk cId="1210214126" sldId="328"/>
        </pc:sldMkLst>
      </pc:sldChg>
      <pc:sldChg chg="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2793810389" sldId="329"/>
        </pc:sldMkLst>
        <pc:spChg chg="mod">
          <ac:chgData name="Mattia Erné" userId="ad84ee6f-0a28-4445-b06f-f3738604603d" providerId="ADAL" clId="{0EAF33D2-CB91-4161-AEEE-3E04C65FD73F}" dt="2024-12-14T13:52:25.490" v="7808" actId="20577"/>
          <ac:spMkLst>
            <pc:docMk/>
            <pc:sldMk cId="2793810389" sldId="329"/>
            <ac:spMk id="2" creationId="{2CC0AB0A-7B85-BFD8-54A1-A3E3693CC8D9}"/>
          </ac:spMkLst>
        </pc:spChg>
      </pc:sldChg>
      <pc:sldChg chg="modSp add mod modTransition">
        <pc:chgData name="Mattia Erné" userId="ad84ee6f-0a28-4445-b06f-f3738604603d" providerId="ADAL" clId="{0EAF33D2-CB91-4161-AEEE-3E04C65FD73F}" dt="2024-12-29T13:52:54.430" v="13297" actId="20577"/>
        <pc:sldMkLst>
          <pc:docMk/>
          <pc:sldMk cId="2187290035" sldId="330"/>
        </pc:sldMkLst>
        <pc:spChg chg="mod">
          <ac:chgData name="Mattia Erné" userId="ad84ee6f-0a28-4445-b06f-f3738604603d" providerId="ADAL" clId="{0EAF33D2-CB91-4161-AEEE-3E04C65FD73F}" dt="2024-12-29T13:52:54.430" v="13297" actId="20577"/>
          <ac:spMkLst>
            <pc:docMk/>
            <pc:sldMk cId="2187290035" sldId="330"/>
            <ac:spMk id="2" creationId="{A412CB16-E7FE-CBFC-41A9-FB96AC405CD0}"/>
          </ac:spMkLst>
        </pc:spChg>
      </pc:sldChg>
      <pc:sldChg chg="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1655160887" sldId="331"/>
        </pc:sldMkLst>
        <pc:spChg chg="mod">
          <ac:chgData name="Mattia Erné" userId="ad84ee6f-0a28-4445-b06f-f3738604603d" providerId="ADAL" clId="{0EAF33D2-CB91-4161-AEEE-3E04C65FD73F}" dt="2024-12-14T14:32:27.970" v="8195" actId="20577"/>
          <ac:spMkLst>
            <pc:docMk/>
            <pc:sldMk cId="1655160887" sldId="331"/>
            <ac:spMk id="45" creationId="{0474A55B-7201-BFE3-2DB5-6990745CB9CC}"/>
          </ac:spMkLst>
        </pc:spChg>
      </pc:sldChg>
      <pc:sldChg chg="modSp add mod modTransition modAnim">
        <pc:chgData name="Mattia Erné" userId="ad84ee6f-0a28-4445-b06f-f3738604603d" providerId="ADAL" clId="{0EAF33D2-CB91-4161-AEEE-3E04C65FD73F}" dt="2024-12-27T20:48:15.481" v="13267"/>
        <pc:sldMkLst>
          <pc:docMk/>
          <pc:sldMk cId="2548663456" sldId="332"/>
        </pc:sldMkLst>
        <pc:spChg chg="mod">
          <ac:chgData name="Mattia Erné" userId="ad84ee6f-0a28-4445-b06f-f3738604603d" providerId="ADAL" clId="{0EAF33D2-CB91-4161-AEEE-3E04C65FD73F}" dt="2024-12-14T18:01:43.684" v="10819" actId="404"/>
          <ac:spMkLst>
            <pc:docMk/>
            <pc:sldMk cId="2548663456" sldId="332"/>
            <ac:spMk id="16" creationId="{0AA615EA-482F-EE48-B6DF-722F8791314F}"/>
          </ac:spMkLst>
        </pc:spChg>
        <pc:spChg chg="mod">
          <ac:chgData name="Mattia Erné" userId="ad84ee6f-0a28-4445-b06f-f3738604603d" providerId="ADAL" clId="{0EAF33D2-CB91-4161-AEEE-3E04C65FD73F}" dt="2024-12-14T14:32:29.204" v="8196" actId="20577"/>
          <ac:spMkLst>
            <pc:docMk/>
            <pc:sldMk cId="2548663456" sldId="332"/>
            <ac:spMk id="45" creationId="{784073E5-1B89-5347-069E-3873186FC5BC}"/>
          </ac:spMkLst>
        </pc:spChg>
      </pc:sldChg>
      <pc:sldChg chg="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4158719752" sldId="333"/>
        </pc:sldMkLst>
        <pc:spChg chg="mod">
          <ac:chgData name="Mattia Erné" userId="ad84ee6f-0a28-4445-b06f-f3738604603d" providerId="ADAL" clId="{0EAF33D2-CB91-4161-AEEE-3E04C65FD73F}" dt="2024-12-14T14:32:31.287" v="8197" actId="20577"/>
          <ac:spMkLst>
            <pc:docMk/>
            <pc:sldMk cId="4158719752" sldId="333"/>
            <ac:spMk id="45" creationId="{30DF6859-8FE4-F9CB-7350-10B0C372940E}"/>
          </ac:spMkLst>
        </pc:spChg>
      </pc:sldChg>
      <pc:sldChg chg="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450345056" sldId="334"/>
        </pc:sldMkLst>
        <pc:spChg chg="mod">
          <ac:chgData name="Mattia Erné" userId="ad84ee6f-0a28-4445-b06f-f3738604603d" providerId="ADAL" clId="{0EAF33D2-CB91-4161-AEEE-3E04C65FD73F}" dt="2024-12-14T14:32:36.268" v="8198" actId="20577"/>
          <ac:spMkLst>
            <pc:docMk/>
            <pc:sldMk cId="450345056" sldId="334"/>
            <ac:spMk id="45" creationId="{ED10ADA5-D072-5CC1-8E02-2437357DF856}"/>
          </ac:spMkLst>
        </pc:spChg>
      </pc:sldChg>
      <pc:sldChg chg="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4278020070" sldId="335"/>
        </pc:sldMkLst>
        <pc:spChg chg="mod">
          <ac:chgData name="Mattia Erné" userId="ad84ee6f-0a28-4445-b06f-f3738604603d" providerId="ADAL" clId="{0EAF33D2-CB91-4161-AEEE-3E04C65FD73F}" dt="2024-12-14T14:36:45.234" v="8257" actId="20577"/>
          <ac:spMkLst>
            <pc:docMk/>
            <pc:sldMk cId="4278020070" sldId="335"/>
            <ac:spMk id="2" creationId="{E9312199-3A6F-1FB9-91D3-903920FB0E5A}"/>
          </ac:spMkLst>
        </pc:spChg>
      </pc:sldChg>
      <pc:sldChg chg="add modTransition">
        <pc:chgData name="Mattia Erné" userId="ad84ee6f-0a28-4445-b06f-f3738604603d" providerId="ADAL" clId="{0EAF33D2-CB91-4161-AEEE-3E04C65FD73F}" dt="2024-12-27T20:48:15.481" v="13267"/>
        <pc:sldMkLst>
          <pc:docMk/>
          <pc:sldMk cId="2859520286" sldId="336"/>
        </pc:sldMkLst>
      </pc:sldChg>
      <pc:sldChg chg="addSp delSp modSp add mod modTransition delAnim modAnim">
        <pc:chgData name="Mattia Erné" userId="ad84ee6f-0a28-4445-b06f-f3738604603d" providerId="ADAL" clId="{0EAF33D2-CB91-4161-AEEE-3E04C65FD73F}" dt="2024-12-29T14:38:07.286" v="13305" actId="27918"/>
        <pc:sldMkLst>
          <pc:docMk/>
          <pc:sldMk cId="1339430198" sldId="337"/>
        </pc:sldMkLst>
        <pc:spChg chg="add mod">
          <ac:chgData name="Mattia Erné" userId="ad84ee6f-0a28-4445-b06f-f3738604603d" providerId="ADAL" clId="{0EAF33D2-CB91-4161-AEEE-3E04C65FD73F}" dt="2024-12-14T17:34:45.744" v="10285"/>
          <ac:spMkLst>
            <pc:docMk/>
            <pc:sldMk cId="1339430198" sldId="337"/>
            <ac:spMk id="3" creationId="{0DCC29F1-030C-64FE-365B-75C4F4213D53}"/>
          </ac:spMkLst>
        </pc:spChg>
        <pc:graphicFrameChg chg="mod">
          <ac:chgData name="Mattia Erné" userId="ad84ee6f-0a28-4445-b06f-f3738604603d" providerId="ADAL" clId="{0EAF33D2-CB91-4161-AEEE-3E04C65FD73F}" dt="2024-12-24T11:28:06.803" v="11581" actId="20577"/>
          <ac:graphicFrameMkLst>
            <pc:docMk/>
            <pc:sldMk cId="1339430198" sldId="337"/>
            <ac:graphicFrameMk id="5" creationId="{98EDD903-11B5-6459-DB65-D277C911FE3B}"/>
          </ac:graphicFrameMkLst>
        </pc:graphicFrameChg>
      </pc:sldChg>
      <pc:sldChg chg="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2926639184" sldId="338"/>
        </pc:sldMkLst>
        <pc:spChg chg="mod">
          <ac:chgData name="Mattia Erné" userId="ad84ee6f-0a28-4445-b06f-f3738604603d" providerId="ADAL" clId="{0EAF33D2-CB91-4161-AEEE-3E04C65FD73F}" dt="2024-12-14T17:57:28.978" v="10784" actId="20577"/>
          <ac:spMkLst>
            <pc:docMk/>
            <pc:sldMk cId="2926639184" sldId="338"/>
            <ac:spMk id="2" creationId="{6D14EF4A-96AA-4814-BB26-89F7CA83E905}"/>
          </ac:spMkLst>
        </pc:spChg>
      </pc:sldChg>
      <pc:sldChg chg="addSp delSp modSp add mod modTransition">
        <pc:chgData name="Mattia Erné" userId="ad84ee6f-0a28-4445-b06f-f3738604603d" providerId="ADAL" clId="{0EAF33D2-CB91-4161-AEEE-3E04C65FD73F}" dt="2025-01-02T18:26:45.947" v="13425"/>
        <pc:sldMkLst>
          <pc:docMk/>
          <pc:sldMk cId="571998218" sldId="339"/>
        </pc:sldMkLst>
        <pc:spChg chg="add mod">
          <ac:chgData name="Mattia Erné" userId="ad84ee6f-0a28-4445-b06f-f3738604603d" providerId="ADAL" clId="{0EAF33D2-CB91-4161-AEEE-3E04C65FD73F}" dt="2025-01-02T18:26:45.947" v="13425"/>
          <ac:spMkLst>
            <pc:docMk/>
            <pc:sldMk cId="571998218" sldId="339"/>
            <ac:spMk id="2" creationId="{4DA7707A-F76F-2219-D818-21BC71E3A1B7}"/>
          </ac:spMkLst>
        </pc:spChg>
      </pc:sldChg>
      <pc:sldChg chg="modSp add mod modTransition">
        <pc:chgData name="Mattia Erné" userId="ad84ee6f-0a28-4445-b06f-f3738604603d" providerId="ADAL" clId="{0EAF33D2-CB91-4161-AEEE-3E04C65FD73F}" dt="2025-01-02T18:26:10.444" v="13421" actId="20577"/>
        <pc:sldMkLst>
          <pc:docMk/>
          <pc:sldMk cId="1759066226" sldId="340"/>
        </pc:sldMkLst>
        <pc:spChg chg="mod">
          <ac:chgData name="Mattia Erné" userId="ad84ee6f-0a28-4445-b06f-f3738604603d" providerId="ADAL" clId="{0EAF33D2-CB91-4161-AEEE-3E04C65FD73F}" dt="2024-12-29T20:29:18.992" v="13405" actId="20577"/>
          <ac:spMkLst>
            <pc:docMk/>
            <pc:sldMk cId="1759066226" sldId="340"/>
            <ac:spMk id="30" creationId="{E2581AAB-C967-2E8E-8827-43038583B941}"/>
          </ac:spMkLst>
        </pc:spChg>
        <pc:spChg chg="mod">
          <ac:chgData name="Mattia Erné" userId="ad84ee6f-0a28-4445-b06f-f3738604603d" providerId="ADAL" clId="{0EAF33D2-CB91-4161-AEEE-3E04C65FD73F}" dt="2025-01-02T18:26:10.444" v="13421" actId="20577"/>
          <ac:spMkLst>
            <pc:docMk/>
            <pc:sldMk cId="1759066226" sldId="340"/>
            <ac:spMk id="41" creationId="{DE1680B1-51AF-682F-F4F6-1697DE2B4076}"/>
          </ac:spMkLst>
        </pc:spChg>
      </pc:sldChg>
      <pc:sldChg chg="addSp delSp modSp add mod modTransition">
        <pc:chgData name="Mattia Erné" userId="ad84ee6f-0a28-4445-b06f-f3738604603d" providerId="ADAL" clId="{0EAF33D2-CB91-4161-AEEE-3E04C65FD73F}" dt="2025-01-02T18:28:32.625" v="13466" actId="20577"/>
        <pc:sldMkLst>
          <pc:docMk/>
          <pc:sldMk cId="3761366053" sldId="341"/>
        </pc:sldMkLst>
        <pc:spChg chg="add mod">
          <ac:chgData name="Mattia Erné" userId="ad84ee6f-0a28-4445-b06f-f3738604603d" providerId="ADAL" clId="{0EAF33D2-CB91-4161-AEEE-3E04C65FD73F}" dt="2025-01-02T18:26:19.814" v="13423"/>
          <ac:spMkLst>
            <pc:docMk/>
            <pc:sldMk cId="3761366053" sldId="341"/>
            <ac:spMk id="2" creationId="{DFBBFA67-801F-6CEA-9827-B89EBB49AE8A}"/>
          </ac:spMkLst>
        </pc:spChg>
        <pc:spChg chg="mod">
          <ac:chgData name="Mattia Erné" userId="ad84ee6f-0a28-4445-b06f-f3738604603d" providerId="ADAL" clId="{0EAF33D2-CB91-4161-AEEE-3E04C65FD73F}" dt="2025-01-02T18:28:32.625" v="13466" actId="20577"/>
          <ac:spMkLst>
            <pc:docMk/>
            <pc:sldMk cId="3761366053" sldId="341"/>
            <ac:spMk id="26" creationId="{ED60EF12-E1D3-74DB-2954-AD9EBBA7C16C}"/>
          </ac:spMkLst>
        </pc:spChg>
        <pc:spChg chg="mod">
          <ac:chgData name="Mattia Erné" userId="ad84ee6f-0a28-4445-b06f-f3738604603d" providerId="ADAL" clId="{0EAF33D2-CB91-4161-AEEE-3E04C65FD73F}" dt="2024-12-14T18:11:47.305" v="10852" actId="1076"/>
          <ac:spMkLst>
            <pc:docMk/>
            <pc:sldMk cId="3761366053" sldId="341"/>
            <ac:spMk id="64" creationId="{2A0824B8-7DFB-CA14-61D7-C3375FF8CC2E}"/>
          </ac:spMkLst>
        </pc:spChg>
        <pc:spChg chg="mod">
          <ac:chgData name="Mattia Erné" userId="ad84ee6f-0a28-4445-b06f-f3738604603d" providerId="ADAL" clId="{0EAF33D2-CB91-4161-AEEE-3E04C65FD73F}" dt="2024-12-14T17:59:58.099" v="10800" actId="20577"/>
          <ac:spMkLst>
            <pc:docMk/>
            <pc:sldMk cId="3761366053" sldId="341"/>
            <ac:spMk id="65" creationId="{389AEA46-621C-9B9C-20D4-DC1E360914BC}"/>
          </ac:spMkLst>
        </pc:spChg>
        <pc:picChg chg="mod">
          <ac:chgData name="Mattia Erné" userId="ad84ee6f-0a28-4445-b06f-f3738604603d" providerId="ADAL" clId="{0EAF33D2-CB91-4161-AEEE-3E04C65FD73F}" dt="2024-12-28T13:06:12.349" v="13270" actId="14826"/>
          <ac:picMkLst>
            <pc:docMk/>
            <pc:sldMk cId="3761366053" sldId="341"/>
            <ac:picMk id="63" creationId="{D548F562-8344-4E18-3E50-2F5B5B034706}"/>
          </ac:picMkLst>
        </pc:picChg>
      </pc:sldChg>
      <pc:sldChg chg="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926570983" sldId="342"/>
        </pc:sldMkLst>
        <pc:spChg chg="mod">
          <ac:chgData name="Mattia Erné" userId="ad84ee6f-0a28-4445-b06f-f3738604603d" providerId="ADAL" clId="{0EAF33D2-CB91-4161-AEEE-3E04C65FD73F}" dt="2024-12-14T14:34:39.310" v="8218" actId="20577"/>
          <ac:spMkLst>
            <pc:docMk/>
            <pc:sldMk cId="926570983" sldId="342"/>
            <ac:spMk id="31" creationId="{02FB916E-694B-D917-BBD7-8B1C9BBAA3BA}"/>
          </ac:spMkLst>
        </pc:spChg>
        <pc:spChg chg="mod">
          <ac:chgData name="Mattia Erné" userId="ad84ee6f-0a28-4445-b06f-f3738604603d" providerId="ADAL" clId="{0EAF33D2-CB91-4161-AEEE-3E04C65FD73F}" dt="2024-12-18T15:06:31.743" v="11223" actId="1037"/>
          <ac:spMkLst>
            <pc:docMk/>
            <pc:sldMk cId="926570983" sldId="342"/>
            <ac:spMk id="33" creationId="{7EDC3011-9949-FB5E-9BED-AADAB56CD45C}"/>
          </ac:spMkLst>
        </pc:spChg>
        <pc:spChg chg="mod">
          <ac:chgData name="Mattia Erné" userId="ad84ee6f-0a28-4445-b06f-f3738604603d" providerId="ADAL" clId="{0EAF33D2-CB91-4161-AEEE-3E04C65FD73F}" dt="2024-12-18T15:06:31.743" v="11223" actId="1037"/>
          <ac:spMkLst>
            <pc:docMk/>
            <pc:sldMk cId="926570983" sldId="342"/>
            <ac:spMk id="36" creationId="{4A0FB7ED-568B-1487-868E-7090C55FF374}"/>
          </ac:spMkLst>
        </pc:spChg>
      </pc:sldChg>
      <pc:sldChg chg="addSp delSp 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85191558" sldId="343"/>
        </pc:sldMkLst>
        <pc:spChg chg="mod">
          <ac:chgData name="Mattia Erné" userId="ad84ee6f-0a28-4445-b06f-f3738604603d" providerId="ADAL" clId="{0EAF33D2-CB91-4161-AEEE-3E04C65FD73F}" dt="2024-12-14T14:35:05.855" v="8230" actId="20577"/>
          <ac:spMkLst>
            <pc:docMk/>
            <pc:sldMk cId="85191558" sldId="343"/>
            <ac:spMk id="31" creationId="{D66A0581-2F41-4E18-9B69-DB46452DB188}"/>
          </ac:spMkLst>
        </pc:spChg>
        <pc:spChg chg="add mod">
          <ac:chgData name="Mattia Erné" userId="ad84ee6f-0a28-4445-b06f-f3738604603d" providerId="ADAL" clId="{0EAF33D2-CB91-4161-AEEE-3E04C65FD73F}" dt="2024-12-18T15:08:15.741" v="11235"/>
          <ac:spMkLst>
            <pc:docMk/>
            <pc:sldMk cId="85191558" sldId="343"/>
            <ac:spMk id="32" creationId="{F8FD4BAD-F1DA-AAF1-3F71-A28AFA262700}"/>
          </ac:spMkLst>
        </pc:spChg>
        <pc:spChg chg="add mod">
          <ac:chgData name="Mattia Erné" userId="ad84ee6f-0a28-4445-b06f-f3738604603d" providerId="ADAL" clId="{0EAF33D2-CB91-4161-AEEE-3E04C65FD73F}" dt="2024-12-18T15:08:15.741" v="11235"/>
          <ac:spMkLst>
            <pc:docMk/>
            <pc:sldMk cId="85191558" sldId="343"/>
            <ac:spMk id="33" creationId="{85953A55-F260-ECE2-3B45-230D3524A73F}"/>
          </ac:spMkLst>
        </pc:spChg>
      </pc:sldChg>
      <pc:sldChg chg="addSp delSp modSp add mod ord modTransition">
        <pc:chgData name="Mattia Erné" userId="ad84ee6f-0a28-4445-b06f-f3738604603d" providerId="ADAL" clId="{0EAF33D2-CB91-4161-AEEE-3E04C65FD73F}" dt="2025-01-02T18:28:37.953" v="13468"/>
        <pc:sldMkLst>
          <pc:docMk/>
          <pc:sldMk cId="366480087" sldId="344"/>
        </pc:sldMkLst>
        <pc:spChg chg="mod">
          <ac:chgData name="Mattia Erné" userId="ad84ee6f-0a28-4445-b06f-f3738604603d" providerId="ADAL" clId="{0EAF33D2-CB91-4161-AEEE-3E04C65FD73F}" dt="2024-12-14T14:34:45.218" v="8222" actId="20577"/>
          <ac:spMkLst>
            <pc:docMk/>
            <pc:sldMk cId="366480087" sldId="344"/>
            <ac:spMk id="31" creationId="{C316E690-7F0A-7240-AA6C-278753D626E4}"/>
          </ac:spMkLst>
        </pc:spChg>
        <pc:spChg chg="add mod">
          <ac:chgData name="Mattia Erné" userId="ad84ee6f-0a28-4445-b06f-f3738604603d" providerId="ADAL" clId="{0EAF33D2-CB91-4161-AEEE-3E04C65FD73F}" dt="2024-12-18T15:07:04.439" v="11226"/>
          <ac:spMkLst>
            <pc:docMk/>
            <pc:sldMk cId="366480087" sldId="344"/>
            <ac:spMk id="34" creationId="{D53C9DA7-A077-485D-D3A5-43725224D95E}"/>
          </ac:spMkLst>
        </pc:spChg>
        <pc:spChg chg="add mod">
          <ac:chgData name="Mattia Erné" userId="ad84ee6f-0a28-4445-b06f-f3738604603d" providerId="ADAL" clId="{0EAF33D2-CB91-4161-AEEE-3E04C65FD73F}" dt="2024-12-18T15:07:51.550" v="11232" actId="14100"/>
          <ac:spMkLst>
            <pc:docMk/>
            <pc:sldMk cId="366480087" sldId="344"/>
            <ac:spMk id="35" creationId="{2415BE30-140C-5E87-8748-FB60AA7192F7}"/>
          </ac:spMkLst>
        </pc:spChg>
      </pc:sldChg>
      <pc:sldChg chg="addSp delSp 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2481410903" sldId="345"/>
        </pc:sldMkLst>
        <pc:spChg chg="mod">
          <ac:chgData name="Mattia Erné" userId="ad84ee6f-0a28-4445-b06f-f3738604603d" providerId="ADAL" clId="{0EAF33D2-CB91-4161-AEEE-3E04C65FD73F}" dt="2024-12-14T14:34:59.877" v="8226" actId="20577"/>
          <ac:spMkLst>
            <pc:docMk/>
            <pc:sldMk cId="2481410903" sldId="345"/>
            <ac:spMk id="31" creationId="{50536115-C309-196D-A249-C9EEB0D44F64}"/>
          </ac:spMkLst>
        </pc:spChg>
        <pc:spChg chg="add mod">
          <ac:chgData name="Mattia Erné" userId="ad84ee6f-0a28-4445-b06f-f3738604603d" providerId="ADAL" clId="{0EAF33D2-CB91-4161-AEEE-3E04C65FD73F}" dt="2024-12-18T15:07:25.531" v="11231"/>
          <ac:spMkLst>
            <pc:docMk/>
            <pc:sldMk cId="2481410903" sldId="345"/>
            <ac:spMk id="32" creationId="{FD3893FF-9CBB-174C-E791-800822E8F9FD}"/>
          </ac:spMkLst>
        </pc:spChg>
        <pc:spChg chg="add mod">
          <ac:chgData name="Mattia Erné" userId="ad84ee6f-0a28-4445-b06f-f3738604603d" providerId="ADAL" clId="{0EAF33D2-CB91-4161-AEEE-3E04C65FD73F}" dt="2024-12-18T15:08:05.498" v="11233" actId="14100"/>
          <ac:spMkLst>
            <pc:docMk/>
            <pc:sldMk cId="2481410903" sldId="345"/>
            <ac:spMk id="33" creationId="{83765407-8A56-8E80-7BD2-F8C8937A0607}"/>
          </ac:spMkLst>
        </pc:spChg>
      </pc:sldChg>
      <pc:sldChg chg="addSp delSp 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1401764685" sldId="346"/>
        </pc:sldMkLst>
        <pc:spChg chg="mod">
          <ac:chgData name="Mattia Erné" userId="ad84ee6f-0a28-4445-b06f-f3738604603d" providerId="ADAL" clId="{0EAF33D2-CB91-4161-AEEE-3E04C65FD73F}" dt="2024-12-14T14:35:11.847" v="8234" actId="20577"/>
          <ac:spMkLst>
            <pc:docMk/>
            <pc:sldMk cId="1401764685" sldId="346"/>
            <ac:spMk id="31" creationId="{FDA01270-2507-B6A5-5988-E6F807C6312F}"/>
          </ac:spMkLst>
        </pc:spChg>
        <pc:spChg chg="add mod">
          <ac:chgData name="Mattia Erné" userId="ad84ee6f-0a28-4445-b06f-f3738604603d" providerId="ADAL" clId="{0EAF33D2-CB91-4161-AEEE-3E04C65FD73F}" dt="2024-12-18T15:08:31.315" v="11237"/>
          <ac:spMkLst>
            <pc:docMk/>
            <pc:sldMk cId="1401764685" sldId="346"/>
            <ac:spMk id="32" creationId="{8F627EAC-9822-D0DE-9106-3EDA186EB2A6}"/>
          </ac:spMkLst>
        </pc:spChg>
        <pc:spChg chg="add mod">
          <ac:chgData name="Mattia Erné" userId="ad84ee6f-0a28-4445-b06f-f3738604603d" providerId="ADAL" clId="{0EAF33D2-CB91-4161-AEEE-3E04C65FD73F}" dt="2024-12-18T15:08:43.102" v="11239" actId="14100"/>
          <ac:spMkLst>
            <pc:docMk/>
            <pc:sldMk cId="1401764685" sldId="346"/>
            <ac:spMk id="33" creationId="{E516BB67-F313-D28A-B81C-F94773A710CB}"/>
          </ac:spMkLst>
        </pc:spChg>
      </pc:sldChg>
      <pc:sldChg chg="addSp delSp 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4182460478" sldId="347"/>
        </pc:sldMkLst>
        <pc:spChg chg="mod">
          <ac:chgData name="Mattia Erné" userId="ad84ee6f-0a28-4445-b06f-f3738604603d" providerId="ADAL" clId="{0EAF33D2-CB91-4161-AEEE-3E04C65FD73F}" dt="2024-12-14T14:35:18.583" v="8238" actId="20577"/>
          <ac:spMkLst>
            <pc:docMk/>
            <pc:sldMk cId="4182460478" sldId="347"/>
            <ac:spMk id="31" creationId="{A4B7340B-F473-AB9B-00D8-2AC156AE17F1}"/>
          </ac:spMkLst>
        </pc:spChg>
        <pc:spChg chg="add mod">
          <ac:chgData name="Mattia Erné" userId="ad84ee6f-0a28-4445-b06f-f3738604603d" providerId="ADAL" clId="{0EAF33D2-CB91-4161-AEEE-3E04C65FD73F}" dt="2024-12-18T15:09:07.352" v="11243" actId="14100"/>
          <ac:spMkLst>
            <pc:docMk/>
            <pc:sldMk cId="4182460478" sldId="347"/>
            <ac:spMk id="32" creationId="{8ECF9EC4-F9CA-1A97-0FAC-07C4B39E0CB3}"/>
          </ac:spMkLst>
        </pc:spChg>
        <pc:spChg chg="add mod">
          <ac:chgData name="Mattia Erné" userId="ad84ee6f-0a28-4445-b06f-f3738604603d" providerId="ADAL" clId="{0EAF33D2-CB91-4161-AEEE-3E04C65FD73F}" dt="2024-12-18T15:10:01.207" v="11247" actId="14100"/>
          <ac:spMkLst>
            <pc:docMk/>
            <pc:sldMk cId="4182460478" sldId="347"/>
            <ac:spMk id="33" creationId="{FEDE5514-B0F5-ECFF-B34D-CFAC2208FCF5}"/>
          </ac:spMkLst>
        </pc:spChg>
      </pc:sldChg>
      <pc:sldChg chg="addSp delSp modSp add mod ord modTransition">
        <pc:chgData name="Mattia Erné" userId="ad84ee6f-0a28-4445-b06f-f3738604603d" providerId="ADAL" clId="{0EAF33D2-CB91-4161-AEEE-3E04C65FD73F}" dt="2024-12-27T20:48:15.481" v="13267"/>
        <pc:sldMkLst>
          <pc:docMk/>
          <pc:sldMk cId="433906675" sldId="348"/>
        </pc:sldMkLst>
        <pc:spChg chg="mod">
          <ac:chgData name="Mattia Erné" userId="ad84ee6f-0a28-4445-b06f-f3738604603d" providerId="ADAL" clId="{0EAF33D2-CB91-4161-AEEE-3E04C65FD73F}" dt="2024-12-14T14:35:26.048" v="8242" actId="20577"/>
          <ac:spMkLst>
            <pc:docMk/>
            <pc:sldMk cId="433906675" sldId="348"/>
            <ac:spMk id="31" creationId="{AE670BD2-8212-4CA7-A75F-615269EA507A}"/>
          </ac:spMkLst>
        </pc:spChg>
        <pc:spChg chg="add mod">
          <ac:chgData name="Mattia Erné" userId="ad84ee6f-0a28-4445-b06f-f3738604603d" providerId="ADAL" clId="{0EAF33D2-CB91-4161-AEEE-3E04C65FD73F}" dt="2024-12-18T15:09:26.120" v="11246"/>
          <ac:spMkLst>
            <pc:docMk/>
            <pc:sldMk cId="433906675" sldId="348"/>
            <ac:spMk id="32" creationId="{386C6D42-A43B-0FD0-5C0D-084BE2EA9A70}"/>
          </ac:spMkLst>
        </pc:spChg>
        <pc:spChg chg="add mod">
          <ac:chgData name="Mattia Erné" userId="ad84ee6f-0a28-4445-b06f-f3738604603d" providerId="ADAL" clId="{0EAF33D2-CB91-4161-AEEE-3E04C65FD73F}" dt="2024-12-18T15:09:26.120" v="11246"/>
          <ac:spMkLst>
            <pc:docMk/>
            <pc:sldMk cId="433906675" sldId="348"/>
            <ac:spMk id="33" creationId="{79401955-E9C9-AA67-D782-623099F6CB9E}"/>
          </ac:spMkLst>
        </pc:spChg>
      </pc:sldChg>
      <pc:sldChg chg="add del">
        <pc:chgData name="Mattia Erné" userId="ad84ee6f-0a28-4445-b06f-f3738604603d" providerId="ADAL" clId="{0EAF33D2-CB91-4161-AEEE-3E04C65FD73F}" dt="2024-12-14T17:31:35.908" v="10242" actId="2696"/>
        <pc:sldMkLst>
          <pc:docMk/>
          <pc:sldMk cId="2131300627" sldId="349"/>
        </pc:sldMkLst>
      </pc:sldChg>
      <pc:sldChg chg="add modTransition">
        <pc:chgData name="Mattia Erné" userId="ad84ee6f-0a28-4445-b06f-f3738604603d" providerId="ADAL" clId="{0EAF33D2-CB91-4161-AEEE-3E04C65FD73F}" dt="2024-12-27T20:48:15.481" v="13267"/>
        <pc:sldMkLst>
          <pc:docMk/>
          <pc:sldMk cId="2626619136" sldId="350"/>
        </pc:sldMkLst>
      </pc:sldChg>
      <pc:sldChg chg="addSp delSp modSp add mod ord modTransition">
        <pc:chgData name="Mattia Erné" userId="ad84ee6f-0a28-4445-b06f-f3738604603d" providerId="ADAL" clId="{0EAF33D2-CB91-4161-AEEE-3E04C65FD73F}" dt="2024-12-29T20:29:53.009" v="13406" actId="14826"/>
        <pc:sldMkLst>
          <pc:docMk/>
          <pc:sldMk cId="3646450288" sldId="351"/>
        </pc:sldMkLst>
        <pc:spChg chg="add mod">
          <ac:chgData name="Mattia Erné" userId="ad84ee6f-0a28-4445-b06f-f3738604603d" providerId="ADAL" clId="{0EAF33D2-CB91-4161-AEEE-3E04C65FD73F}" dt="2024-12-14T16:42:12.347" v="9153" actId="20577"/>
          <ac:spMkLst>
            <pc:docMk/>
            <pc:sldMk cId="3646450288" sldId="351"/>
            <ac:spMk id="2" creationId="{25D1A8DD-AD18-BE0B-72F9-1B36A63F8A5A}"/>
          </ac:spMkLst>
        </pc:spChg>
        <pc:spChg chg="add mod">
          <ac:chgData name="Mattia Erné" userId="ad84ee6f-0a28-4445-b06f-f3738604603d" providerId="ADAL" clId="{0EAF33D2-CB91-4161-AEEE-3E04C65FD73F}" dt="2024-12-08T21:42:41.673" v="7797" actId="1036"/>
          <ac:spMkLst>
            <pc:docMk/>
            <pc:sldMk cId="3646450288" sldId="351"/>
            <ac:spMk id="30" creationId="{49E21971-F040-B876-DEB7-9036E9706860}"/>
          </ac:spMkLst>
        </pc:spChg>
        <pc:spChg chg="add mod">
          <ac:chgData name="Mattia Erné" userId="ad84ee6f-0a28-4445-b06f-f3738604603d" providerId="ADAL" clId="{0EAF33D2-CB91-4161-AEEE-3E04C65FD73F}" dt="2024-12-08T21:42:41.673" v="7797" actId="1036"/>
          <ac:spMkLst>
            <pc:docMk/>
            <pc:sldMk cId="3646450288" sldId="351"/>
            <ac:spMk id="31" creationId="{0453CD53-3932-ABCC-E985-9D45E2D974F2}"/>
          </ac:spMkLst>
        </pc:spChg>
        <pc:spChg chg="add mod">
          <ac:chgData name="Mattia Erné" userId="ad84ee6f-0a28-4445-b06f-f3738604603d" providerId="ADAL" clId="{0EAF33D2-CB91-4161-AEEE-3E04C65FD73F}" dt="2024-12-14T16:43:56.710" v="9164" actId="1076"/>
          <ac:spMkLst>
            <pc:docMk/>
            <pc:sldMk cId="3646450288" sldId="351"/>
            <ac:spMk id="32" creationId="{2FA01C19-FC0D-5E41-F629-3C82BA4586FE}"/>
          </ac:spMkLst>
        </pc:spChg>
        <pc:spChg chg="mod">
          <ac:chgData name="Mattia Erné" userId="ad84ee6f-0a28-4445-b06f-f3738604603d" providerId="ADAL" clId="{0EAF33D2-CB91-4161-AEEE-3E04C65FD73F}" dt="2024-12-14T17:10:19.208" v="9986" actId="20577"/>
          <ac:spMkLst>
            <pc:docMk/>
            <pc:sldMk cId="3646450288" sldId="351"/>
            <ac:spMk id="64" creationId="{C6CC682B-B6AC-01F2-60FB-11912C38CE53}"/>
          </ac:spMkLst>
        </pc:spChg>
        <pc:picChg chg="add mod">
          <ac:chgData name="Mattia Erné" userId="ad84ee6f-0a28-4445-b06f-f3738604603d" providerId="ADAL" clId="{0EAF33D2-CB91-4161-AEEE-3E04C65FD73F}" dt="2024-12-08T21:42:35.728" v="7776" actId="1036"/>
          <ac:picMkLst>
            <pc:docMk/>
            <pc:sldMk cId="3646450288" sldId="351"/>
            <ac:picMk id="29" creationId="{47D4F84D-1AE3-BF29-339E-FD2ABD0A9875}"/>
          </ac:picMkLst>
        </pc:picChg>
        <pc:picChg chg="mod">
          <ac:chgData name="Mattia Erné" userId="ad84ee6f-0a28-4445-b06f-f3738604603d" providerId="ADAL" clId="{0EAF33D2-CB91-4161-AEEE-3E04C65FD73F}" dt="2024-12-29T20:29:53.009" v="13406" actId="14826"/>
          <ac:picMkLst>
            <pc:docMk/>
            <pc:sldMk cId="3646450288" sldId="351"/>
            <ac:picMk id="63" creationId="{2DE31A7F-7647-F9F4-F68D-D47D55B5F67F}"/>
          </ac:picMkLst>
        </pc:picChg>
        <pc:cxnChg chg="add mod">
          <ac:chgData name="Mattia Erné" userId="ad84ee6f-0a28-4445-b06f-f3738604603d" providerId="ADAL" clId="{0EAF33D2-CB91-4161-AEEE-3E04C65FD73F}" dt="2024-12-08T21:41:51.993" v="7750" actId="14100"/>
          <ac:cxnSpMkLst>
            <pc:docMk/>
            <pc:sldMk cId="3646450288" sldId="351"/>
            <ac:cxnSpMk id="37" creationId="{5F24B8ED-C33F-09D1-8934-3C73B7C5D523}"/>
          </ac:cxnSpMkLst>
        </pc:cxnChg>
        <pc:cxnChg chg="add mod">
          <ac:chgData name="Mattia Erné" userId="ad84ee6f-0a28-4445-b06f-f3738604603d" providerId="ADAL" clId="{0EAF33D2-CB91-4161-AEEE-3E04C65FD73F}" dt="2024-12-08T21:42:25.713" v="7760" actId="1076"/>
          <ac:cxnSpMkLst>
            <pc:docMk/>
            <pc:sldMk cId="3646450288" sldId="351"/>
            <ac:cxnSpMk id="46" creationId="{4E3A0AEF-E811-375A-99EE-9D4CE99926EE}"/>
          </ac:cxnSpMkLst>
        </pc:cxnChg>
      </pc:sldChg>
      <pc:sldChg chg="add del">
        <pc:chgData name="Mattia Erné" userId="ad84ee6f-0a28-4445-b06f-f3738604603d" providerId="ADAL" clId="{0EAF33D2-CB91-4161-AEEE-3E04C65FD73F}" dt="2024-12-08T21:00:33.378" v="6476" actId="2696"/>
        <pc:sldMkLst>
          <pc:docMk/>
          <pc:sldMk cId="3756623830" sldId="351"/>
        </pc:sldMkLst>
      </pc:sldChg>
      <pc:sldChg chg="addSp delSp modSp add mod ord modTransition">
        <pc:chgData name="Mattia Erné" userId="ad84ee6f-0a28-4445-b06f-f3738604603d" providerId="ADAL" clId="{0EAF33D2-CB91-4161-AEEE-3E04C65FD73F}" dt="2024-12-27T20:48:15.481" v="13267"/>
        <pc:sldMkLst>
          <pc:docMk/>
          <pc:sldMk cId="1087004952" sldId="352"/>
        </pc:sldMkLst>
        <pc:spChg chg="mod">
          <ac:chgData name="Mattia Erné" userId="ad84ee6f-0a28-4445-b06f-f3738604603d" providerId="ADAL" clId="{0EAF33D2-CB91-4161-AEEE-3E04C65FD73F}" dt="2024-12-08T21:07:20.663" v="6745" actId="1036"/>
          <ac:spMkLst>
            <pc:docMk/>
            <pc:sldMk cId="1087004952" sldId="352"/>
            <ac:spMk id="2" creationId="{054AEEA8-79D8-94C8-5556-02A766E963E3}"/>
          </ac:spMkLst>
        </pc:spChg>
        <pc:spChg chg="mod">
          <ac:chgData name="Mattia Erné" userId="ad84ee6f-0a28-4445-b06f-f3738604603d" providerId="ADAL" clId="{0EAF33D2-CB91-4161-AEEE-3E04C65FD73F}" dt="2024-12-08T21:08:24.379" v="6918" actId="14100"/>
          <ac:spMkLst>
            <pc:docMk/>
            <pc:sldMk cId="1087004952" sldId="352"/>
            <ac:spMk id="3" creationId="{67D3E7C9-E4C8-1441-AA2F-D6E00AA046EB}"/>
          </ac:spMkLst>
        </pc:spChg>
        <pc:spChg chg="mod">
          <ac:chgData name="Mattia Erné" userId="ad84ee6f-0a28-4445-b06f-f3738604603d" providerId="ADAL" clId="{0EAF33D2-CB91-4161-AEEE-3E04C65FD73F}" dt="2024-12-08T21:07:43.034" v="6910" actId="1035"/>
          <ac:spMkLst>
            <pc:docMk/>
            <pc:sldMk cId="1087004952" sldId="352"/>
            <ac:spMk id="4" creationId="{CBDD8C92-0D49-83F0-AE9A-175A1C2A3839}"/>
          </ac:spMkLst>
        </pc:spChg>
        <pc:spChg chg="mod">
          <ac:chgData name="Mattia Erné" userId="ad84ee6f-0a28-4445-b06f-f3738604603d" providerId="ADAL" clId="{0EAF33D2-CB91-4161-AEEE-3E04C65FD73F}" dt="2024-12-08T21:08:19.600" v="6917" actId="14100"/>
          <ac:spMkLst>
            <pc:docMk/>
            <pc:sldMk cId="1087004952" sldId="352"/>
            <ac:spMk id="5" creationId="{FA831116-5510-DEB1-613D-9F8C74BBF92C}"/>
          </ac:spMkLst>
        </pc:spChg>
        <pc:spChg chg="mod">
          <ac:chgData name="Mattia Erné" userId="ad84ee6f-0a28-4445-b06f-f3738604603d" providerId="ADAL" clId="{0EAF33D2-CB91-4161-AEEE-3E04C65FD73F}" dt="2024-12-08T21:08:32.086" v="6919" actId="14100"/>
          <ac:spMkLst>
            <pc:docMk/>
            <pc:sldMk cId="1087004952" sldId="352"/>
            <ac:spMk id="6" creationId="{80761A99-3589-DA7B-2DB6-EBB0398C09DF}"/>
          </ac:spMkLst>
        </pc:spChg>
        <pc:spChg chg="mod">
          <ac:chgData name="Mattia Erné" userId="ad84ee6f-0a28-4445-b06f-f3738604603d" providerId="ADAL" clId="{0EAF33D2-CB91-4161-AEEE-3E04C65FD73F}" dt="2024-12-08T21:08:55.350" v="6924" actId="14100"/>
          <ac:spMkLst>
            <pc:docMk/>
            <pc:sldMk cId="1087004952" sldId="352"/>
            <ac:spMk id="7" creationId="{A0E5E683-645D-23A2-89F6-FBF8B6304299}"/>
          </ac:spMkLst>
        </pc:spChg>
        <pc:spChg chg="mod">
          <ac:chgData name="Mattia Erné" userId="ad84ee6f-0a28-4445-b06f-f3738604603d" providerId="ADAL" clId="{0EAF33D2-CB91-4161-AEEE-3E04C65FD73F}" dt="2024-12-08T21:08:51.380" v="6923" actId="14100"/>
          <ac:spMkLst>
            <pc:docMk/>
            <pc:sldMk cId="1087004952" sldId="352"/>
            <ac:spMk id="8" creationId="{4EDC2DFD-98BC-E064-E7BE-03614970E729}"/>
          </ac:spMkLst>
        </pc:spChg>
        <pc:spChg chg="mod">
          <ac:chgData name="Mattia Erné" userId="ad84ee6f-0a28-4445-b06f-f3738604603d" providerId="ADAL" clId="{0EAF33D2-CB91-4161-AEEE-3E04C65FD73F}" dt="2024-12-14T16:42:06.932" v="9151" actId="20577"/>
          <ac:spMkLst>
            <pc:docMk/>
            <pc:sldMk cId="1087004952" sldId="352"/>
            <ac:spMk id="31" creationId="{5DE31370-F0CE-6796-5F06-CDE40ED8F2FA}"/>
          </ac:spMkLst>
        </pc:spChg>
        <pc:spChg chg="add mod">
          <ac:chgData name="Mattia Erné" userId="ad84ee6f-0a28-4445-b06f-f3738604603d" providerId="ADAL" clId="{0EAF33D2-CB91-4161-AEEE-3E04C65FD73F}" dt="2024-12-08T21:06:19.093" v="6503" actId="1582"/>
          <ac:spMkLst>
            <pc:docMk/>
            <pc:sldMk cId="1087004952" sldId="352"/>
            <ac:spMk id="39" creationId="{677DF49A-7918-434F-3797-E2D46A8FA52F}"/>
          </ac:spMkLst>
        </pc:spChg>
        <pc:spChg chg="add mod">
          <ac:chgData name="Mattia Erné" userId="ad84ee6f-0a28-4445-b06f-f3738604603d" providerId="ADAL" clId="{0EAF33D2-CB91-4161-AEEE-3E04C65FD73F}" dt="2024-12-08T21:13:37.402" v="7302" actId="1076"/>
          <ac:spMkLst>
            <pc:docMk/>
            <pc:sldMk cId="1087004952" sldId="352"/>
            <ac:spMk id="40" creationId="{F580695F-F63A-2D32-E6F3-5EC2673F91CE}"/>
          </ac:spMkLst>
        </pc:spChg>
        <pc:picChg chg="mod">
          <ac:chgData name="Mattia Erné" userId="ad84ee6f-0a28-4445-b06f-f3738604603d" providerId="ADAL" clId="{0EAF33D2-CB91-4161-AEEE-3E04C65FD73F}" dt="2024-12-08T21:07:20.663" v="6745" actId="1036"/>
          <ac:picMkLst>
            <pc:docMk/>
            <pc:sldMk cId="1087004952" sldId="352"/>
            <ac:picMk id="14" creationId="{6D09FB00-6E57-2596-241F-DE28EFBF54AE}"/>
          </ac:picMkLst>
        </pc:picChg>
        <pc:picChg chg="mod">
          <ac:chgData name="Mattia Erné" userId="ad84ee6f-0a28-4445-b06f-f3738604603d" providerId="ADAL" clId="{0EAF33D2-CB91-4161-AEEE-3E04C65FD73F}" dt="2024-12-08T21:07:35.091" v="6863" actId="1036"/>
          <ac:picMkLst>
            <pc:docMk/>
            <pc:sldMk cId="1087004952" sldId="352"/>
            <ac:picMk id="15" creationId="{786C85F6-3AFF-DEB8-7218-8AE7501BD467}"/>
          </ac:picMkLst>
        </pc:picChg>
        <pc:picChg chg="mod">
          <ac:chgData name="Mattia Erné" userId="ad84ee6f-0a28-4445-b06f-f3738604603d" providerId="ADAL" clId="{0EAF33D2-CB91-4161-AEEE-3E04C65FD73F}" dt="2024-12-08T21:07:27.350" v="6797" actId="1035"/>
          <ac:picMkLst>
            <pc:docMk/>
            <pc:sldMk cId="1087004952" sldId="352"/>
            <ac:picMk id="16" creationId="{110EFC0F-DC47-7C52-C618-E3BF11FD193E}"/>
          </ac:picMkLst>
        </pc:picChg>
        <pc:picChg chg="mod">
          <ac:chgData name="Mattia Erné" userId="ad84ee6f-0a28-4445-b06f-f3738604603d" providerId="ADAL" clId="{0EAF33D2-CB91-4161-AEEE-3E04C65FD73F}" dt="2024-12-08T21:07:11.268" v="6680" actId="1035"/>
          <ac:picMkLst>
            <pc:docMk/>
            <pc:sldMk cId="1087004952" sldId="352"/>
            <ac:picMk id="17" creationId="{0FECD146-56B6-9446-83ED-6BDE09645F98}"/>
          </ac:picMkLst>
        </pc:picChg>
        <pc:picChg chg="mod">
          <ac:chgData name="Mattia Erné" userId="ad84ee6f-0a28-4445-b06f-f3738604603d" providerId="ADAL" clId="{0EAF33D2-CB91-4161-AEEE-3E04C65FD73F}" dt="2024-12-08T21:07:43.034" v="6910" actId="1035"/>
          <ac:picMkLst>
            <pc:docMk/>
            <pc:sldMk cId="1087004952" sldId="352"/>
            <ac:picMk id="18" creationId="{0F96F09E-26AC-358E-17A6-D583F71AF689}"/>
          </ac:picMkLst>
        </pc:picChg>
        <pc:picChg chg="mod">
          <ac:chgData name="Mattia Erné" userId="ad84ee6f-0a28-4445-b06f-f3738604603d" providerId="ADAL" clId="{0EAF33D2-CB91-4161-AEEE-3E04C65FD73F}" dt="2024-12-08T21:06:46.824" v="6598" actId="1036"/>
          <ac:picMkLst>
            <pc:docMk/>
            <pc:sldMk cId="1087004952" sldId="352"/>
            <ac:picMk id="19" creationId="{053C6E9D-2BC1-425B-6835-B928091D7D1A}"/>
          </ac:picMkLst>
        </pc:picChg>
        <pc:picChg chg="mod">
          <ac:chgData name="Mattia Erné" userId="ad84ee6f-0a28-4445-b06f-f3738604603d" providerId="ADAL" clId="{0EAF33D2-CB91-4161-AEEE-3E04C65FD73F}" dt="2024-12-08T21:07:01.746" v="6625" actId="1036"/>
          <ac:picMkLst>
            <pc:docMk/>
            <pc:sldMk cId="1087004952" sldId="352"/>
            <ac:picMk id="20" creationId="{C27C185D-5894-335F-0294-298F4065154D}"/>
          </ac:picMkLst>
        </pc:picChg>
        <pc:picChg chg="mod">
          <ac:chgData name="Mattia Erné" userId="ad84ee6f-0a28-4445-b06f-f3738604603d" providerId="ADAL" clId="{0EAF33D2-CB91-4161-AEEE-3E04C65FD73F}" dt="2024-12-08T21:06:46.824" v="6598" actId="1036"/>
          <ac:picMkLst>
            <pc:docMk/>
            <pc:sldMk cId="1087004952" sldId="352"/>
            <ac:picMk id="22" creationId="{E2F153BB-13C0-C980-76AC-A675FED69E05}"/>
          </ac:picMkLst>
        </pc:picChg>
        <pc:picChg chg="mod">
          <ac:chgData name="Mattia Erné" userId="ad84ee6f-0a28-4445-b06f-f3738604603d" providerId="ADAL" clId="{0EAF33D2-CB91-4161-AEEE-3E04C65FD73F}" dt="2024-12-08T21:07:01.746" v="6625" actId="1036"/>
          <ac:picMkLst>
            <pc:docMk/>
            <pc:sldMk cId="1087004952" sldId="352"/>
            <ac:picMk id="23" creationId="{B38DC71B-E163-2AC5-9F07-49F0EAB210F6}"/>
          </ac:picMkLst>
        </pc:picChg>
        <pc:picChg chg="mod">
          <ac:chgData name="Mattia Erné" userId="ad84ee6f-0a28-4445-b06f-f3738604603d" providerId="ADAL" clId="{0EAF33D2-CB91-4161-AEEE-3E04C65FD73F}" dt="2024-12-08T21:07:11.268" v="6680" actId="1035"/>
          <ac:picMkLst>
            <pc:docMk/>
            <pc:sldMk cId="1087004952" sldId="352"/>
            <ac:picMk id="24" creationId="{7407A735-FE44-E448-05EF-42B58D43EC6A}"/>
          </ac:picMkLst>
        </pc:picChg>
        <pc:picChg chg="mod">
          <ac:chgData name="Mattia Erné" userId="ad84ee6f-0a28-4445-b06f-f3738604603d" providerId="ADAL" clId="{0EAF33D2-CB91-4161-AEEE-3E04C65FD73F}" dt="2024-12-08T21:07:20.663" v="6745" actId="1036"/>
          <ac:picMkLst>
            <pc:docMk/>
            <pc:sldMk cId="1087004952" sldId="352"/>
            <ac:picMk id="25" creationId="{E664097E-F842-196D-486A-03A04894E11C}"/>
          </ac:picMkLst>
        </pc:picChg>
        <pc:picChg chg="mod">
          <ac:chgData name="Mattia Erné" userId="ad84ee6f-0a28-4445-b06f-f3738604603d" providerId="ADAL" clId="{0EAF33D2-CB91-4161-AEEE-3E04C65FD73F}" dt="2024-12-08T21:07:27.350" v="6797" actId="1035"/>
          <ac:picMkLst>
            <pc:docMk/>
            <pc:sldMk cId="1087004952" sldId="352"/>
            <ac:picMk id="26" creationId="{61EB42A3-E4A3-30EB-03E4-06141C58CBC7}"/>
          </ac:picMkLst>
        </pc:picChg>
        <pc:picChg chg="mod">
          <ac:chgData name="Mattia Erné" userId="ad84ee6f-0a28-4445-b06f-f3738604603d" providerId="ADAL" clId="{0EAF33D2-CB91-4161-AEEE-3E04C65FD73F}" dt="2024-12-08T21:07:35.091" v="6863" actId="1036"/>
          <ac:picMkLst>
            <pc:docMk/>
            <pc:sldMk cId="1087004952" sldId="352"/>
            <ac:picMk id="27" creationId="{8418534A-95D8-9568-FC9A-E6C7F3303E10}"/>
          </ac:picMkLst>
        </pc:picChg>
        <pc:picChg chg="mod">
          <ac:chgData name="Mattia Erné" userId="ad84ee6f-0a28-4445-b06f-f3738604603d" providerId="ADAL" clId="{0EAF33D2-CB91-4161-AEEE-3E04C65FD73F}" dt="2024-12-08T21:07:43.034" v="6910" actId="1035"/>
          <ac:picMkLst>
            <pc:docMk/>
            <pc:sldMk cId="1087004952" sldId="352"/>
            <ac:picMk id="28" creationId="{5F1501BC-9B6B-B033-52C5-EE35C322AE9F}"/>
          </ac:picMkLst>
        </pc:picChg>
      </pc:sldChg>
      <pc:sldChg chg="addSp delSp modSp new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4187127087" sldId="353"/>
        </pc:sldMkLst>
        <pc:spChg chg="add mod">
          <ac:chgData name="Mattia Erné" userId="ad84ee6f-0a28-4445-b06f-f3738604603d" providerId="ADAL" clId="{0EAF33D2-CB91-4161-AEEE-3E04C65FD73F}" dt="2024-12-14T16:32:24.503" v="8888" actId="20577"/>
          <ac:spMkLst>
            <pc:docMk/>
            <pc:sldMk cId="4187127087" sldId="353"/>
            <ac:spMk id="2" creationId="{438C9335-E8BF-016B-7047-B963C8999EB2}"/>
          </ac:spMkLst>
        </pc:spChg>
        <pc:spChg chg="add mod">
          <ac:chgData name="Mattia Erné" userId="ad84ee6f-0a28-4445-b06f-f3738604603d" providerId="ADAL" clId="{0EAF33D2-CB91-4161-AEEE-3E04C65FD73F}" dt="2024-12-25T18:41:53.659" v="12312" actId="20577"/>
          <ac:spMkLst>
            <pc:docMk/>
            <pc:sldMk cId="4187127087" sldId="353"/>
            <ac:spMk id="11" creationId="{E67D06E0-90BE-E1D9-97ED-CCE21475BD97}"/>
          </ac:spMkLst>
        </pc:spChg>
        <pc:spChg chg="add mod">
          <ac:chgData name="Mattia Erné" userId="ad84ee6f-0a28-4445-b06f-f3738604603d" providerId="ADAL" clId="{0EAF33D2-CB91-4161-AEEE-3E04C65FD73F}" dt="2024-12-25T17:20:38.899" v="11721" actId="1076"/>
          <ac:spMkLst>
            <pc:docMk/>
            <pc:sldMk cId="4187127087" sldId="353"/>
            <ac:spMk id="12" creationId="{5923AE4E-A21F-EA29-A449-50CA50EB9FCB}"/>
          </ac:spMkLst>
        </pc:spChg>
        <pc:spChg chg="add mod">
          <ac:chgData name="Mattia Erné" userId="ad84ee6f-0a28-4445-b06f-f3738604603d" providerId="ADAL" clId="{0EAF33D2-CB91-4161-AEEE-3E04C65FD73F}" dt="2024-12-25T18:42:37.971" v="12324" actId="1076"/>
          <ac:spMkLst>
            <pc:docMk/>
            <pc:sldMk cId="4187127087" sldId="353"/>
            <ac:spMk id="13" creationId="{F814E1F6-B5A3-B740-70FC-B8F4D0B50C06}"/>
          </ac:spMkLst>
        </pc:spChg>
        <pc:spChg chg="add mod">
          <ac:chgData name="Mattia Erné" userId="ad84ee6f-0a28-4445-b06f-f3738604603d" providerId="ADAL" clId="{0EAF33D2-CB91-4161-AEEE-3E04C65FD73F}" dt="2024-12-25T18:43:01.672" v="12330" actId="1076"/>
          <ac:spMkLst>
            <pc:docMk/>
            <pc:sldMk cId="4187127087" sldId="353"/>
            <ac:spMk id="14" creationId="{5312891E-449F-2E92-B850-32CBF6772E4B}"/>
          </ac:spMkLst>
        </pc:spChg>
        <pc:spChg chg="add mod">
          <ac:chgData name="Mattia Erné" userId="ad84ee6f-0a28-4445-b06f-f3738604603d" providerId="ADAL" clId="{0EAF33D2-CB91-4161-AEEE-3E04C65FD73F}" dt="2024-12-25T18:11:48.825" v="11822" actId="1076"/>
          <ac:spMkLst>
            <pc:docMk/>
            <pc:sldMk cId="4187127087" sldId="353"/>
            <ac:spMk id="16" creationId="{8E0DBE06-3A35-3199-53A3-092F7142AD96}"/>
          </ac:spMkLst>
        </pc:spChg>
        <pc:spChg chg="add mod">
          <ac:chgData name="Mattia Erné" userId="ad84ee6f-0a28-4445-b06f-f3738604603d" providerId="ADAL" clId="{0EAF33D2-CB91-4161-AEEE-3E04C65FD73F}" dt="2024-12-25T18:14:07.683" v="11840" actId="207"/>
          <ac:spMkLst>
            <pc:docMk/>
            <pc:sldMk cId="4187127087" sldId="353"/>
            <ac:spMk id="17" creationId="{50165727-4112-9962-DA4B-800DDA554EB4}"/>
          </ac:spMkLst>
        </pc:spChg>
        <pc:spChg chg="add mod">
          <ac:chgData name="Mattia Erné" userId="ad84ee6f-0a28-4445-b06f-f3738604603d" providerId="ADAL" clId="{0EAF33D2-CB91-4161-AEEE-3E04C65FD73F}" dt="2024-12-25T18:14:04.690" v="11839" actId="207"/>
          <ac:spMkLst>
            <pc:docMk/>
            <pc:sldMk cId="4187127087" sldId="353"/>
            <ac:spMk id="18" creationId="{F4686833-B3C3-AE25-A283-58507F78B097}"/>
          </ac:spMkLst>
        </pc:spChg>
        <pc:spChg chg="add mod">
          <ac:chgData name="Mattia Erné" userId="ad84ee6f-0a28-4445-b06f-f3738604603d" providerId="ADAL" clId="{0EAF33D2-CB91-4161-AEEE-3E04C65FD73F}" dt="2024-12-25T18:15:00.619" v="11841" actId="1076"/>
          <ac:spMkLst>
            <pc:docMk/>
            <pc:sldMk cId="4187127087" sldId="353"/>
            <ac:spMk id="19" creationId="{A672BE66-FA9A-FB25-25A0-02C96F5BD24A}"/>
          </ac:spMkLst>
        </pc:spChg>
        <pc:spChg chg="add mod">
          <ac:chgData name="Mattia Erné" userId="ad84ee6f-0a28-4445-b06f-f3738604603d" providerId="ADAL" clId="{0EAF33D2-CB91-4161-AEEE-3E04C65FD73F}" dt="2024-12-25T18:19:47.414" v="11870" actId="1076"/>
          <ac:spMkLst>
            <pc:docMk/>
            <pc:sldMk cId="4187127087" sldId="353"/>
            <ac:spMk id="34" creationId="{D49556BC-F9D3-91C9-DA02-E1DC9E748052}"/>
          </ac:spMkLst>
        </pc:spChg>
        <pc:spChg chg="add mod">
          <ac:chgData name="Mattia Erné" userId="ad84ee6f-0a28-4445-b06f-f3738604603d" providerId="ADAL" clId="{0EAF33D2-CB91-4161-AEEE-3E04C65FD73F}" dt="2024-12-25T18:43:30.855" v="12332" actId="20577"/>
          <ac:spMkLst>
            <pc:docMk/>
            <pc:sldMk cId="4187127087" sldId="353"/>
            <ac:spMk id="35" creationId="{47835DBC-4FA4-4C13-7E90-544C083C44B2}"/>
          </ac:spMkLst>
        </pc:spChg>
        <pc:grpChg chg="add mod">
          <ac:chgData name="Mattia Erné" userId="ad84ee6f-0a28-4445-b06f-f3738604603d" providerId="ADAL" clId="{0EAF33D2-CB91-4161-AEEE-3E04C65FD73F}" dt="2024-12-25T17:20:10.805" v="11707" actId="1076"/>
          <ac:grpSpMkLst>
            <pc:docMk/>
            <pc:sldMk cId="4187127087" sldId="353"/>
            <ac:grpSpMk id="15" creationId="{97139644-F2C8-A31C-7196-0485D6312940}"/>
          </ac:grpSpMkLst>
        </pc:grpChg>
        <pc:cxnChg chg="add mod">
          <ac:chgData name="Mattia Erné" userId="ad84ee6f-0a28-4445-b06f-f3738604603d" providerId="ADAL" clId="{0EAF33D2-CB91-4161-AEEE-3E04C65FD73F}" dt="2024-12-25T17:20:00.332" v="11705" actId="164"/>
          <ac:cxnSpMkLst>
            <pc:docMk/>
            <pc:sldMk cId="4187127087" sldId="353"/>
            <ac:cxnSpMk id="9" creationId="{6F09F8C0-4FC6-3D8B-8B42-3A494E6649AB}"/>
          </ac:cxnSpMkLst>
        </pc:cxnChg>
        <pc:cxnChg chg="add mod">
          <ac:chgData name="Mattia Erné" userId="ad84ee6f-0a28-4445-b06f-f3738604603d" providerId="ADAL" clId="{0EAF33D2-CB91-4161-AEEE-3E04C65FD73F}" dt="2024-12-25T17:20:00.332" v="11705" actId="164"/>
          <ac:cxnSpMkLst>
            <pc:docMk/>
            <pc:sldMk cId="4187127087" sldId="353"/>
            <ac:cxnSpMk id="10" creationId="{88ECDACF-2C8D-2FD9-1A53-8F635F2CBA81}"/>
          </ac:cxnSpMkLst>
        </pc:cxnChg>
        <pc:cxnChg chg="add mod">
          <ac:chgData name="Mattia Erné" userId="ad84ee6f-0a28-4445-b06f-f3738604603d" providerId="ADAL" clId="{0EAF33D2-CB91-4161-AEEE-3E04C65FD73F}" dt="2024-12-25T18:17:10.071" v="11860" actId="14100"/>
          <ac:cxnSpMkLst>
            <pc:docMk/>
            <pc:sldMk cId="4187127087" sldId="353"/>
            <ac:cxnSpMk id="21" creationId="{F5E33892-B10C-6523-80E0-230244E1E9F4}"/>
          </ac:cxnSpMkLst>
        </pc:cxnChg>
        <pc:cxnChg chg="add mod">
          <ac:chgData name="Mattia Erné" userId="ad84ee6f-0a28-4445-b06f-f3738604603d" providerId="ADAL" clId="{0EAF33D2-CB91-4161-AEEE-3E04C65FD73F}" dt="2024-12-25T18:17:05.762" v="11858" actId="14100"/>
          <ac:cxnSpMkLst>
            <pc:docMk/>
            <pc:sldMk cId="4187127087" sldId="353"/>
            <ac:cxnSpMk id="22" creationId="{B6FE0E24-AD1F-9912-222B-1297DB59A81E}"/>
          </ac:cxnSpMkLst>
        </pc:cxnChg>
        <pc:cxnChg chg="add mod">
          <ac:chgData name="Mattia Erné" userId="ad84ee6f-0a28-4445-b06f-f3738604603d" providerId="ADAL" clId="{0EAF33D2-CB91-4161-AEEE-3E04C65FD73F}" dt="2024-12-25T18:16:55.123" v="11855" actId="14100"/>
          <ac:cxnSpMkLst>
            <pc:docMk/>
            <pc:sldMk cId="4187127087" sldId="353"/>
            <ac:cxnSpMk id="24" creationId="{DB129055-E29E-19EB-98B9-6E99C7C78961}"/>
          </ac:cxnSpMkLst>
        </pc:cxnChg>
        <pc:cxnChg chg="add mod">
          <ac:chgData name="Mattia Erné" userId="ad84ee6f-0a28-4445-b06f-f3738604603d" providerId="ADAL" clId="{0EAF33D2-CB91-4161-AEEE-3E04C65FD73F}" dt="2024-12-25T18:39:21.168" v="12277" actId="1582"/>
          <ac:cxnSpMkLst>
            <pc:docMk/>
            <pc:sldMk cId="4187127087" sldId="353"/>
            <ac:cxnSpMk id="37" creationId="{66B13C89-6378-39D2-A1F0-6C85F0DC7990}"/>
          </ac:cxnSpMkLst>
        </pc:cxnChg>
        <pc:cxnChg chg="add mod">
          <ac:chgData name="Mattia Erné" userId="ad84ee6f-0a28-4445-b06f-f3738604603d" providerId="ADAL" clId="{0EAF33D2-CB91-4161-AEEE-3E04C65FD73F}" dt="2024-12-25T18:40:19.438" v="12290" actId="1076"/>
          <ac:cxnSpMkLst>
            <pc:docMk/>
            <pc:sldMk cId="4187127087" sldId="353"/>
            <ac:cxnSpMk id="39" creationId="{FB46C38F-6E9D-4F92-B6E2-7356D42014EF}"/>
          </ac:cxnSpMkLst>
        </pc:cxnChg>
        <pc:cxnChg chg="add mod">
          <ac:chgData name="Mattia Erné" userId="ad84ee6f-0a28-4445-b06f-f3738604603d" providerId="ADAL" clId="{0EAF33D2-CB91-4161-AEEE-3E04C65FD73F}" dt="2024-12-25T18:40:33.519" v="12295" actId="208"/>
          <ac:cxnSpMkLst>
            <pc:docMk/>
            <pc:sldMk cId="4187127087" sldId="353"/>
            <ac:cxnSpMk id="46" creationId="{58B5D7A1-DC46-42E7-4D07-E3674C61C8F5}"/>
          </ac:cxnSpMkLst>
        </pc:cxnChg>
        <pc:cxnChg chg="add mod">
          <ac:chgData name="Mattia Erné" userId="ad84ee6f-0a28-4445-b06f-f3738604603d" providerId="ADAL" clId="{0EAF33D2-CB91-4161-AEEE-3E04C65FD73F}" dt="2024-12-25T18:40:59.548" v="12306" actId="1076"/>
          <ac:cxnSpMkLst>
            <pc:docMk/>
            <pc:sldMk cId="4187127087" sldId="353"/>
            <ac:cxnSpMk id="48" creationId="{194796A5-239E-7289-EAF2-F88F0B197F4A}"/>
          </ac:cxnSpMkLst>
        </pc:cxnChg>
      </pc:sldChg>
      <pc:sldChg chg="new del">
        <pc:chgData name="Mattia Erné" userId="ad84ee6f-0a28-4445-b06f-f3738604603d" providerId="ADAL" clId="{0EAF33D2-CB91-4161-AEEE-3E04C65FD73F}" dt="2024-12-14T16:28:33.510" v="8831" actId="680"/>
        <pc:sldMkLst>
          <pc:docMk/>
          <pc:sldMk cId="1188003546" sldId="354"/>
        </pc:sldMkLst>
      </pc:sldChg>
      <pc:sldChg chg="addSp modSp new mod modTransition modAnim">
        <pc:chgData name="Mattia Erné" userId="ad84ee6f-0a28-4445-b06f-f3738604603d" providerId="ADAL" clId="{0EAF33D2-CB91-4161-AEEE-3E04C65FD73F}" dt="2024-12-27T20:48:15.481" v="13267"/>
        <pc:sldMkLst>
          <pc:docMk/>
          <pc:sldMk cId="2914477272" sldId="354"/>
        </pc:sldMkLst>
        <pc:spChg chg="add mod">
          <ac:chgData name="Mattia Erné" userId="ad84ee6f-0a28-4445-b06f-f3738604603d" providerId="ADAL" clId="{0EAF33D2-CB91-4161-AEEE-3E04C65FD73F}" dt="2024-12-14T18:29:27.352" v="11097" actId="1076"/>
          <ac:spMkLst>
            <pc:docMk/>
            <pc:sldMk cId="2914477272" sldId="354"/>
            <ac:spMk id="2" creationId="{DF494EA9-C4F0-7B51-6F28-F3783E3705B2}"/>
          </ac:spMkLst>
        </pc:spChg>
        <pc:spChg chg="add mod">
          <ac:chgData name="Mattia Erné" userId="ad84ee6f-0a28-4445-b06f-f3738604603d" providerId="ADAL" clId="{0EAF33D2-CB91-4161-AEEE-3E04C65FD73F}" dt="2024-12-14T17:40:56.122" v="10364" actId="20577"/>
          <ac:spMkLst>
            <pc:docMk/>
            <pc:sldMk cId="2914477272" sldId="354"/>
            <ac:spMk id="3" creationId="{73DDFE30-97C6-F1D7-33C2-0E98FEAF061D}"/>
          </ac:spMkLst>
        </pc:spChg>
      </pc:sldChg>
      <pc:sldChg chg="addSp delSp modSp add mod ord modTransition modAnim">
        <pc:chgData name="Mattia Erné" userId="ad84ee6f-0a28-4445-b06f-f3738604603d" providerId="ADAL" clId="{0EAF33D2-CB91-4161-AEEE-3E04C65FD73F}" dt="2025-01-02T18:27:50.685" v="13447" actId="20577"/>
        <pc:sldMkLst>
          <pc:docMk/>
          <pc:sldMk cId="1551746746" sldId="355"/>
        </pc:sldMkLst>
        <pc:spChg chg="mod">
          <ac:chgData name="Mattia Erné" userId="ad84ee6f-0a28-4445-b06f-f3738604603d" providerId="ADAL" clId="{0EAF33D2-CB91-4161-AEEE-3E04C65FD73F}" dt="2024-12-14T17:31:31.532" v="10241" actId="20577"/>
          <ac:spMkLst>
            <pc:docMk/>
            <pc:sldMk cId="1551746746" sldId="355"/>
            <ac:spMk id="6" creationId="{E0066B0D-CBF4-1EE4-BFBA-E3A1BE629573}"/>
          </ac:spMkLst>
        </pc:spChg>
        <pc:spChg chg="add mod">
          <ac:chgData name="Mattia Erné" userId="ad84ee6f-0a28-4445-b06f-f3738604603d" providerId="ADAL" clId="{0EAF33D2-CB91-4161-AEEE-3E04C65FD73F}" dt="2025-01-02T18:27:50.685" v="13447" actId="20577"/>
          <ac:spMkLst>
            <pc:docMk/>
            <pc:sldMk cId="1551746746" sldId="355"/>
            <ac:spMk id="10" creationId="{A04F1226-C652-2987-3EFD-073C828743EC}"/>
          </ac:spMkLst>
        </pc:spChg>
        <pc:spChg chg="add mod">
          <ac:chgData name="Mattia Erné" userId="ad84ee6f-0a28-4445-b06f-f3738604603d" providerId="ADAL" clId="{0EAF33D2-CB91-4161-AEEE-3E04C65FD73F}" dt="2024-12-14T18:12:38.661" v="10858" actId="1076"/>
          <ac:spMkLst>
            <pc:docMk/>
            <pc:sldMk cId="1551746746" sldId="355"/>
            <ac:spMk id="15" creationId="{D5B08CD3-6A77-9246-0085-1A07EF881DCA}"/>
          </ac:spMkLst>
        </pc:spChg>
        <pc:picChg chg="add mod">
          <ac:chgData name="Mattia Erné" userId="ad84ee6f-0a28-4445-b06f-f3738604603d" providerId="ADAL" clId="{0EAF33D2-CB91-4161-AEEE-3E04C65FD73F}" dt="2024-12-14T17:54:53.721" v="10728" actId="1076"/>
          <ac:picMkLst>
            <pc:docMk/>
            <pc:sldMk cId="1551746746" sldId="355"/>
            <ac:picMk id="7" creationId="{95C4F996-2A37-00DA-31ED-614B62767D03}"/>
          </ac:picMkLst>
        </pc:picChg>
        <pc:picChg chg="add mod">
          <ac:chgData name="Mattia Erné" userId="ad84ee6f-0a28-4445-b06f-f3738604603d" providerId="ADAL" clId="{0EAF33D2-CB91-4161-AEEE-3E04C65FD73F}" dt="2024-12-14T17:55:22.099" v="10739" actId="1076"/>
          <ac:picMkLst>
            <pc:docMk/>
            <pc:sldMk cId="1551746746" sldId="355"/>
            <ac:picMk id="13" creationId="{E0CD464F-B0CF-2916-C601-DAB453DA8935}"/>
          </ac:picMkLst>
        </pc:picChg>
      </pc:sldChg>
      <pc:sldChg chg="addSp delSp modSp new mod modTransition">
        <pc:chgData name="Mattia Erné" userId="ad84ee6f-0a28-4445-b06f-f3738604603d" providerId="ADAL" clId="{0EAF33D2-CB91-4161-AEEE-3E04C65FD73F}" dt="2025-02-03T07:50:29.246" v="13481" actId="20577"/>
        <pc:sldMkLst>
          <pc:docMk/>
          <pc:sldMk cId="1459846533" sldId="356"/>
        </pc:sldMkLst>
        <pc:spChg chg="add mod">
          <ac:chgData name="Mattia Erné" userId="ad84ee6f-0a28-4445-b06f-f3738604603d" providerId="ADAL" clId="{0EAF33D2-CB91-4161-AEEE-3E04C65FD73F}" dt="2024-12-14T18:04:50.562" v="10821"/>
          <ac:spMkLst>
            <pc:docMk/>
            <pc:sldMk cId="1459846533" sldId="356"/>
            <ac:spMk id="2" creationId="{7BBED044-AA64-43C1-D632-EDD58D927F42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3" creationId="{762D82BB-4EF8-2351-3A42-211D698F83EE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4" creationId="{B381E10E-C1DC-C448-7194-8276B3BDC826}"/>
          </ac:spMkLst>
        </pc:spChg>
        <pc:spChg chg="add mod">
          <ac:chgData name="Mattia Erné" userId="ad84ee6f-0a28-4445-b06f-f3738604603d" providerId="ADAL" clId="{0EAF33D2-CB91-4161-AEEE-3E04C65FD73F}" dt="2024-12-14T18:19:01.067" v="10925"/>
          <ac:spMkLst>
            <pc:docMk/>
            <pc:sldMk cId="1459846533" sldId="356"/>
            <ac:spMk id="5" creationId="{D0646189-333E-98D6-3C1F-2D85C9A1E129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6" creationId="{4B2D5FDB-73ED-9811-6427-5E156FE482A1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7" creationId="{F58EC897-4BCA-E57E-610C-80B7F54C56A4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8" creationId="{9A166D63-5492-B2E7-B702-83FDEF632274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9" creationId="{35EA5F08-52AA-F175-770B-2A1B9B016D26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0" creationId="{FF97E508-4A5A-5F96-64A7-232DC09EA7F4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1" creationId="{7F3A22CB-60E5-5142-14B2-C6005668FDCA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2" creationId="{A5E5D8C8-4292-300C-8514-24A5B1E9998E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3" creationId="{B7BF6928-5228-D214-6272-AF04D653E9B2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4" creationId="{C60B5C08-3A2D-B80B-C7EC-971FACFDB964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5" creationId="{7D04E3EC-7FBE-B43F-87E8-43C5CEBB1AC5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6" creationId="{13653B16-5938-29FD-4021-2AFC1270D3C2}"/>
          </ac:spMkLst>
        </pc:spChg>
        <pc:spChg chg="add del mod">
          <ac:chgData name="Mattia Erné" userId="ad84ee6f-0a28-4445-b06f-f3738604603d" providerId="ADAL" clId="{0EAF33D2-CB91-4161-AEEE-3E04C65FD73F}" dt="2025-02-03T07:49:36.841" v="13479" actId="478"/>
          <ac:spMkLst>
            <pc:docMk/>
            <pc:sldMk cId="1459846533" sldId="356"/>
            <ac:spMk id="17" creationId="{37A3D5FA-71D8-2D9C-FD8F-FEDDC4C28596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18" creationId="{6A4957F6-490C-364E-47C5-44A81BE8BCFA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19" creationId="{C78350F9-9D8B-17BA-76D8-F8FCCF477D19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20" creationId="{9C1E2F90-6316-0D6B-99A9-3852C4AF1B06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21" creationId="{778A898F-3A79-3C7E-34FB-6A255836622B}"/>
          </ac:spMkLst>
        </pc:spChg>
        <pc:spChg chg="add mod">
          <ac:chgData name="Mattia Erné" userId="ad84ee6f-0a28-4445-b06f-f3738604603d" providerId="ADAL" clId="{0EAF33D2-CB91-4161-AEEE-3E04C65FD73F}" dt="2025-02-03T07:50:29.246" v="13481" actId="20577"/>
          <ac:spMkLst>
            <pc:docMk/>
            <pc:sldMk cId="1459846533" sldId="356"/>
            <ac:spMk id="22" creationId="{F5EDC61C-3644-651E-6874-881A0EE86194}"/>
          </ac:spMkLst>
        </pc:spChg>
        <pc:spChg chg="add mod">
          <ac:chgData name="Mattia Erné" userId="ad84ee6f-0a28-4445-b06f-f3738604603d" providerId="ADAL" clId="{0EAF33D2-CB91-4161-AEEE-3E04C65FD73F}" dt="2025-02-03T07:49:37.141" v="13480"/>
          <ac:spMkLst>
            <pc:docMk/>
            <pc:sldMk cId="1459846533" sldId="356"/>
            <ac:spMk id="23" creationId="{0B6CB7B5-E490-5345-B760-3042AF1B8568}"/>
          </ac:spMkLst>
        </pc:spChg>
      </pc:sldChg>
      <pc:sldChg chg="add del ord">
        <pc:chgData name="Mattia Erné" userId="ad84ee6f-0a28-4445-b06f-f3738604603d" providerId="ADAL" clId="{0EAF33D2-CB91-4161-AEEE-3E04C65FD73F}" dt="2024-12-25T20:41:37.695" v="13263" actId="2696"/>
        <pc:sldMkLst>
          <pc:docMk/>
          <pc:sldMk cId="810738944" sldId="357"/>
        </pc:sldMkLst>
      </pc:sldChg>
      <pc:sldChg chg="new del">
        <pc:chgData name="Mattia Erné" userId="ad84ee6f-0a28-4445-b06f-f3738604603d" providerId="ADAL" clId="{0EAF33D2-CB91-4161-AEEE-3E04C65FD73F}" dt="2024-12-25T15:10:13.242" v="11583" actId="47"/>
        <pc:sldMkLst>
          <pc:docMk/>
          <pc:sldMk cId="1367275913" sldId="357"/>
        </pc:sldMkLst>
      </pc:sldChg>
      <pc:sldChg chg="add del">
        <pc:chgData name="Mattia Erné" userId="ad84ee6f-0a28-4445-b06f-f3738604603d" providerId="ADAL" clId="{0EAF33D2-CB91-4161-AEEE-3E04C65FD73F}" dt="2024-12-25T15:10:01.552" v="11582" actId="47"/>
        <pc:sldMkLst>
          <pc:docMk/>
          <pc:sldMk cId="855713461" sldId="358"/>
        </pc:sldMkLst>
      </pc:sldChg>
      <pc:sldChg chg="addSp delSp modSp add mod modTransition">
        <pc:chgData name="Mattia Erné" userId="ad84ee6f-0a28-4445-b06f-f3738604603d" providerId="ADAL" clId="{0EAF33D2-CB91-4161-AEEE-3E04C65FD73F}" dt="2024-12-27T20:48:15.481" v="13267"/>
        <pc:sldMkLst>
          <pc:docMk/>
          <pc:sldMk cId="3110342759" sldId="358"/>
        </pc:sldMkLst>
        <pc:spChg chg="mod">
          <ac:chgData name="Mattia Erné" userId="ad84ee6f-0a28-4445-b06f-f3738604603d" providerId="ADAL" clId="{0EAF33D2-CB91-4161-AEEE-3E04C65FD73F}" dt="2024-12-25T20:39:47.952" v="13262" actId="20577"/>
          <ac:spMkLst>
            <pc:docMk/>
            <pc:sldMk cId="3110342759" sldId="358"/>
            <ac:spMk id="3" creationId="{CB9DA272-54AD-97D5-77D5-04F85D1C8182}"/>
          </ac:spMkLst>
        </pc:spChg>
        <pc:spChg chg="add mod">
          <ac:chgData name="Mattia Erné" userId="ad84ee6f-0a28-4445-b06f-f3738604603d" providerId="ADAL" clId="{0EAF33D2-CB91-4161-AEEE-3E04C65FD73F}" dt="2024-12-25T20:36:42.678" v="13224" actId="1076"/>
          <ac:spMkLst>
            <pc:docMk/>
            <pc:sldMk cId="3110342759" sldId="358"/>
            <ac:spMk id="4" creationId="{7989D02F-96FC-5252-4C58-A60C650633D3}"/>
          </ac:spMkLst>
        </pc:spChg>
        <pc:spChg chg="add mod">
          <ac:chgData name="Mattia Erné" userId="ad84ee6f-0a28-4445-b06f-f3738604603d" providerId="ADAL" clId="{0EAF33D2-CB91-4161-AEEE-3E04C65FD73F}" dt="2024-12-25T20:36:38.375" v="13223" actId="1076"/>
          <ac:spMkLst>
            <pc:docMk/>
            <pc:sldMk cId="3110342759" sldId="358"/>
            <ac:spMk id="12" creationId="{19225643-D100-1FCB-D72D-82C8C4AE9A5B}"/>
          </ac:spMkLst>
        </pc:spChg>
        <pc:spChg chg="mod">
          <ac:chgData name="Mattia Erné" userId="ad84ee6f-0a28-4445-b06f-f3738604603d" providerId="ADAL" clId="{0EAF33D2-CB91-4161-AEEE-3E04C65FD73F}" dt="2024-12-25T20:36:52.069" v="13225" actId="1076"/>
          <ac:spMkLst>
            <pc:docMk/>
            <pc:sldMk cId="3110342759" sldId="358"/>
            <ac:spMk id="14" creationId="{70351CA8-2D3E-BF14-8B53-2350D2A2195A}"/>
          </ac:spMkLst>
        </pc:spChg>
      </pc:sldChg>
      <pc:sldChg chg="addSp modSp new del mod">
        <pc:chgData name="Mattia Erné" userId="ad84ee6f-0a28-4445-b06f-f3738604603d" providerId="ADAL" clId="{0EAF33D2-CB91-4161-AEEE-3E04C65FD73F}" dt="2024-12-29T15:07:10.484" v="13402" actId="47"/>
        <pc:sldMkLst>
          <pc:docMk/>
          <pc:sldMk cId="2667298995" sldId="359"/>
        </pc:sldMkLst>
      </pc:sldChg>
      <pc:sldChg chg="new">
        <pc:chgData name="Mattia Erné" userId="ad84ee6f-0a28-4445-b06f-f3738604603d" providerId="ADAL" clId="{0EAF33D2-CB91-4161-AEEE-3E04C65FD73F}" dt="2024-12-29T15:06:06.909" v="13401" actId="680"/>
        <pc:sldMkLst>
          <pc:docMk/>
          <pc:sldMk cId="3929476462" sldId="360"/>
        </pc:sldMkLst>
      </pc:sldChg>
      <pc:sldChg chg="add modTransition">
        <pc:chgData name="Mattia Erné" userId="ad84ee6f-0a28-4445-b06f-f3738604603d" providerId="ADAL" clId="{0EAF33D2-CB91-4161-AEEE-3E04C65FD73F}" dt="2024-12-29T15:07:11.754" v="13403"/>
        <pc:sldMkLst>
          <pc:docMk/>
          <pc:sldMk cId="2667298995" sldId="433"/>
        </pc:sldMkLst>
      </pc:sldChg>
      <pc:sldChg chg="add">
        <pc:chgData name="Mattia Erné" userId="ad84ee6f-0a28-4445-b06f-f3738604603d" providerId="ADAL" clId="{0EAF33D2-CB91-4161-AEEE-3E04C65FD73F}" dt="2025-01-02T18:35:52.865" v="13469"/>
        <pc:sldMkLst>
          <pc:docMk/>
          <pc:sldMk cId="1846305332" sldId="434"/>
        </pc:sldMkLst>
      </pc:sldChg>
      <pc:sldMasterChg chg="modSldLayout">
        <pc:chgData name="Mattia Erné" userId="ad84ee6f-0a28-4445-b06f-f3738604603d" providerId="ADAL" clId="{0EAF33D2-CB91-4161-AEEE-3E04C65FD73F}" dt="2024-07-28T14:41:05.771" v="8" actId="1076"/>
        <pc:sldMasterMkLst>
          <pc:docMk/>
          <pc:sldMasterMk cId="3479898048" sldId="2147483660"/>
        </pc:sldMasterMkLst>
        <pc:sldLayoutChg chg="modSp mod">
          <pc:chgData name="Mattia Erné" userId="ad84ee6f-0a28-4445-b06f-f3738604603d" providerId="ADAL" clId="{0EAF33D2-CB91-4161-AEEE-3E04C65FD73F}" dt="2024-07-28T14:41:05.771" v="8" actId="1076"/>
          <pc:sldLayoutMkLst>
            <pc:docMk/>
            <pc:sldMasterMk cId="3479898048" sldId="2147483660"/>
            <pc:sldLayoutMk cId="3684216038" sldId="214748366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869E87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10"/>
              <c:spPr>
                <a:solidFill>
                  <a:srgbClr val="869E87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DA4-4735-9073-2132F2F06F77}"/>
              </c:ext>
            </c:extLst>
          </c:dPt>
          <c:dPt>
            <c:idx val="3"/>
            <c:marker>
              <c:symbol val="circle"/>
              <c:size val="10"/>
              <c:spPr>
                <a:solidFill>
                  <a:srgbClr val="869E87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3DA4-4735-9073-2132F2F06F77}"/>
              </c:ext>
            </c:extLst>
          </c:dPt>
          <c:dPt>
            <c:idx val="5"/>
            <c:marker>
              <c:symbol val="circle"/>
              <c:size val="10"/>
              <c:spPr>
                <a:solidFill>
                  <a:srgbClr val="869E87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DA4-4735-9073-2132F2F06F77}"/>
              </c:ext>
            </c:extLst>
          </c:dPt>
          <c:dPt>
            <c:idx val="9"/>
            <c:marker>
              <c:symbol val="circle"/>
              <c:size val="10"/>
              <c:spPr>
                <a:solidFill>
                  <a:srgbClr val="869E87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3DA4-4735-9073-2132F2F06F77}"/>
              </c:ext>
            </c:extLst>
          </c:dPt>
          <c:xVal>
            <c:numRef>
              <c:f>Sheet1!$A$2:$A$11</c:f>
              <c:numCache>
                <c:formatCode>General</c:formatCode>
                <c:ptCount val="10"/>
                <c:pt idx="0">
                  <c:v>0</c:v>
                </c:pt>
                <c:pt idx="1">
                  <c:v>100</c:v>
                </c:pt>
                <c:pt idx="2">
                  <c:v>150</c:v>
                </c:pt>
                <c:pt idx="3">
                  <c:v>40</c:v>
                </c:pt>
                <c:pt idx="4">
                  <c:v>250</c:v>
                </c:pt>
                <c:pt idx="5">
                  <c:v>120</c:v>
                </c:pt>
                <c:pt idx="6">
                  <c:v>300</c:v>
                </c:pt>
                <c:pt idx="7">
                  <c:v>175</c:v>
                </c:pt>
                <c:pt idx="8">
                  <c:v>210</c:v>
                </c:pt>
                <c:pt idx="9">
                  <c:v>80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  <c:pt idx="6">
                  <c:v>4.5</c:v>
                </c:pt>
                <c:pt idx="7">
                  <c:v>2.5</c:v>
                </c:pt>
                <c:pt idx="8">
                  <c:v>3</c:v>
                </c:pt>
                <c:pt idx="9">
                  <c:v>1.5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DA4-4735-9073-2132F2F06F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4136623"/>
        <c:axId val="1924137103"/>
        <c:extLst/>
      </c:scatterChart>
      <c:valAx>
        <c:axId val="1924136623"/>
        <c:scaling>
          <c:orientation val="minMax"/>
          <c:max val="3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aseline="0" dirty="0"/>
                  <a:t>Caffeine Intake (mg)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137103"/>
        <c:crosses val="autoZero"/>
        <c:crossBetween val="midCat"/>
      </c:valAx>
      <c:valAx>
        <c:axId val="1924137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Participations</a:t>
                </a:r>
                <a:r>
                  <a:rPr lang="en-GB" baseline="0" dirty="0"/>
                  <a:t> per lesson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1366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3">
                  <a:tint val="77000"/>
                </a:schemeClr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64B8-4BB4-A2F6-E3AAFCB63400}"/>
              </c:ext>
            </c:extLst>
          </c:dPt>
          <c:dPt>
            <c:idx val="3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64B8-4BB4-A2F6-E3AAFCB63400}"/>
              </c:ext>
            </c:extLst>
          </c:dPt>
          <c:dPt>
            <c:idx val="5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64B8-4BB4-A2F6-E3AAFCB63400}"/>
              </c:ext>
            </c:extLst>
          </c:dPt>
          <c:dPt>
            <c:idx val="9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64B8-4BB4-A2F6-E3AAFCB63400}"/>
              </c:ext>
            </c:extLst>
          </c:dPt>
          <c:xVal>
            <c:numRef>
              <c:f>Sheet1!$A$2:$A$11</c:f>
              <c:numCache>
                <c:formatCode>General</c:formatCode>
                <c:ptCount val="10"/>
                <c:pt idx="0">
                  <c:v>65</c:v>
                </c:pt>
                <c:pt idx="1">
                  <c:v>70</c:v>
                </c:pt>
                <c:pt idx="2">
                  <c:v>82</c:v>
                </c:pt>
                <c:pt idx="3">
                  <c:v>67</c:v>
                </c:pt>
                <c:pt idx="4">
                  <c:v>92</c:v>
                </c:pt>
                <c:pt idx="5">
                  <c:v>23</c:v>
                </c:pt>
                <c:pt idx="6">
                  <c:v>96</c:v>
                </c:pt>
                <c:pt idx="7">
                  <c:v>47</c:v>
                </c:pt>
                <c:pt idx="8">
                  <c:v>75</c:v>
                </c:pt>
                <c:pt idx="9">
                  <c:v>46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1</c:v>
                </c:pt>
                <c:pt idx="6">
                  <c:v>5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4B8-4BB4-A2F6-E3AAFCB634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4136623"/>
        <c:axId val="1924137103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v>Passed</c:v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3">
                        <a:shade val="76000"/>
                      </a:schemeClr>
                    </a:solidFill>
                    <a:ln w="9525">
                      <a:solidFill>
                        <a:schemeClr val="accent3">
                          <a:shade val="76000"/>
                        </a:schemeClr>
                      </a:solidFill>
                    </a:ln>
                    <a:effectLst/>
                  </c:spPr>
                </c:marker>
                <c:yVal>
                  <c:numLit>
                    <c:formatCode>General</c:formatCode>
                    <c:ptCount val="1"/>
                    <c:pt idx="0">
                      <c:v>1</c:v>
                    </c:pt>
                  </c:numLit>
                </c:yVal>
                <c:smooth val="0"/>
                <c:extLst>
                  <c:ext xmlns:c16="http://schemas.microsoft.com/office/drawing/2014/chart" uri="{C3380CC4-5D6E-409C-BE32-E72D297353CC}">
                    <c16:uniqueId val="{00000003-64B8-4BB4-A2F6-E3AAFCB63400}"/>
                  </c:ext>
                </c:extLst>
              </c15:ser>
            </c15:filteredScatterSeries>
          </c:ext>
        </c:extLst>
      </c:scatterChart>
      <c:valAx>
        <c:axId val="1924136623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Average</a:t>
                </a:r>
                <a:r>
                  <a:rPr lang="en-GB" baseline="0" dirty="0"/>
                  <a:t>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137103"/>
        <c:crosses val="autoZero"/>
        <c:crossBetween val="midCat"/>
      </c:valAx>
      <c:valAx>
        <c:axId val="1924137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Hours</a:t>
                </a:r>
                <a:r>
                  <a:rPr lang="en-GB" baseline="0" dirty="0"/>
                  <a:t> Studied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1366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3">
                  <a:tint val="77000"/>
                </a:schemeClr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A64-493B-A680-7512B325C671}"/>
              </c:ext>
            </c:extLst>
          </c:dPt>
          <c:dPt>
            <c:idx val="3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A64-493B-A680-7512B325C671}"/>
              </c:ext>
            </c:extLst>
          </c:dPt>
          <c:dPt>
            <c:idx val="5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A64-493B-A680-7512B325C671}"/>
              </c:ext>
            </c:extLst>
          </c:dPt>
          <c:dPt>
            <c:idx val="9"/>
            <c:marker>
              <c:symbol val="circle"/>
              <c:size val="10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A64-493B-A680-7512B325C671}"/>
              </c:ext>
            </c:extLst>
          </c:dPt>
          <c:xVal>
            <c:numRef>
              <c:f>Sheet1!$A$2:$A$11</c:f>
              <c:numCache>
                <c:formatCode>General</c:formatCode>
                <c:ptCount val="10"/>
                <c:pt idx="0">
                  <c:v>65</c:v>
                </c:pt>
                <c:pt idx="1">
                  <c:v>70</c:v>
                </c:pt>
                <c:pt idx="2">
                  <c:v>82</c:v>
                </c:pt>
                <c:pt idx="3">
                  <c:v>67</c:v>
                </c:pt>
                <c:pt idx="4">
                  <c:v>92</c:v>
                </c:pt>
                <c:pt idx="5">
                  <c:v>23</c:v>
                </c:pt>
                <c:pt idx="6">
                  <c:v>96</c:v>
                </c:pt>
                <c:pt idx="7">
                  <c:v>47</c:v>
                </c:pt>
                <c:pt idx="8">
                  <c:v>75</c:v>
                </c:pt>
                <c:pt idx="9">
                  <c:v>46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1</c:v>
                </c:pt>
                <c:pt idx="6">
                  <c:v>5</c:v>
                </c:pt>
                <c:pt idx="7">
                  <c:v>4</c:v>
                </c:pt>
                <c:pt idx="8">
                  <c:v>2</c:v>
                </c:pt>
                <c:pt idx="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5A64-493B-A680-7512B325C6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4136623"/>
        <c:axId val="1924137103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v>Passed</c:v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3">
                        <a:shade val="76000"/>
                      </a:schemeClr>
                    </a:solidFill>
                    <a:ln w="9525">
                      <a:solidFill>
                        <a:schemeClr val="accent3">
                          <a:shade val="76000"/>
                        </a:schemeClr>
                      </a:solidFill>
                    </a:ln>
                    <a:effectLst/>
                  </c:spPr>
                </c:marker>
                <c:yVal>
                  <c:numLit>
                    <c:formatCode>General</c:formatCode>
                    <c:ptCount val="1"/>
                    <c:pt idx="0">
                      <c:v>1</c:v>
                    </c:pt>
                  </c:numLit>
                </c:yVal>
                <c:smooth val="0"/>
                <c:extLst>
                  <c:ext xmlns:c16="http://schemas.microsoft.com/office/drawing/2014/chart" uri="{C3380CC4-5D6E-409C-BE32-E72D297353CC}">
                    <c16:uniqueId val="{00000005-5A64-493B-A680-7512B325C671}"/>
                  </c:ext>
                </c:extLst>
              </c15:ser>
            </c15:filteredScatterSeries>
          </c:ext>
        </c:extLst>
      </c:scatterChart>
      <c:valAx>
        <c:axId val="1924136623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Average</a:t>
                </a:r>
                <a:r>
                  <a:rPr lang="en-GB" baseline="0" dirty="0"/>
                  <a:t>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137103"/>
        <c:crosses val="autoZero"/>
        <c:crossBetween val="midCat"/>
      </c:valAx>
      <c:valAx>
        <c:axId val="1924137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Hours</a:t>
                </a:r>
                <a:r>
                  <a:rPr lang="en-GB" baseline="0" dirty="0"/>
                  <a:t> Studied</a:t>
                </a:r>
                <a:endParaRPr lang="en-GB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41366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4D17-7C5A-468F-A79D-223B0C0F6EF8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7A313-1244-4DB7-96CF-0216D25105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6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A313-1244-4DB7-96CF-0216D251051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367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070D9-92F7-33CE-5F6D-1DDB0F54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60949-3285-ED1A-88D2-BE566E32A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EC3A4-E7D4-A106-F3A7-49DFA3998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34BC2-208E-5197-CCCA-4D4147792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A313-1244-4DB7-96CF-0216D251051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973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A313-1244-4DB7-96CF-0216D2510517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668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7A313-1244-4DB7-96CF-0216D2510517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992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7507-D71F-16CD-2025-BFC48FBD3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495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296B9-4C2A-A895-E69D-274325C07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255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ahnschrif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921C8-EA39-791D-07A2-43D05DCC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A3D1-95BE-6E4D-55B1-ED7FC865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0F8BA-521B-3994-7166-EF27A8C16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40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8B77-4098-54EE-E0E3-76CAB20A0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03119-EDFF-DD0C-FAEB-D4B0A7D35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01585-8ECB-98D8-99D2-96C2C377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AF9E4-F1C7-9E23-3D56-653570E6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952C1-0A09-4D38-FC7E-B1AD3136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618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4E91-9FAB-A3A3-04DB-3DF0B3F8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E92E-5643-9280-A013-7CEC5C85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7D2BF-6C5D-C7D3-DFD9-E3BE0D6F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7CFB6-DC85-41DF-AFF6-28EA54C8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F9199-7029-3BE0-1D2C-211585D0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245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D090-4060-C39C-F5F2-E7A5FAB7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BAEFD-E172-6AF3-F37B-4FC76CCED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E16A0-A675-BDDC-D821-1E3BE2C29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319BE-318D-784E-177C-30FEB567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F1E76-C288-FA23-43C5-87A49EF9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3276D-836C-3FB1-8493-5A0283AA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375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2690-A817-6D45-55D7-ABDF00D89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C5E7-BC49-9F52-5360-9C1255129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4602B-CF37-0F7F-248D-529B8B1A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6B5A4-C10F-7E83-C20E-07EC76AE8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Bahnschrif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EFC39-A657-D9EA-7763-5BAEE5C5D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6620C-668D-E678-908B-EDB98A70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06584-08A2-47EE-F0DF-4AFAF7C5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9A4A0-0CA4-7512-AE3D-6A75B02F1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017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E628-F0A0-D129-5A46-48DFB7352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660B6-77E2-0F5A-A677-72C3ADCC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9492F-8821-E30E-3756-68508002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D79CB-FED1-2F57-27D3-3B3F398A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2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8770C-61C7-C55F-76A5-0F073B38C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2E4E4-2F7F-F845-80EC-45C4D9FA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BA8E5-4DDA-9110-5541-AFA9D5EC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20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9A2E-EC2B-94E6-ADB2-930A6A59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068E-4472-1AC7-6415-2C9539F5E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Bahnschrift" panose="020B0502040204020203" pitchFamily="34" charset="0"/>
              </a:defRPr>
            </a:lvl1pPr>
            <a:lvl2pPr>
              <a:defRPr sz="2800">
                <a:latin typeface="Bahnschrift" panose="020B0502040204020203" pitchFamily="34" charset="0"/>
              </a:defRPr>
            </a:lvl2pPr>
            <a:lvl3pPr>
              <a:defRPr sz="2400">
                <a:latin typeface="Bahnschrift" panose="020B0502040204020203" pitchFamily="34" charset="0"/>
              </a:defRPr>
            </a:lvl3pPr>
            <a:lvl4pPr>
              <a:defRPr sz="2000">
                <a:latin typeface="Bahnschrift" panose="020B0502040204020203" pitchFamily="34" charset="0"/>
              </a:defRPr>
            </a:lvl4pPr>
            <a:lvl5pPr>
              <a:defRPr sz="2000">
                <a:latin typeface="Bahnschrift" panose="020B05020402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74CE-1D3C-E343-248F-352C59712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2EC12-90CE-45A6-7441-72CA81BC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3F95A-AC1E-75C8-D38A-9C9EDA87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C3D48-B0ED-0023-62B2-6AE373CA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216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1677-7EFA-E88B-A3B8-10C65278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CBB30-AB17-CC3C-79FF-88CBD366B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Bahnschrift" panose="020B05020402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38C48-6CAD-91A4-D200-8DB246D7D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ahnschrift" panose="020B05020402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A72EB-78DC-DDA0-879D-AE551440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B282A-7BA1-6036-AA88-9AFA14A93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98411-B3DD-7659-7F6E-B74B9B2F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986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D500-FF98-05B5-10AC-2DBD4857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51D7A-6C58-E4A0-3B1F-36E9B6D4F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41341-B221-88D1-0CD9-17AEC38B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1E882-435A-7347-0D46-0C02F94C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D11D-BE43-FD0C-55A3-95363B9C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896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41BDD-C808-5714-E477-C4AFD1935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41EE4-BA96-C14D-50BC-CEC26812A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Bahnschrift" panose="020B0502040204020203" pitchFamily="34" charset="0"/>
              </a:defRPr>
            </a:lvl1pPr>
            <a:lvl2pPr>
              <a:defRPr>
                <a:latin typeface="Bahnschrift" panose="020B0502040204020203" pitchFamily="34" charset="0"/>
              </a:defRPr>
            </a:lvl2pPr>
            <a:lvl3pPr>
              <a:defRPr>
                <a:latin typeface="Bahnschrift" panose="020B0502040204020203" pitchFamily="34" charset="0"/>
              </a:defRPr>
            </a:lvl3pPr>
            <a:lvl4pPr>
              <a:defRPr>
                <a:latin typeface="Bahnschrift" panose="020B0502040204020203" pitchFamily="34" charset="0"/>
              </a:defRPr>
            </a:lvl4pPr>
            <a:lvl5pPr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2A95-8D16-A05E-FBBA-BBA13376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43570-8FF9-43F9-B26E-5B044C9474B2}" type="datetimeFigureOut">
              <a:rPr lang="en-GB" smtClean="0"/>
              <a:t>03/02/2025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098B6-C424-D4D6-4E91-8EF2A484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6016C-8545-BF27-90F8-4E79F766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0FC10-0EC3-41B7-804F-B2AB18BBA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650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EF667-8DC9-3E08-6F98-4DE9B470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D6BB-D958-058B-3C0A-92135CE44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70F1-EE1E-D3CB-9757-940F920B6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CH"/>
              <a:t>KZU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2F5D1-2B74-1926-DFB7-327F82607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CH"/>
              <a:t>Machine Learning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2DC4D-0399-B3C3-63ED-C710996D3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fld id="{76E0FC10-0EC3-41B7-804F-B2AB18BBA7D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628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50000"/>
            </a:schemeClr>
          </a:solidFill>
          <a:latin typeface="Bahnschrif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75000"/>
            </a:schemeClr>
          </a:solidFill>
          <a:latin typeface="Bahnschrift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Bahnschrift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40000"/>
              <a:lumOff val="60000"/>
            </a:schemeClr>
          </a:solidFill>
          <a:latin typeface="Bahnschrift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20000"/>
              <a:lumOff val="80000"/>
            </a:schemeClr>
          </a:solidFill>
          <a:latin typeface="Bahnschrif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0.png"/><Relationship Id="rId5" Type="http://schemas.openxmlformats.org/officeDocument/2006/relationships/image" Target="../media/image21.png"/><Relationship Id="rId4" Type="http://schemas.openxmlformats.org/officeDocument/2006/relationships/image" Target="../media/image19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50.svg"/><Relationship Id="rId7" Type="http://schemas.openxmlformats.org/officeDocument/2006/relationships/image" Target="../media/image47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5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52.svg"/><Relationship Id="rId9" Type="http://schemas.openxmlformats.org/officeDocument/2006/relationships/image" Target="../media/image47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19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3.svg"/><Relationship Id="rId9" Type="http://schemas.openxmlformats.org/officeDocument/2006/relationships/image" Target="../media/image55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13.svg"/><Relationship Id="rId7" Type="http://schemas.openxmlformats.org/officeDocument/2006/relationships/image" Target="../media/image3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5" Type="http://schemas.openxmlformats.org/officeDocument/2006/relationships/image" Target="../media/image10.svg"/><Relationship Id="rId10" Type="http://schemas.openxmlformats.org/officeDocument/2006/relationships/image" Target="../media/image360.png"/><Relationship Id="rId4" Type="http://schemas.openxmlformats.org/officeDocument/2006/relationships/image" Target="../media/image9.png"/><Relationship Id="rId9" Type="http://schemas.openxmlformats.org/officeDocument/2006/relationships/image" Target="../media/image3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5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3.svg"/><Relationship Id="rId9" Type="http://schemas.openxmlformats.org/officeDocument/2006/relationships/image" Target="../media/image55.sv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0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4" Type="http://schemas.openxmlformats.org/officeDocument/2006/relationships/image" Target="../media/image5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0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67D2-9445-60B9-104E-2F6853A5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DBC8E-FFF0-3E6E-8094-B0159CC73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5511"/>
            <a:ext cx="9144000" cy="1106320"/>
          </a:xfrm>
        </p:spPr>
        <p:txBody>
          <a:bodyPr anchor="ctr">
            <a:normAutofit/>
          </a:bodyPr>
          <a:lstStyle/>
          <a:p>
            <a:r>
              <a:rPr lang="en-GB" dirty="0"/>
              <a:t>Supervised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821A8-A10A-973E-E939-50D32C44F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1831"/>
            <a:ext cx="9144000" cy="1655762"/>
          </a:xfrm>
        </p:spPr>
        <p:txBody>
          <a:bodyPr/>
          <a:lstStyle/>
          <a:p>
            <a:r>
              <a:rPr lang="de-CH" dirty="0"/>
              <a:t>Chapter 2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12407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6F2EF80-B821-797E-C27E-F6CA6415C5FB}"/>
              </a:ext>
            </a:extLst>
          </p:cNvPr>
          <p:cNvSpPr txBox="1"/>
          <p:nvPr/>
        </p:nvSpPr>
        <p:spPr>
          <a:xfrm>
            <a:off x="3382874" y="1306054"/>
            <a:ext cx="5426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Bahnschrift" panose="020B0502040204020203" pitchFamily="34" charset="0"/>
                <a:cs typeface="Times New Roman" panose="02020603050405020304" pitchFamily="18" charset="0"/>
              </a:rPr>
              <a:t>learning vocab with flashcards</a:t>
            </a:r>
            <a:endParaRPr lang="en-GB" sz="2400" dirty="0"/>
          </a:p>
        </p:txBody>
      </p:sp>
      <p:pic>
        <p:nvPicPr>
          <p:cNvPr id="14" name="Picture 13" descr="A black background with a black square">
            <a:extLst>
              <a:ext uri="{FF2B5EF4-FFF2-40B4-BE49-F238E27FC236}">
                <a16:creationId xmlns:a16="http://schemas.microsoft.com/office/drawing/2014/main" id="{63E441D6-7DF9-E127-47F5-79C336516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047" y="2776047"/>
            <a:ext cx="1305906" cy="13059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04D08A-2660-C8A8-BB08-F5751852DBF6}"/>
              </a:ext>
            </a:extLst>
          </p:cNvPr>
          <p:cNvSpPr txBox="1"/>
          <p:nvPr/>
        </p:nvSpPr>
        <p:spPr>
          <a:xfrm>
            <a:off x="525922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Check</a:t>
            </a:r>
          </a:p>
        </p:txBody>
      </p:sp>
      <p:pic>
        <p:nvPicPr>
          <p:cNvPr id="17" name="Graphic 16" descr="Brain in head outline">
            <a:extLst>
              <a:ext uri="{FF2B5EF4-FFF2-40B4-BE49-F238E27FC236}">
                <a16:creationId xmlns:a16="http://schemas.microsoft.com/office/drawing/2014/main" id="{898DFBB0-8A71-0426-CC89-A94FDB9BE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24237" y="2546954"/>
            <a:ext cx="1764092" cy="1764092"/>
          </a:xfrm>
          <a:prstGeom prst="rect">
            <a:avLst/>
          </a:prstGeom>
        </p:spPr>
      </p:pic>
      <p:pic>
        <p:nvPicPr>
          <p:cNvPr id="19" name="Graphic 18" descr="Head with gears outline">
            <a:extLst>
              <a:ext uri="{FF2B5EF4-FFF2-40B4-BE49-F238E27FC236}">
                <a16:creationId xmlns:a16="http://schemas.microsoft.com/office/drawing/2014/main" id="{7E3A1085-326A-D223-5DEF-6AC4AF6BC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671" y="2546954"/>
            <a:ext cx="1764092" cy="17640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6A15612-2F73-3D85-7918-822604823741}"/>
              </a:ext>
            </a:extLst>
          </p:cNvPr>
          <p:cNvSpPr txBox="1"/>
          <p:nvPr/>
        </p:nvSpPr>
        <p:spPr>
          <a:xfrm>
            <a:off x="1432404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Recall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C7884-9B9B-CD0D-25D1-07168EBDBAD0}"/>
              </a:ext>
            </a:extLst>
          </p:cNvPr>
          <p:cNvSpPr txBox="1"/>
          <p:nvPr/>
        </p:nvSpPr>
        <p:spPr>
          <a:xfrm>
            <a:off x="8852517" y="4454567"/>
            <a:ext cx="16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</a:rPr>
              <a:t>Learn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DD4284-777E-2D84-F22B-386DED7E09B1}"/>
              </a:ext>
            </a:extLst>
          </p:cNvPr>
          <p:cNvCxnSpPr/>
          <p:nvPr/>
        </p:nvCxnSpPr>
        <p:spPr>
          <a:xfrm>
            <a:off x="3382874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402E58-72E7-05D2-3057-4F0208563ED8}"/>
              </a:ext>
            </a:extLst>
          </p:cNvPr>
          <p:cNvCxnSpPr/>
          <p:nvPr/>
        </p:nvCxnSpPr>
        <p:spPr>
          <a:xfrm>
            <a:off x="7503218" y="3429000"/>
            <a:ext cx="1305906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AAD01C11-D801-7F72-A393-A68A4B3A68A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846305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E327D5-6FE2-A354-9141-78DF4AD05B36}"/>
              </a:ext>
            </a:extLst>
          </p:cNvPr>
          <p:cNvSpPr txBox="1"/>
          <p:nvPr/>
        </p:nvSpPr>
        <p:spPr>
          <a:xfrm>
            <a:off x="1234951" y="1157658"/>
            <a:ext cx="15899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309A76-EBE4-1901-1B01-7B9EAAF948A9}"/>
              </a:ext>
            </a:extLst>
          </p:cNvPr>
          <p:cNvSpPr txBox="1"/>
          <p:nvPr/>
        </p:nvSpPr>
        <p:spPr>
          <a:xfrm>
            <a:off x="1234950" y="1815582"/>
            <a:ext cx="15899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Rules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BE55A7A-0985-4AD8-BBE1-AD49D4F81721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824894" y="1419267"/>
            <a:ext cx="1589942" cy="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EEB780-95FD-DF41-FCE9-5A6FFABA854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824893" y="2077190"/>
            <a:ext cx="1589942" cy="2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3D31A39D-4D4A-18D5-8E1E-855A5257BDB2}"/>
              </a:ext>
            </a:extLst>
          </p:cNvPr>
          <p:cNvSpPr/>
          <p:nvPr/>
        </p:nvSpPr>
        <p:spPr>
          <a:xfrm>
            <a:off x="4414836" y="1011093"/>
            <a:ext cx="3362325" cy="1485866"/>
          </a:xfrm>
          <a:prstGeom prst="flowChartProcess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5CDE73-6419-C4C0-FE1D-570F550107BA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7777161" y="1754026"/>
            <a:ext cx="1600933" cy="3704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4686477-46F6-3541-2D2F-71AABA5ACDF9}"/>
              </a:ext>
            </a:extLst>
          </p:cNvPr>
          <p:cNvSpPr txBox="1"/>
          <p:nvPr/>
        </p:nvSpPr>
        <p:spPr>
          <a:xfrm>
            <a:off x="9378094" y="1529461"/>
            <a:ext cx="189315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Answers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29B9EF-413B-A33B-31D5-AF0C7CE0BEFB}"/>
              </a:ext>
            </a:extLst>
          </p:cNvPr>
          <p:cNvSpPr txBox="1"/>
          <p:nvPr/>
        </p:nvSpPr>
        <p:spPr>
          <a:xfrm>
            <a:off x="1234952" y="4306138"/>
            <a:ext cx="15899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47792-5111-C540-4136-0635535D8715}"/>
              </a:ext>
            </a:extLst>
          </p:cNvPr>
          <p:cNvSpPr txBox="1"/>
          <p:nvPr/>
        </p:nvSpPr>
        <p:spPr>
          <a:xfrm>
            <a:off x="1223963" y="4964062"/>
            <a:ext cx="1600931" cy="52321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Answers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BA5E40-3827-3F98-75C2-0EFF4C21AD7C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824895" y="4567747"/>
            <a:ext cx="1589942" cy="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6D1CC12-0F79-66F9-A89B-2DA6E304B822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824894" y="5225670"/>
            <a:ext cx="1589942" cy="2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3EBB7555-B1D1-38DD-2CF1-FE7703C848E3}"/>
              </a:ext>
            </a:extLst>
          </p:cNvPr>
          <p:cNvSpPr/>
          <p:nvPr/>
        </p:nvSpPr>
        <p:spPr>
          <a:xfrm>
            <a:off x="4414837" y="4159573"/>
            <a:ext cx="3362325" cy="1485866"/>
          </a:xfrm>
          <a:prstGeom prst="flowChartProcess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46DF6D-F552-F360-7E41-DE3E5B833D44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7777162" y="4902506"/>
            <a:ext cx="1600932" cy="12536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76206EF-25B5-BE86-14D4-D34D3B316ADC}"/>
              </a:ext>
            </a:extLst>
          </p:cNvPr>
          <p:cNvSpPr txBox="1"/>
          <p:nvPr/>
        </p:nvSpPr>
        <p:spPr>
          <a:xfrm>
            <a:off x="9378094" y="4653432"/>
            <a:ext cx="158994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Rules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1AFB1F-D32E-5F74-7D31-16C2F892A6AD}"/>
              </a:ext>
            </a:extLst>
          </p:cNvPr>
          <p:cNvSpPr txBox="1"/>
          <p:nvPr/>
        </p:nvSpPr>
        <p:spPr>
          <a:xfrm>
            <a:off x="4703150" y="4412916"/>
            <a:ext cx="278569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Supervised Learning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874F43-9CDD-0766-F8C7-70BFB5B0338D}"/>
              </a:ext>
            </a:extLst>
          </p:cNvPr>
          <p:cNvSpPr txBox="1"/>
          <p:nvPr/>
        </p:nvSpPr>
        <p:spPr>
          <a:xfrm>
            <a:off x="4703150" y="1276972"/>
            <a:ext cx="278569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Bahnschrift" panose="020B0502040204020203" pitchFamily="34" charset="0"/>
              </a:rPr>
              <a:t>Conventional Programming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485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3227-C23D-484E-655B-7CB871C1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D8AF-D01C-0F58-D73C-485795296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5511"/>
            <a:ext cx="9144000" cy="1106320"/>
          </a:xfrm>
        </p:spPr>
        <p:txBody>
          <a:bodyPr anchor="ctr">
            <a:normAutofit/>
          </a:bodyPr>
          <a:lstStyle/>
          <a:p>
            <a:r>
              <a:rPr lang="en-GB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221D1-B58B-64D2-52A9-1488902D1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1831"/>
            <a:ext cx="9144000" cy="1655762"/>
          </a:xfrm>
        </p:spPr>
        <p:txBody>
          <a:bodyPr/>
          <a:lstStyle/>
          <a:p>
            <a:r>
              <a:rPr lang="de-CH" dirty="0"/>
              <a:t>Chapter 2.1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1021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09E3-5DEB-92EA-0B15-7C6B9A0D0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C0AB0A-7B85-BFD8-54A1-A3E3693CC8D9}"/>
              </a:ext>
            </a:extLst>
          </p:cNvPr>
          <p:cNvSpPr txBox="1"/>
          <p:nvPr/>
        </p:nvSpPr>
        <p:spPr>
          <a:xfrm>
            <a:off x="427703" y="2459504"/>
            <a:ext cx="113365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Linear Regression is a supervised learning algorithm that models the relationship between variables by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fitting a straight line</a:t>
            </a:r>
            <a:r>
              <a:rPr lang="en-GB" sz="4000" b="1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 predict continuous values.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81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CB16-E7FE-CBFC-41A9-FB96AC405C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Linear Regression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AF0E4A-79B9-E991-8E6C-8C3981A2CA85}"/>
                  </a:ext>
                </a:extLst>
              </p:cNvPr>
              <p:cNvSpPr txBox="1"/>
              <p:nvPr/>
            </p:nvSpPr>
            <p:spPr>
              <a:xfrm>
                <a:off x="2215996" y="2598003"/>
                <a:ext cx="7760008" cy="166199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10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10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08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de-CH" sz="10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10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10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0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AF0E4A-79B9-E991-8E6C-8C3981A2C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996" y="2598003"/>
                <a:ext cx="7760008" cy="1661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F3D2918-479B-DA83-8A51-0F1A11955B03}"/>
              </a:ext>
            </a:extLst>
          </p:cNvPr>
          <p:cNvSpPr txBox="1"/>
          <p:nvPr/>
        </p:nvSpPr>
        <p:spPr>
          <a:xfrm>
            <a:off x="9159000" y="1881555"/>
            <a:ext cx="2884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y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-intercept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also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 known</a:t>
            </a:r>
            <a:r>
              <a:rPr kumimoji="0" lang="en-US" sz="1100" b="0" i="0" u="none" strike="noStrike" kern="1200" cap="none" spc="0" normalizeH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 as the bias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6EA3B-15F3-B38D-E584-C96C59AF5922}"/>
              </a:ext>
            </a:extLst>
          </p:cNvPr>
          <p:cNvSpPr txBox="1"/>
          <p:nvPr/>
        </p:nvSpPr>
        <p:spPr>
          <a:xfrm>
            <a:off x="5485365" y="5014156"/>
            <a:ext cx="2884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slope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gradient of the line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6D509-77FE-A0A6-7A23-D9159A67451F}"/>
              </a:ext>
            </a:extLst>
          </p:cNvPr>
          <p:cNvSpPr txBox="1"/>
          <p:nvPr/>
        </p:nvSpPr>
        <p:spPr>
          <a:xfrm>
            <a:off x="2601660" y="1437640"/>
            <a:ext cx="5279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independent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D44A7-496B-CBB2-6B40-704C6CDB81C4}"/>
              </a:ext>
            </a:extLst>
          </p:cNvPr>
          <p:cNvSpPr txBox="1"/>
          <p:nvPr/>
        </p:nvSpPr>
        <p:spPr>
          <a:xfrm>
            <a:off x="113729" y="5418502"/>
            <a:ext cx="39535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dependent variable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48030D-CF96-C699-13C2-802594E6984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241292" y="2022415"/>
            <a:ext cx="1141579" cy="1062688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861C6A-5032-D10E-B933-1D21DCF001DC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9408167" y="2650996"/>
            <a:ext cx="1193203" cy="575588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22E109-590E-29D8-8A71-543893E4CC51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746376" y="4077449"/>
            <a:ext cx="1181359" cy="936707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4A7EA3-FFBB-29A5-5345-6703A6DD5F8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090490" y="4473133"/>
            <a:ext cx="437557" cy="94536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290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5040FA-7912-469F-6F68-BF05E3021B1D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63B5B7-7AB8-AAC0-7D58-891104E4B26E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3DD626-14D4-72C9-F778-828430341CB6}"/>
                  </a:ext>
                </a:extLst>
              </p:cNvPr>
              <p:cNvSpPr txBox="1"/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4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44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4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3DD626-14D4-72C9-F778-82843034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4DFFB3-9BBB-C5D8-C45C-CF1314397E6E}"/>
              </a:ext>
            </a:extLst>
          </p:cNvPr>
          <p:cNvCxnSpPr>
            <a:cxnSpLocks/>
          </p:cNvCxnSpPr>
          <p:nvPr/>
        </p:nvCxnSpPr>
        <p:spPr>
          <a:xfrm flipV="1">
            <a:off x="1781735" y="2006212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F713A1-68B8-1BB4-D30B-3D0FEA07A27C}"/>
              </a:ext>
            </a:extLst>
          </p:cNvPr>
          <p:cNvCxnSpPr>
            <a:cxnSpLocks/>
          </p:cNvCxnSpPr>
          <p:nvPr/>
        </p:nvCxnSpPr>
        <p:spPr>
          <a:xfrm>
            <a:off x="3433481" y="4583565"/>
            <a:ext cx="4867837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052A876-F57E-635C-EE73-E9B5E56A89F7}"/>
              </a:ext>
            </a:extLst>
          </p:cNvPr>
          <p:cNvCxnSpPr>
            <a:cxnSpLocks/>
          </p:cNvCxnSpPr>
          <p:nvPr/>
        </p:nvCxnSpPr>
        <p:spPr>
          <a:xfrm flipV="1">
            <a:off x="8301318" y="2759247"/>
            <a:ext cx="0" cy="182431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927E99E-7A57-892B-1D07-D530AFB12F49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9C8A99-F94B-F2FF-6640-8DD741F5A614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F48209-B8E1-3789-5A0B-2D900AE0F80E}"/>
              </a:ext>
            </a:extLst>
          </p:cNvPr>
          <p:cNvCxnSpPr>
            <a:cxnSpLocks/>
          </p:cNvCxnSpPr>
          <p:nvPr/>
        </p:nvCxnSpPr>
        <p:spPr>
          <a:xfrm flipV="1">
            <a:off x="2312894" y="4964565"/>
            <a:ext cx="0" cy="13222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0474A55B-7201-BFE3-2DB5-6990745CB9C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Linear Regression Work</a:t>
            </a:r>
          </a:p>
        </p:txBody>
      </p:sp>
    </p:spTree>
    <p:extLst>
      <p:ext uri="{BB962C8B-B14F-4D97-AF65-F5344CB8AC3E}">
        <p14:creationId xmlns:p14="http://schemas.microsoft.com/office/powerpoint/2010/main" val="1655160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62B5-95D2-218E-6F8E-D4997D79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34D015-F5EE-8958-6404-EBBFCBC8B15E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DF5A47-11FF-3457-E981-2FCC979A644D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A615EA-482F-EE48-B6DF-722F8791314F}"/>
                  </a:ext>
                </a:extLst>
              </p:cNvPr>
              <p:cNvSpPr txBox="1"/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4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44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4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A615EA-482F-EE48-B6DF-722F87913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5E4E6F-C3D3-A3DB-9178-14265EE4443B}"/>
              </a:ext>
            </a:extLst>
          </p:cNvPr>
          <p:cNvCxnSpPr>
            <a:cxnSpLocks/>
          </p:cNvCxnSpPr>
          <p:nvPr/>
        </p:nvCxnSpPr>
        <p:spPr>
          <a:xfrm flipV="1">
            <a:off x="1766047" y="3675529"/>
            <a:ext cx="8426824" cy="137160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193D93-A331-A0B2-C35F-634680467ABC}"/>
              </a:ext>
            </a:extLst>
          </p:cNvPr>
          <p:cNvCxnSpPr>
            <a:cxnSpLocks/>
          </p:cNvCxnSpPr>
          <p:nvPr/>
        </p:nvCxnSpPr>
        <p:spPr>
          <a:xfrm>
            <a:off x="3433481" y="4816647"/>
            <a:ext cx="4867837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BFCC99E-1E04-D6A5-FB05-2AA9A706E4C1}"/>
              </a:ext>
            </a:extLst>
          </p:cNvPr>
          <p:cNvCxnSpPr>
            <a:cxnSpLocks/>
          </p:cNvCxnSpPr>
          <p:nvPr/>
        </p:nvCxnSpPr>
        <p:spPr>
          <a:xfrm flipV="1">
            <a:off x="8301318" y="4016188"/>
            <a:ext cx="0" cy="80045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DA02BBC-9FC6-BF99-FB6C-4B7C4B5467E5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9AD359-8F1C-886D-E928-DCAC6A939D86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A54069A-46C2-ADBE-C60A-5E4530A4BB68}"/>
              </a:ext>
            </a:extLst>
          </p:cNvPr>
          <p:cNvCxnSpPr>
            <a:cxnSpLocks/>
          </p:cNvCxnSpPr>
          <p:nvPr/>
        </p:nvCxnSpPr>
        <p:spPr>
          <a:xfrm flipV="1">
            <a:off x="2312894" y="4964565"/>
            <a:ext cx="0" cy="13222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784073E5-1B89-5347-069E-3873186FC5B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Linear Regression Work</a:t>
            </a:r>
          </a:p>
        </p:txBody>
      </p:sp>
    </p:spTree>
    <p:extLst>
      <p:ext uri="{BB962C8B-B14F-4D97-AF65-F5344CB8AC3E}">
        <p14:creationId xmlns:p14="http://schemas.microsoft.com/office/powerpoint/2010/main" val="2548663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BBE8-5442-8255-48D5-1F60BA6A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4BA322-B801-A0F7-9CE3-96FCC4C2A095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43C90B-5DF6-E4A6-2200-121AA642E907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2961E7-E34C-AF8B-978C-35004F9E70A7}"/>
                  </a:ext>
                </a:extLst>
              </p:cNvPr>
              <p:cNvSpPr txBox="1"/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4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44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4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B2961E7-E34C-AF8B-978C-35004F9E7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4BD0AC-3056-5B27-B1C2-1C0941C54E9F}"/>
              </a:ext>
            </a:extLst>
          </p:cNvPr>
          <p:cNvCxnSpPr>
            <a:cxnSpLocks/>
          </p:cNvCxnSpPr>
          <p:nvPr/>
        </p:nvCxnSpPr>
        <p:spPr>
          <a:xfrm flipV="1">
            <a:off x="1766047" y="2796985"/>
            <a:ext cx="8426824" cy="137160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8CD6F3-EC84-497C-7E8B-F82C0CB2CDC5}"/>
              </a:ext>
            </a:extLst>
          </p:cNvPr>
          <p:cNvCxnSpPr>
            <a:cxnSpLocks/>
          </p:cNvCxnSpPr>
          <p:nvPr/>
        </p:nvCxnSpPr>
        <p:spPr>
          <a:xfrm>
            <a:off x="3433481" y="3938103"/>
            <a:ext cx="4867837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292D12-B407-163E-B5C2-69D6BD74FB29}"/>
              </a:ext>
            </a:extLst>
          </p:cNvPr>
          <p:cNvCxnSpPr>
            <a:cxnSpLocks/>
          </p:cNvCxnSpPr>
          <p:nvPr/>
        </p:nvCxnSpPr>
        <p:spPr>
          <a:xfrm flipV="1">
            <a:off x="8301318" y="3137644"/>
            <a:ext cx="0" cy="800459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5B7D507-6282-6C03-2FA5-C88093AC65C4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330842-8863-BC5F-6EF6-9BF2899D3067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4A0F5A9-5BD4-C105-0ABE-4C696C06973A}"/>
              </a:ext>
            </a:extLst>
          </p:cNvPr>
          <p:cNvCxnSpPr>
            <a:cxnSpLocks/>
          </p:cNvCxnSpPr>
          <p:nvPr/>
        </p:nvCxnSpPr>
        <p:spPr>
          <a:xfrm flipV="1">
            <a:off x="2312894" y="4105275"/>
            <a:ext cx="0" cy="218158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30DF6859-8FE4-F9CB-7350-10B0C372940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Linear Regression Work</a:t>
            </a:r>
          </a:p>
        </p:txBody>
      </p:sp>
    </p:spTree>
    <p:extLst>
      <p:ext uri="{BB962C8B-B14F-4D97-AF65-F5344CB8AC3E}">
        <p14:creationId xmlns:p14="http://schemas.microsoft.com/office/powerpoint/2010/main" val="4158719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57C3-8390-842B-215A-140947A3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B498A7-E7E7-FA62-B0AF-08F7474E4D9C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D91AB8-F093-4380-768F-225EFE84A115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F785EE-D98D-41D8-E809-70ECFAA641E5}"/>
                  </a:ext>
                </a:extLst>
              </p:cNvPr>
              <p:cNvSpPr txBox="1"/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440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44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4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4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4F785EE-D98D-41D8-E809-70ECFAA64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950" y="2274435"/>
                <a:ext cx="3163302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6AE8AB-9581-9695-9DE2-DD2CB5E3B042}"/>
              </a:ext>
            </a:extLst>
          </p:cNvPr>
          <p:cNvCxnSpPr>
            <a:cxnSpLocks/>
          </p:cNvCxnSpPr>
          <p:nvPr/>
        </p:nvCxnSpPr>
        <p:spPr>
          <a:xfrm flipV="1">
            <a:off x="1781735" y="2006212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9FD95C-9EF2-4195-8A86-6EBE5396BA61}"/>
              </a:ext>
            </a:extLst>
          </p:cNvPr>
          <p:cNvCxnSpPr>
            <a:cxnSpLocks/>
          </p:cNvCxnSpPr>
          <p:nvPr/>
        </p:nvCxnSpPr>
        <p:spPr>
          <a:xfrm>
            <a:off x="3433481" y="4583565"/>
            <a:ext cx="4867837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CCD386-80A7-79D8-53AF-D300F83B04A8}"/>
              </a:ext>
            </a:extLst>
          </p:cNvPr>
          <p:cNvCxnSpPr>
            <a:cxnSpLocks/>
          </p:cNvCxnSpPr>
          <p:nvPr/>
        </p:nvCxnSpPr>
        <p:spPr>
          <a:xfrm flipV="1">
            <a:off x="8301318" y="2759247"/>
            <a:ext cx="0" cy="182431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90FF6D3-BB62-F356-FD74-FCDFD8ABB462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D69444-F9C4-3A46-7BE8-CE72E721BD83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C718DD-41A0-3EB4-F470-2CBFD7630F72}"/>
              </a:ext>
            </a:extLst>
          </p:cNvPr>
          <p:cNvCxnSpPr>
            <a:cxnSpLocks/>
          </p:cNvCxnSpPr>
          <p:nvPr/>
        </p:nvCxnSpPr>
        <p:spPr>
          <a:xfrm flipV="1">
            <a:off x="2312894" y="4964565"/>
            <a:ext cx="0" cy="13222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itle 1">
            <a:extLst>
              <a:ext uri="{FF2B5EF4-FFF2-40B4-BE49-F238E27FC236}">
                <a16:creationId xmlns:a16="http://schemas.microsoft.com/office/drawing/2014/main" id="{ED10ADA5-D072-5CC1-8E02-2437357DF8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Does Linear Regression Work</a:t>
            </a:r>
          </a:p>
        </p:txBody>
      </p:sp>
    </p:spTree>
    <p:extLst>
      <p:ext uri="{BB962C8B-B14F-4D97-AF65-F5344CB8AC3E}">
        <p14:creationId xmlns:p14="http://schemas.microsoft.com/office/powerpoint/2010/main" val="450345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0751-867F-02C1-12B8-CB80C794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12199-3A6F-1FB9-91D3-903920FB0E5A}"/>
              </a:ext>
            </a:extLst>
          </p:cNvPr>
          <p:cNvSpPr txBox="1"/>
          <p:nvPr/>
        </p:nvSpPr>
        <p:spPr>
          <a:xfrm>
            <a:off x="427703" y="2459504"/>
            <a:ext cx="113365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Linear regression is a supervised learning algorithm that </a:t>
            </a:r>
            <a:r>
              <a:rPr lang="en-GB" sz="4000" b="1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models the relationship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between variables by </a:t>
            </a:r>
            <a:r>
              <a:rPr lang="en-GB" sz="4000" dirty="0">
                <a:latin typeface="Bahnschrift" panose="020B0502040204020203" pitchFamily="34" charset="0"/>
                <a:cs typeface="Times New Roman" panose="02020603050405020304" pitchFamily="18" charset="0"/>
              </a:rPr>
              <a:t>fitting a straight line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to predict continuous values.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020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0F2E8E-DFEF-82EE-9A26-C3AFB439C53F}"/>
              </a:ext>
            </a:extLst>
          </p:cNvPr>
          <p:cNvGraphicFramePr>
            <a:graphicFrameLocks noGrp="1"/>
          </p:cNvGraphicFramePr>
          <p:nvPr/>
        </p:nvGraphicFramePr>
        <p:xfrm>
          <a:off x="619127" y="1690689"/>
          <a:ext cx="10953745" cy="4181193"/>
        </p:xfrm>
        <a:graphic>
          <a:graphicData uri="http://schemas.openxmlformats.org/drawingml/2006/table">
            <a:tbl>
              <a:tblPr firstCol="1" bandRow="1">
                <a:tableStyleId>{F5AB1C69-6EDB-4FF4-983F-18BD219EF322}</a:tableStyleId>
              </a:tblPr>
              <a:tblGrid>
                <a:gridCol w="995795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61618883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207548194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239945819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3811835754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616949759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2093072037"/>
                    </a:ext>
                  </a:extLst>
                </a:gridCol>
              </a:tblGrid>
              <a:tr h="139373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Student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Jeremy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Noah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Alyssa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Sofia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Gracie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Anne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Trisha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1393731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Caffeine Intake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100mg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150mg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40mg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250mg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120mg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300mg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175mg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210mg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Bahnschrift" panose="020B0502040204020203" pitchFamily="34" charset="0"/>
                        </a:rPr>
                        <a:t>80mg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1393731">
                <a:tc>
                  <a:txBody>
                    <a:bodyPr/>
                    <a:lstStyle/>
                    <a:p>
                      <a:pPr algn="ctr"/>
                      <a:r>
                        <a:rPr lang="en-GB" sz="1000" dirty="0">
                          <a:latin typeface="Bahnschrift" panose="020B0502040204020203" pitchFamily="34" charset="0"/>
                        </a:rPr>
                        <a:t>Participations per lesson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FB898B4-6782-ABB6-52DA-82FA75AF3BC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Caffeine Data Set: Features</a:t>
            </a:r>
          </a:p>
        </p:txBody>
      </p:sp>
    </p:spTree>
    <p:extLst>
      <p:ext uri="{BB962C8B-B14F-4D97-AF65-F5344CB8AC3E}">
        <p14:creationId xmlns:p14="http://schemas.microsoft.com/office/powerpoint/2010/main" val="2859520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EDD903-11B5-6459-DB65-D277C911FE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7914245"/>
              </p:ext>
            </p:extLst>
          </p:nvPr>
        </p:nvGraphicFramePr>
        <p:xfrm>
          <a:off x="2032000" y="102790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20319C22-8202-FE2C-BCA5-024D1F081D3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Caffeine Data Set: Points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F7F8EA-5DD8-A45B-CF23-C0AD48B3B7F1}"/>
              </a:ext>
            </a:extLst>
          </p:cNvPr>
          <p:cNvCxnSpPr>
            <a:cxnSpLocks/>
          </p:cNvCxnSpPr>
          <p:nvPr/>
        </p:nvCxnSpPr>
        <p:spPr>
          <a:xfrm flipV="1">
            <a:off x="2725271" y="1618970"/>
            <a:ext cx="7360024" cy="3822606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CC29F1-030C-64FE-365B-75C4F4213D53}"/>
              </a:ext>
            </a:extLst>
          </p:cNvPr>
          <p:cNvSpPr txBox="1"/>
          <p:nvPr/>
        </p:nvSpPr>
        <p:spPr>
          <a:xfrm>
            <a:off x="3440157" y="2020142"/>
            <a:ext cx="2857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line of best fit</a:t>
            </a:r>
          </a:p>
        </p:txBody>
      </p:sp>
    </p:spTree>
    <p:extLst>
      <p:ext uri="{BB962C8B-B14F-4D97-AF65-F5344CB8AC3E}">
        <p14:creationId xmlns:p14="http://schemas.microsoft.com/office/powerpoint/2010/main" val="1339430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50FC-1192-578B-9A7E-20414518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EF4A-96AA-4814-BB26-89F7CA83E90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Line of Best Fit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42287-970A-57CE-1385-4C21093BFD6F}"/>
              </a:ext>
            </a:extLst>
          </p:cNvPr>
          <p:cNvSpPr txBox="1"/>
          <p:nvPr/>
        </p:nvSpPr>
        <p:spPr>
          <a:xfrm>
            <a:off x="2537106" y="2459504"/>
            <a:ext cx="71177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Where the line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best fits the data points on the grid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...</a:t>
            </a:r>
            <a:b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</a:b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But how is this achieved?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663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E83722-F66E-76D9-D5A5-863D4CFE6E92}"/>
              </a:ext>
            </a:extLst>
          </p:cNvPr>
          <p:cNvCxnSpPr>
            <a:cxnSpLocks/>
          </p:cNvCxnSpPr>
          <p:nvPr/>
        </p:nvCxnSpPr>
        <p:spPr>
          <a:xfrm flipV="1">
            <a:off x="7751549" y="3019425"/>
            <a:ext cx="0" cy="333494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FF1292-505C-DD4C-A4C4-716A7BB66D17}"/>
              </a:ext>
            </a:extLst>
          </p:cNvPr>
          <p:cNvCxnSpPr>
            <a:cxnSpLocks/>
          </p:cNvCxnSpPr>
          <p:nvPr/>
        </p:nvCxnSpPr>
        <p:spPr>
          <a:xfrm flipV="1">
            <a:off x="9932894" y="2224628"/>
            <a:ext cx="0" cy="267780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5723A82-B5AF-FA6C-902C-B6EC1B024AD9}"/>
              </a:ext>
            </a:extLst>
          </p:cNvPr>
          <p:cNvCxnSpPr>
            <a:cxnSpLocks/>
          </p:cNvCxnSpPr>
          <p:nvPr/>
        </p:nvCxnSpPr>
        <p:spPr>
          <a:xfrm flipV="1">
            <a:off x="8551649" y="1803433"/>
            <a:ext cx="0" cy="919853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0AF998-D09A-2609-8C32-68D9CA9C2086}"/>
              </a:ext>
            </a:extLst>
          </p:cNvPr>
          <p:cNvCxnSpPr>
            <a:cxnSpLocks/>
          </p:cNvCxnSpPr>
          <p:nvPr/>
        </p:nvCxnSpPr>
        <p:spPr>
          <a:xfrm flipV="1">
            <a:off x="6503774" y="2320418"/>
            <a:ext cx="0" cy="1003807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75583AD-7676-7EC8-0293-B375EBB8141A}"/>
              </a:ext>
            </a:extLst>
          </p:cNvPr>
          <p:cNvCxnSpPr>
            <a:cxnSpLocks/>
          </p:cNvCxnSpPr>
          <p:nvPr/>
        </p:nvCxnSpPr>
        <p:spPr>
          <a:xfrm flipV="1">
            <a:off x="5551274" y="3830638"/>
            <a:ext cx="0" cy="389683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690300C-2B0A-39BD-6F71-43AAAEE5D9B5}"/>
              </a:ext>
            </a:extLst>
          </p:cNvPr>
          <p:cNvCxnSpPr>
            <a:cxnSpLocks/>
          </p:cNvCxnSpPr>
          <p:nvPr/>
        </p:nvCxnSpPr>
        <p:spPr>
          <a:xfrm flipV="1">
            <a:off x="4332074" y="3643234"/>
            <a:ext cx="0" cy="494537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F348055-BA09-286C-5617-37B3840A4000}"/>
              </a:ext>
            </a:extLst>
          </p:cNvPr>
          <p:cNvCxnSpPr>
            <a:cxnSpLocks/>
          </p:cNvCxnSpPr>
          <p:nvPr/>
        </p:nvCxnSpPr>
        <p:spPr>
          <a:xfrm flipV="1">
            <a:off x="3446369" y="4605338"/>
            <a:ext cx="0" cy="340372"/>
          </a:xfrm>
          <a:prstGeom prst="straightConnector1">
            <a:avLst/>
          </a:prstGeom>
          <a:ln w="190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76266E-4FB9-E633-1834-E8B9F771B1BF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402414-4D4D-6AC5-5AB1-580DC2E161CF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85170F-ED65-E2F0-2938-9817B4AFAF78}"/>
              </a:ext>
            </a:extLst>
          </p:cNvPr>
          <p:cNvCxnSpPr>
            <a:cxnSpLocks/>
          </p:cNvCxnSpPr>
          <p:nvPr/>
        </p:nvCxnSpPr>
        <p:spPr>
          <a:xfrm flipV="1">
            <a:off x="1781735" y="2006212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F3E2CD-BAD7-38BC-E533-6C953D0FF835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A8038-D981-0B16-1C14-D452A18376F5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0" name="Graphic 9" descr="Harvey Balls 100% with solid fill">
            <a:extLst>
              <a:ext uri="{FF2B5EF4-FFF2-40B4-BE49-F238E27FC236}">
                <a16:creationId xmlns:a16="http://schemas.microsoft.com/office/drawing/2014/main" id="{E21D4082-BCCC-1D04-657B-AC2D81614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1" name="Graphic 10" descr="Harvey Balls 100% with solid fill">
            <a:extLst>
              <a:ext uri="{FF2B5EF4-FFF2-40B4-BE49-F238E27FC236}">
                <a16:creationId xmlns:a16="http://schemas.microsoft.com/office/drawing/2014/main" id="{F3DC7C62-B8D5-BBA0-B1EA-12973D986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2" name="Graphic 11" descr="Harvey Balls 100% with solid fill">
            <a:extLst>
              <a:ext uri="{FF2B5EF4-FFF2-40B4-BE49-F238E27FC236}">
                <a16:creationId xmlns:a16="http://schemas.microsoft.com/office/drawing/2014/main" id="{2A6A6B1C-F12A-3BF9-EAA5-6B110818D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3" name="Graphic 12" descr="Harvey Balls 100% with solid fill">
            <a:extLst>
              <a:ext uri="{FF2B5EF4-FFF2-40B4-BE49-F238E27FC236}">
                <a16:creationId xmlns:a16="http://schemas.microsoft.com/office/drawing/2014/main" id="{921F83F1-1C3A-572F-98EE-133B01031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F14EB88E-9C59-6BAD-9047-F8539E14E8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69C45F5C-EBD5-E8D5-C03F-A7A430135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A26F5BB8-5210-1FA5-6BC0-AA576EC31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3D8F78A-0FDF-66EC-C93E-3D6546E5B914}"/>
                  </a:ext>
                </a:extLst>
              </p:cNvPr>
              <p:cNvSpPr txBox="1"/>
              <p:nvPr/>
            </p:nvSpPr>
            <p:spPr>
              <a:xfrm>
                <a:off x="2622156" y="1823550"/>
                <a:ext cx="27268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dirty="0">
                    <a:solidFill>
                      <a:schemeClr val="accent2"/>
                    </a:solidFill>
                    <a:latin typeface="Bahnschrift" panose="020B0502040204020203" pitchFamily="34" charset="0"/>
                  </a:rPr>
                  <a:t>observed</a:t>
                </a:r>
                <a:r>
                  <a:rPr lang="en-US" sz="2400" noProof="0" dirty="0">
                    <a:solidFill>
                      <a:schemeClr val="accent2"/>
                    </a:solidFill>
                    <a:latin typeface="Bahnschrift" panose="020B0502040204020203" pitchFamily="34" charset="0"/>
                  </a:rPr>
                  <a:t>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400" b="0" i="1" noProof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400" b="0" i="1" noProof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3D8F78A-0FDF-66EC-C93E-3D6546E5B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156" y="1823550"/>
                <a:ext cx="2726821" cy="461665"/>
              </a:xfrm>
              <a:prstGeom prst="rect">
                <a:avLst/>
              </a:prstGeom>
              <a:blipFill>
                <a:blip r:embed="rId4"/>
                <a:stretch>
                  <a:fillRect l="-3356" t="-11842" r="-4251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BCCC47-B4E3-A2AA-E32C-241E639EF003}"/>
                  </a:ext>
                </a:extLst>
              </p:cNvPr>
              <p:cNvSpPr txBox="1"/>
              <p:nvPr/>
            </p:nvSpPr>
            <p:spPr>
              <a:xfrm>
                <a:off x="2600383" y="2320156"/>
                <a:ext cx="27994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</a:rPr>
                  <a:t>predicted</a:t>
                </a:r>
                <a:r>
                  <a:rPr lang="en-US" sz="2400" noProof="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</a:rPr>
                  <a:t>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noProof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2400" b="0" i="1" noProof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de-CH" sz="2400" b="0" i="1" noProof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BCCC47-B4E3-A2AA-E32C-241E639EF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383" y="2320156"/>
                <a:ext cx="2799411" cy="461665"/>
              </a:xfrm>
              <a:prstGeom prst="rect">
                <a:avLst/>
              </a:prstGeom>
              <a:blipFill>
                <a:blip r:embed="rId5"/>
                <a:stretch>
                  <a:fillRect l="-3486" t="-12000" r="-6972" b="-29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Graphic 46" descr="Harvey Balls 100% with solid fill">
            <a:extLst>
              <a:ext uri="{FF2B5EF4-FFF2-40B4-BE49-F238E27FC236}">
                <a16:creationId xmlns:a16="http://schemas.microsoft.com/office/drawing/2014/main" id="{7518AD2C-0588-2A31-BAB0-7F53ACDF95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2188" y="4421526"/>
            <a:ext cx="228362" cy="228362"/>
          </a:xfrm>
          <a:prstGeom prst="rect">
            <a:avLst/>
          </a:prstGeom>
        </p:spPr>
      </p:pic>
      <p:pic>
        <p:nvPicPr>
          <p:cNvPr id="48" name="Graphic 47" descr="Harvey Balls 100% with solid fill">
            <a:extLst>
              <a:ext uri="{FF2B5EF4-FFF2-40B4-BE49-F238E27FC236}">
                <a16:creationId xmlns:a16="http://schemas.microsoft.com/office/drawing/2014/main" id="{F834593C-F818-2EF3-A999-D44E164DBA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7893" y="4096313"/>
            <a:ext cx="228362" cy="228362"/>
          </a:xfrm>
          <a:prstGeom prst="rect">
            <a:avLst/>
          </a:prstGeom>
        </p:spPr>
      </p:pic>
      <p:pic>
        <p:nvPicPr>
          <p:cNvPr id="49" name="Graphic 48" descr="Harvey Balls 100% with solid fill">
            <a:extLst>
              <a:ext uri="{FF2B5EF4-FFF2-40B4-BE49-F238E27FC236}">
                <a16:creationId xmlns:a16="http://schemas.microsoft.com/office/drawing/2014/main" id="{CC886D09-4CBA-FF6D-B44B-F26A1F6C79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6420" y="3645050"/>
            <a:ext cx="228362" cy="228362"/>
          </a:xfrm>
          <a:prstGeom prst="rect">
            <a:avLst/>
          </a:prstGeom>
        </p:spPr>
      </p:pic>
      <p:pic>
        <p:nvPicPr>
          <p:cNvPr id="50" name="Graphic 49" descr="Harvey Balls 100% with solid fill">
            <a:extLst>
              <a:ext uri="{FF2B5EF4-FFF2-40B4-BE49-F238E27FC236}">
                <a16:creationId xmlns:a16="http://schemas.microsoft.com/office/drawing/2014/main" id="{E76135D4-5ECC-91AC-C946-0274D45BC9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89593" y="3278420"/>
            <a:ext cx="228362" cy="228362"/>
          </a:xfrm>
          <a:prstGeom prst="rect">
            <a:avLst/>
          </a:prstGeom>
        </p:spPr>
      </p:pic>
      <p:pic>
        <p:nvPicPr>
          <p:cNvPr id="51" name="Graphic 50" descr="Harvey Balls 100% with solid fill">
            <a:extLst>
              <a:ext uri="{FF2B5EF4-FFF2-40B4-BE49-F238E27FC236}">
                <a16:creationId xmlns:a16="http://schemas.microsoft.com/office/drawing/2014/main" id="{4CEC1E56-1F9E-D701-947D-190A96906C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7368" y="2854234"/>
            <a:ext cx="228362" cy="228362"/>
          </a:xfrm>
          <a:prstGeom prst="rect">
            <a:avLst/>
          </a:prstGeom>
        </p:spPr>
      </p:pic>
      <p:pic>
        <p:nvPicPr>
          <p:cNvPr id="52" name="Graphic 51" descr="Harvey Balls 100% with solid fill">
            <a:extLst>
              <a:ext uri="{FF2B5EF4-FFF2-40B4-BE49-F238E27FC236}">
                <a16:creationId xmlns:a16="http://schemas.microsoft.com/office/drawing/2014/main" id="{F8A76ABD-20C7-197C-E8F2-EF12FF85A5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7468" y="2558424"/>
            <a:ext cx="228362" cy="228362"/>
          </a:xfrm>
          <a:prstGeom prst="rect">
            <a:avLst/>
          </a:prstGeom>
        </p:spPr>
      </p:pic>
      <p:pic>
        <p:nvPicPr>
          <p:cNvPr id="53" name="Graphic 52" descr="Harvey Balls 100% with solid fill">
            <a:extLst>
              <a:ext uri="{FF2B5EF4-FFF2-40B4-BE49-F238E27FC236}">
                <a16:creationId xmlns:a16="http://schemas.microsoft.com/office/drawing/2014/main" id="{9CE8B8DC-6C63-BA12-3BFF-0E130E2C60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5479" y="2032061"/>
            <a:ext cx="228362" cy="22836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713A0AB-6825-1EE5-B63A-EFDB71F6BF35}"/>
              </a:ext>
            </a:extLst>
          </p:cNvPr>
          <p:cNvSpPr txBox="1"/>
          <p:nvPr/>
        </p:nvSpPr>
        <p:spPr>
          <a:xfrm>
            <a:off x="7236222" y="3891947"/>
            <a:ext cx="3159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error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difference between observed</a:t>
            </a:r>
            <a:br>
              <a:rPr lang="en-US" sz="12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</a:br>
            <a:r>
              <a:rPr lang="en-US" sz="12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and predicted value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7707A-F76F-2219-D818-21BC71E3A1B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</a:t>
            </a: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Is the Squared Error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199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970D-3CE5-19A3-0A3E-CC10EAAE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D490C5-0BC7-B755-52A7-5ED5A616FD2D}"/>
              </a:ext>
            </a:extLst>
          </p:cNvPr>
          <p:cNvSpPr/>
          <p:nvPr/>
        </p:nvSpPr>
        <p:spPr>
          <a:xfrm>
            <a:off x="5465646" y="2320156"/>
            <a:ext cx="1036284" cy="103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5D9A59-5B1A-7F8E-E4B6-E5D0650AADC7}"/>
              </a:ext>
            </a:extLst>
          </p:cNvPr>
          <p:cNvSpPr/>
          <p:nvPr/>
        </p:nvSpPr>
        <p:spPr>
          <a:xfrm>
            <a:off x="7794278" y="1820717"/>
            <a:ext cx="770084" cy="7700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F02F45-865C-4C41-76C0-39CB66D03DD1}"/>
              </a:ext>
            </a:extLst>
          </p:cNvPr>
          <p:cNvSpPr/>
          <p:nvPr/>
        </p:nvSpPr>
        <p:spPr>
          <a:xfrm>
            <a:off x="9932893" y="2191066"/>
            <a:ext cx="287431" cy="287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E33019-EC38-CBAB-59D9-1CCDC0F41AE8}"/>
              </a:ext>
            </a:extLst>
          </p:cNvPr>
          <p:cNvSpPr/>
          <p:nvPr/>
        </p:nvSpPr>
        <p:spPr>
          <a:xfrm>
            <a:off x="7751549" y="2984262"/>
            <a:ext cx="372178" cy="3721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6AED85-3730-5F12-7F9A-A2287FA2D745}"/>
              </a:ext>
            </a:extLst>
          </p:cNvPr>
          <p:cNvSpPr/>
          <p:nvPr/>
        </p:nvSpPr>
        <p:spPr>
          <a:xfrm>
            <a:off x="5551274" y="3809999"/>
            <a:ext cx="419101" cy="4191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696733-F739-9E43-9E37-6DE09F135D1B}"/>
              </a:ext>
            </a:extLst>
          </p:cNvPr>
          <p:cNvSpPr/>
          <p:nvPr/>
        </p:nvSpPr>
        <p:spPr>
          <a:xfrm>
            <a:off x="3446370" y="4584895"/>
            <a:ext cx="372594" cy="372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A77266-02E5-A247-6173-EC71F927342A}"/>
              </a:ext>
            </a:extLst>
          </p:cNvPr>
          <p:cNvSpPr/>
          <p:nvPr/>
        </p:nvSpPr>
        <p:spPr>
          <a:xfrm>
            <a:off x="3818964" y="3645050"/>
            <a:ext cx="513110" cy="513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786A26-F6EE-EA4C-4D13-6743037323D0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65571D-F479-9575-594F-843656AEA21E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F5C197-5466-B335-A520-D763ABFFDBCC}"/>
              </a:ext>
            </a:extLst>
          </p:cNvPr>
          <p:cNvCxnSpPr>
            <a:cxnSpLocks/>
          </p:cNvCxnSpPr>
          <p:nvPr/>
        </p:nvCxnSpPr>
        <p:spPr>
          <a:xfrm flipV="1">
            <a:off x="1781735" y="2006212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6D6DF84-2B8A-E4E4-6C3E-DBC61C2ED2F8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EFFE37-6A8E-C0BC-8B40-5C5E4BBBBD15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0" name="Graphic 9" descr="Harvey Balls 100% with solid fill">
            <a:extLst>
              <a:ext uri="{FF2B5EF4-FFF2-40B4-BE49-F238E27FC236}">
                <a16:creationId xmlns:a16="http://schemas.microsoft.com/office/drawing/2014/main" id="{6B6CA114-8ED4-E2A6-57DE-29B30B504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1" name="Graphic 10" descr="Harvey Balls 100% with solid fill">
            <a:extLst>
              <a:ext uri="{FF2B5EF4-FFF2-40B4-BE49-F238E27FC236}">
                <a16:creationId xmlns:a16="http://schemas.microsoft.com/office/drawing/2014/main" id="{A93BB54D-DDE3-CFF6-C0FA-EC39F3452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2" name="Graphic 11" descr="Harvey Balls 100% with solid fill">
            <a:extLst>
              <a:ext uri="{FF2B5EF4-FFF2-40B4-BE49-F238E27FC236}">
                <a16:creationId xmlns:a16="http://schemas.microsoft.com/office/drawing/2014/main" id="{F0CE4DFD-2238-1A1B-F6F9-53C35FECD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3" name="Graphic 12" descr="Harvey Balls 100% with solid fill">
            <a:extLst>
              <a:ext uri="{FF2B5EF4-FFF2-40B4-BE49-F238E27FC236}">
                <a16:creationId xmlns:a16="http://schemas.microsoft.com/office/drawing/2014/main" id="{BD6E2459-1E7E-E902-FF74-B81A71674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622497BD-0C6D-13BD-FCE7-09372E831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99A794E9-6C8F-8B08-0417-7B3CD9FBF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7734AD37-5BC3-400B-9B54-4C987F869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DE1680B1-51AF-682F-F4F6-1697DE2B407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</a:t>
            </a: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Is the Squared Error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581AAB-C967-2E8E-8827-43038583B941}"/>
              </a:ext>
            </a:extLst>
          </p:cNvPr>
          <p:cNvSpPr txBox="1"/>
          <p:nvPr/>
        </p:nvSpPr>
        <p:spPr>
          <a:xfrm>
            <a:off x="7236222" y="3891947"/>
            <a:ext cx="3159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squared error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ensures</a:t>
            </a:r>
            <a:r>
              <a:rPr lang="en-US" sz="12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 all values are positive </a:t>
            </a:r>
            <a:r>
              <a:rPr lang="en-GB" sz="1200" noProof="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and penalises larger differences more heavily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31" name="Graphic 30" descr="Harvey Balls 100% with solid fill">
            <a:extLst>
              <a:ext uri="{FF2B5EF4-FFF2-40B4-BE49-F238E27FC236}">
                <a16:creationId xmlns:a16="http://schemas.microsoft.com/office/drawing/2014/main" id="{973AE928-B22B-32A6-6F80-128CF5DF99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4421526"/>
            <a:ext cx="228362" cy="228362"/>
          </a:xfrm>
          <a:prstGeom prst="rect">
            <a:avLst/>
          </a:prstGeom>
        </p:spPr>
      </p:pic>
      <p:pic>
        <p:nvPicPr>
          <p:cNvPr id="33" name="Graphic 32" descr="Harvey Balls 100% with solid fill">
            <a:extLst>
              <a:ext uri="{FF2B5EF4-FFF2-40B4-BE49-F238E27FC236}">
                <a16:creationId xmlns:a16="http://schemas.microsoft.com/office/drawing/2014/main" id="{07E2832B-3D6A-816A-04DD-1034146E4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4096313"/>
            <a:ext cx="228362" cy="228362"/>
          </a:xfrm>
          <a:prstGeom prst="rect">
            <a:avLst/>
          </a:prstGeom>
        </p:spPr>
      </p:pic>
      <p:pic>
        <p:nvPicPr>
          <p:cNvPr id="34" name="Graphic 33" descr="Harvey Balls 100% with solid fill">
            <a:extLst>
              <a:ext uri="{FF2B5EF4-FFF2-40B4-BE49-F238E27FC236}">
                <a16:creationId xmlns:a16="http://schemas.microsoft.com/office/drawing/2014/main" id="{51679F1E-29E1-B3DC-A2FA-2CE064AA71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645050"/>
            <a:ext cx="228362" cy="228362"/>
          </a:xfrm>
          <a:prstGeom prst="rect">
            <a:avLst/>
          </a:prstGeom>
        </p:spPr>
      </p:pic>
      <p:pic>
        <p:nvPicPr>
          <p:cNvPr id="36" name="Graphic 35" descr="Harvey Balls 100% with solid fill">
            <a:extLst>
              <a:ext uri="{FF2B5EF4-FFF2-40B4-BE49-F238E27FC236}">
                <a16:creationId xmlns:a16="http://schemas.microsoft.com/office/drawing/2014/main" id="{E4F63B6A-DA35-9714-25DE-4E0A6FEB6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3278420"/>
            <a:ext cx="228362" cy="228362"/>
          </a:xfrm>
          <a:prstGeom prst="rect">
            <a:avLst/>
          </a:prstGeom>
        </p:spPr>
      </p:pic>
      <p:pic>
        <p:nvPicPr>
          <p:cNvPr id="37" name="Graphic 36" descr="Harvey Balls 100% with solid fill">
            <a:extLst>
              <a:ext uri="{FF2B5EF4-FFF2-40B4-BE49-F238E27FC236}">
                <a16:creationId xmlns:a16="http://schemas.microsoft.com/office/drawing/2014/main" id="{3062CA07-DBFD-5D15-FA8E-C3222B0ABC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854234"/>
            <a:ext cx="228362" cy="228362"/>
          </a:xfrm>
          <a:prstGeom prst="rect">
            <a:avLst/>
          </a:prstGeom>
        </p:spPr>
      </p:pic>
      <p:pic>
        <p:nvPicPr>
          <p:cNvPr id="39" name="Graphic 38" descr="Harvey Balls 100% with solid fill">
            <a:extLst>
              <a:ext uri="{FF2B5EF4-FFF2-40B4-BE49-F238E27FC236}">
                <a16:creationId xmlns:a16="http://schemas.microsoft.com/office/drawing/2014/main" id="{D773134E-0CC1-C19E-F11C-B9D8E5C08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2558424"/>
            <a:ext cx="228362" cy="228362"/>
          </a:xfrm>
          <a:prstGeom prst="rect">
            <a:avLst/>
          </a:prstGeom>
        </p:spPr>
      </p:pic>
      <p:pic>
        <p:nvPicPr>
          <p:cNvPr id="40" name="Graphic 39" descr="Harvey Balls 100% with solid fill">
            <a:extLst>
              <a:ext uri="{FF2B5EF4-FFF2-40B4-BE49-F238E27FC236}">
                <a16:creationId xmlns:a16="http://schemas.microsoft.com/office/drawing/2014/main" id="{FFA43523-E30C-FD0E-46F5-2B53A589C1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2032061"/>
            <a:ext cx="228362" cy="228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7A719E7-D26F-D5C2-A4FE-F6369DC50874}"/>
                  </a:ext>
                </a:extLst>
              </p:cNvPr>
              <p:cNvSpPr txBox="1"/>
              <p:nvPr/>
            </p:nvSpPr>
            <p:spPr>
              <a:xfrm>
                <a:off x="2622156" y="1823550"/>
                <a:ext cx="27268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dirty="0">
                    <a:solidFill>
                      <a:schemeClr val="accent2"/>
                    </a:solidFill>
                    <a:latin typeface="Bahnschrift" panose="020B0502040204020203" pitchFamily="34" charset="0"/>
                  </a:rPr>
                  <a:t>observed</a:t>
                </a:r>
                <a:r>
                  <a:rPr lang="en-US" sz="2400" noProof="0" dirty="0">
                    <a:solidFill>
                      <a:schemeClr val="accent2"/>
                    </a:solidFill>
                    <a:latin typeface="Bahnschrift" panose="020B0502040204020203" pitchFamily="34" charset="0"/>
                  </a:rPr>
                  <a:t>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2400" b="0" i="1" noProof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CH" sz="2400" b="0" i="1" noProof="0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7A719E7-D26F-D5C2-A4FE-F6369DC50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156" y="1823550"/>
                <a:ext cx="2726821" cy="461665"/>
              </a:xfrm>
              <a:prstGeom prst="rect">
                <a:avLst/>
              </a:prstGeom>
              <a:blipFill>
                <a:blip r:embed="rId6"/>
                <a:stretch>
                  <a:fillRect l="-3356" t="-11842" r="-4251" b="-27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968008A-ADA7-AE65-33A2-01FBD1A03F34}"/>
                  </a:ext>
                </a:extLst>
              </p:cNvPr>
              <p:cNvSpPr txBox="1"/>
              <p:nvPr/>
            </p:nvSpPr>
            <p:spPr>
              <a:xfrm>
                <a:off x="2600383" y="2320156"/>
                <a:ext cx="27994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</a:rPr>
                  <a:t>predicted</a:t>
                </a:r>
                <a:r>
                  <a:rPr lang="en-US" sz="2400" noProof="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</a:rPr>
                  <a:t>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noProof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2400" b="0" i="1" noProof="0" dirty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de-CH" sz="2400" b="0" i="1" noProof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968008A-ADA7-AE65-33A2-01FBD1A03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383" y="2320156"/>
                <a:ext cx="2799411" cy="461665"/>
              </a:xfrm>
              <a:prstGeom prst="rect">
                <a:avLst/>
              </a:prstGeom>
              <a:blipFill>
                <a:blip r:embed="rId7"/>
                <a:stretch>
                  <a:fillRect l="-3486" t="-12000" r="-6972" b="-29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066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D60EF12-E1D3-74DB-2954-AD9EBBA7C16C}"/>
                  </a:ext>
                </a:extLst>
              </p:cNvPr>
              <p:cNvSpPr txBox="1"/>
              <p:nvPr/>
            </p:nvSpPr>
            <p:spPr>
              <a:xfrm>
                <a:off x="5589814" y="1494746"/>
                <a:ext cx="630500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240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 Goal of Minimising the Squared Error</a:t>
                </a:r>
              </a:p>
              <a:p>
                <a:pPr marL="457200" lvl="0" indent="-457200" algn="ctr">
                  <a:buAutoNum type="arabicPeriod"/>
                  <a:defRPr/>
                </a:pPr>
                <a:endParaRPr lang="en-GB" sz="2400" noProof="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 line will best fit when the </a:t>
                </a:r>
                <a:r>
                  <a:rPr lang="en-GB" sz="2000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sum of the squared error </a:t>
                </a:r>
                <a14:m>
                  <m:oMath xmlns:m="http://schemas.openxmlformats.org/officeDocument/2006/math">
                    <m:r>
                      <a:rPr lang="en-GB" sz="2000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𝑺𝑺𝑬</m:t>
                    </m:r>
                  </m:oMath>
                </a14:m>
                <a: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is minimised, achieving the</a:t>
                </a:r>
                <a:b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</a:br>
                <a:r>
                  <a:rPr lang="en-GB" sz="2000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smallest possible value</a:t>
                </a:r>
                <a: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...</a:t>
                </a:r>
                <a:endParaRPr lang="en-GB" sz="2000" noProof="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D60EF12-E1D3-74DB-2954-AD9EBBA7C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814" y="1494746"/>
                <a:ext cx="6305008" cy="1754326"/>
              </a:xfrm>
              <a:prstGeom prst="rect">
                <a:avLst/>
              </a:prstGeom>
              <a:blipFill>
                <a:blip r:embed="rId2"/>
                <a:stretch>
                  <a:fillRect t="-2778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Picture 62">
            <a:extLst>
              <a:ext uri="{FF2B5EF4-FFF2-40B4-BE49-F238E27FC236}">
                <a16:creationId xmlns:a16="http://schemas.microsoft.com/office/drawing/2014/main" id="{D548F562-8344-4E18-3E50-2F5B5B034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9056" y="2071472"/>
            <a:ext cx="4893725" cy="32136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A0824B8-7DFB-CA14-61D7-C3375FF8CC2E}"/>
                  </a:ext>
                </a:extLst>
              </p:cNvPr>
              <p:cNvSpPr txBox="1"/>
              <p:nvPr/>
            </p:nvSpPr>
            <p:spPr>
              <a:xfrm>
                <a:off x="5824209" y="3456857"/>
                <a:ext cx="5836213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A0824B8-7DFB-CA14-61D7-C3375FF8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209" y="3456857"/>
                <a:ext cx="5836213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89AEA46-621C-9B9C-20D4-DC1E360914BC}"/>
                  </a:ext>
                </a:extLst>
              </p:cNvPr>
              <p:cNvSpPr txBox="1"/>
              <p:nvPr/>
            </p:nvSpPr>
            <p:spPr>
              <a:xfrm>
                <a:off x="5842906" y="4558989"/>
                <a:ext cx="5798821" cy="1052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To </a:t>
                </a:r>
                <a:r>
                  <a:rPr lang="en-GB" sz="2000" noProof="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minimise the squared error, we can change the slope </a:t>
                </a:r>
                <a: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𝑚 </a:t>
                </a:r>
                <a:r>
                  <a:rPr lang="en-GB" sz="2000" noProof="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and the y-intercept</a:t>
                </a:r>
                <a: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𝑏</a:t>
                </a:r>
                <a:r>
                  <a:rPr lang="en-GB" sz="2000" noProof="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of the </a:t>
                </a:r>
                <a:r>
                  <a:rPr lang="en-GB" sz="2000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regression line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de-CH" sz="2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  <m:r>
                      <a:rPr lang="en-GB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GB" sz="20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𝑚𝑥</m:t>
                    </m:r>
                    <m:r>
                      <a:rPr lang="de-CH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sz="2000" i="1" dirty="0" err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GB" sz="2000" noProof="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89AEA46-621C-9B9C-20D4-DC1E36091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906" y="4558989"/>
                <a:ext cx="5798821" cy="1052532"/>
              </a:xfrm>
              <a:prstGeom prst="rect">
                <a:avLst/>
              </a:prstGeom>
              <a:blipFill>
                <a:blip r:embed="rId6"/>
                <a:stretch>
                  <a:fillRect t="-4046" b="-52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FBBFA67-801F-6CEA-9827-B89EBB49A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</a:t>
            </a: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Is the Squared Error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1366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849A5-9818-2320-C7C9-0FF9AA61E58A}"/>
              </a:ext>
            </a:extLst>
          </p:cNvPr>
          <p:cNvSpPr/>
          <p:nvPr/>
        </p:nvSpPr>
        <p:spPr>
          <a:xfrm>
            <a:off x="5465646" y="2320156"/>
            <a:ext cx="1036284" cy="103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859185-FE9D-B1CD-AFC3-D2B0F4DEA502}"/>
              </a:ext>
            </a:extLst>
          </p:cNvPr>
          <p:cNvSpPr/>
          <p:nvPr/>
        </p:nvSpPr>
        <p:spPr>
          <a:xfrm>
            <a:off x="7794278" y="1820717"/>
            <a:ext cx="770084" cy="7700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DF06DE-34D1-61D2-38C3-9A0376941094}"/>
              </a:ext>
            </a:extLst>
          </p:cNvPr>
          <p:cNvSpPr/>
          <p:nvPr/>
        </p:nvSpPr>
        <p:spPr>
          <a:xfrm>
            <a:off x="9932893" y="2191066"/>
            <a:ext cx="287431" cy="2874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45470-40BC-DDCC-9C68-FB61DBDB20A8}"/>
              </a:ext>
            </a:extLst>
          </p:cNvPr>
          <p:cNvSpPr/>
          <p:nvPr/>
        </p:nvSpPr>
        <p:spPr>
          <a:xfrm>
            <a:off x="7751549" y="2984262"/>
            <a:ext cx="372178" cy="3721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7E9D-F4F3-E6D0-F7F2-9FE761E2C1E1}"/>
              </a:ext>
            </a:extLst>
          </p:cNvPr>
          <p:cNvSpPr/>
          <p:nvPr/>
        </p:nvSpPr>
        <p:spPr>
          <a:xfrm>
            <a:off x="5551274" y="3809999"/>
            <a:ext cx="419101" cy="4191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9BD381-4E67-E79F-9263-FF0E08C3DA0A}"/>
              </a:ext>
            </a:extLst>
          </p:cNvPr>
          <p:cNvSpPr/>
          <p:nvPr/>
        </p:nvSpPr>
        <p:spPr>
          <a:xfrm>
            <a:off x="3446370" y="4584895"/>
            <a:ext cx="372594" cy="372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AE223-3D59-2E6E-A306-72C20D9D5D6D}"/>
              </a:ext>
            </a:extLst>
          </p:cNvPr>
          <p:cNvSpPr/>
          <p:nvPr/>
        </p:nvSpPr>
        <p:spPr>
          <a:xfrm>
            <a:off x="3818964" y="3645050"/>
            <a:ext cx="513110" cy="513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E3F1F2-5D9A-F083-EBDF-C821AF789167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C5D222-A8CC-93AC-05A3-3B3E07ECE613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805858-D12E-24E8-BAB1-880E45FDB6EC}"/>
              </a:ext>
            </a:extLst>
          </p:cNvPr>
          <p:cNvCxnSpPr>
            <a:cxnSpLocks/>
          </p:cNvCxnSpPr>
          <p:nvPr/>
        </p:nvCxnSpPr>
        <p:spPr>
          <a:xfrm flipV="1">
            <a:off x="1781735" y="2006212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A5E18E-4FC4-0E63-782B-7495B467CF52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5AD2B-1C1B-4744-A2BB-E0B22979C58B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4DB78A70-F2DF-321F-E59C-4C85741CE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777A976B-A9D1-CF86-FA3A-B666EBE3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3B1BA1D4-B157-788A-DD47-51D6BEF13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AD75CD01-C736-36EE-DC87-439DF0969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B261FA37-A5D8-9AB3-E842-46530A2F5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42EB0FA4-C318-FD99-EAE8-806DD37AD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90DBBAD8-B7E8-6560-364E-1175F7B13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AD504AE0-0299-BE21-140D-12090B209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4421526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7C3E9920-68E0-B34B-5CC2-6AA61F288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4096313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705717B3-54A8-5C92-BC29-5301FB10BD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645050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C7FD5F74-CD49-5EBF-A9C0-6C59B2D61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3278420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328168AF-AB94-70D2-40C1-A43E46DD4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854234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AEC8650B-C9C0-8924-7687-26BD20DDC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2558424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96964A4B-A8B8-BB4C-131F-30B67E36F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2032061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02FB916E-694B-D917-BBD7-8B1C9BBAA3B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Optimise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Squared Error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DC3011-9949-FB5E-9BED-AADAB56CD45C}"/>
                  </a:ext>
                </a:extLst>
              </p:cNvPr>
              <p:cNvSpPr txBox="1"/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DC3011-9949-FB5E-9BED-AADAB56CD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4A0FB7ED-568B-1487-868E-7090C55FF374}"/>
              </a:ext>
            </a:extLst>
          </p:cNvPr>
          <p:cNvSpPr/>
          <p:nvPr/>
        </p:nvSpPr>
        <p:spPr>
          <a:xfrm>
            <a:off x="9015561" y="3809998"/>
            <a:ext cx="1650862" cy="1652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570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83A53-3FC5-80C0-67DB-0A99BF10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6293C5-B6C5-8889-5D33-20DB10BE22AF}"/>
              </a:ext>
            </a:extLst>
          </p:cNvPr>
          <p:cNvSpPr/>
          <p:nvPr/>
        </p:nvSpPr>
        <p:spPr>
          <a:xfrm>
            <a:off x="5664782" y="2320156"/>
            <a:ext cx="837147" cy="8371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6C43E-9969-3861-E1B7-41A99C7D08B6}"/>
              </a:ext>
            </a:extLst>
          </p:cNvPr>
          <p:cNvSpPr/>
          <p:nvPr/>
        </p:nvSpPr>
        <p:spPr>
          <a:xfrm>
            <a:off x="8000008" y="1820717"/>
            <a:ext cx="564353" cy="5643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20F55-249E-0372-9212-4B4E97753E5C}"/>
              </a:ext>
            </a:extLst>
          </p:cNvPr>
          <p:cNvSpPr/>
          <p:nvPr/>
        </p:nvSpPr>
        <p:spPr>
          <a:xfrm>
            <a:off x="9932893" y="1946046"/>
            <a:ext cx="532452" cy="532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CF008-19CD-499D-4C08-53A9CF542C84}"/>
              </a:ext>
            </a:extLst>
          </p:cNvPr>
          <p:cNvSpPr/>
          <p:nvPr/>
        </p:nvSpPr>
        <p:spPr>
          <a:xfrm>
            <a:off x="7751548" y="2763829"/>
            <a:ext cx="592611" cy="5926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AAE2C-A884-A334-5091-F3B54CBFAD10}"/>
              </a:ext>
            </a:extLst>
          </p:cNvPr>
          <p:cNvSpPr/>
          <p:nvPr/>
        </p:nvSpPr>
        <p:spPr>
          <a:xfrm>
            <a:off x="5551275" y="3543304"/>
            <a:ext cx="685796" cy="6857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6DF89-0304-01BD-01F6-643BF566DFCC}"/>
              </a:ext>
            </a:extLst>
          </p:cNvPr>
          <p:cNvSpPr/>
          <p:nvPr/>
        </p:nvSpPr>
        <p:spPr>
          <a:xfrm>
            <a:off x="3446370" y="4304299"/>
            <a:ext cx="653190" cy="653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AC3E18-BAD9-BF74-BF36-08FDDFB901E2}"/>
              </a:ext>
            </a:extLst>
          </p:cNvPr>
          <p:cNvSpPr/>
          <p:nvPr/>
        </p:nvSpPr>
        <p:spPr>
          <a:xfrm>
            <a:off x="4036124" y="3645050"/>
            <a:ext cx="295950" cy="2959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A33ACF-1820-503B-5117-F2B4FE123927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EDF50F-9D2A-2D1C-F842-F0E5FC989D91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99D63F-E706-3887-9192-B771F36A03D4}"/>
              </a:ext>
            </a:extLst>
          </p:cNvPr>
          <p:cNvCxnSpPr>
            <a:cxnSpLocks/>
          </p:cNvCxnSpPr>
          <p:nvPr/>
        </p:nvCxnSpPr>
        <p:spPr>
          <a:xfrm flipV="1">
            <a:off x="1781735" y="1794491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652E4C-CFF6-D879-1EDD-A93C47E49556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F128C-CB1D-9324-CE72-3701C5119D17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23424E40-C05F-FA7A-C647-B4134D98B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4E603D41-E51A-6AB0-7F98-D96D11846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3569B202-570B-28E6-FAAA-7D6EA34CB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218A0CCD-A3D4-EC55-43C1-7B1F101FA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2CB5C94C-8152-4658-6296-A8508071E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9F2F717E-2C6B-E7FF-38F1-F1055437A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CFD4ED14-0AB6-82B5-5D51-0472BAE8E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5D7FB6B7-C634-70A9-321F-30608D2D3A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4209805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361ED1B3-87BF-ACFC-24F1-C3FB835C8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3884592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F491B34A-9087-77D8-F241-EC65519BD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433329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3122133A-9FAC-B955-BA27-E33D8392C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3066699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67D75E54-BD17-8B23-AAA4-0B733A712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642513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1DEF07B1-CF78-20EA-0CC6-D957B162EF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2346703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A72F0D2F-D1D8-8C24-4965-F4292A1707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1820340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C316E690-7F0A-7240-AA6C-278753D626E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Optimise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Squared Error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2164AB-7FC3-AA81-CBB3-E3E140A7FE7C}"/>
              </a:ext>
            </a:extLst>
          </p:cNvPr>
          <p:cNvSpPr txBox="1"/>
          <p:nvPr/>
        </p:nvSpPr>
        <p:spPr>
          <a:xfrm>
            <a:off x="2427075" y="2152648"/>
            <a:ext cx="278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changing the y-intercept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3C9DA7-A077-485D-D3A5-43725224D95E}"/>
                  </a:ext>
                </a:extLst>
              </p:cNvPr>
              <p:cNvSpPr txBox="1"/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3C9DA7-A077-485D-D3A5-43725224D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2415BE30-140C-5E87-8748-FB60AA7192F7}"/>
              </a:ext>
            </a:extLst>
          </p:cNvPr>
          <p:cNvSpPr/>
          <p:nvPr/>
        </p:nvSpPr>
        <p:spPr>
          <a:xfrm>
            <a:off x="9015560" y="4304299"/>
            <a:ext cx="1157021" cy="11580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80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78D82-B5FF-48FA-18A1-0F5587F1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F90823-F15A-020A-5149-BD1E0251B9B2}"/>
              </a:ext>
            </a:extLst>
          </p:cNvPr>
          <p:cNvSpPr/>
          <p:nvPr/>
        </p:nvSpPr>
        <p:spPr>
          <a:xfrm>
            <a:off x="5971996" y="2320156"/>
            <a:ext cx="529933" cy="5299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1EB406-8494-81F9-776D-3242150BA022}"/>
              </a:ext>
            </a:extLst>
          </p:cNvPr>
          <p:cNvSpPr/>
          <p:nvPr/>
        </p:nvSpPr>
        <p:spPr>
          <a:xfrm>
            <a:off x="8254923" y="1820718"/>
            <a:ext cx="309438" cy="3094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AB44B-FA71-D12B-6282-A71F37976E60}"/>
              </a:ext>
            </a:extLst>
          </p:cNvPr>
          <p:cNvSpPr/>
          <p:nvPr/>
        </p:nvSpPr>
        <p:spPr>
          <a:xfrm>
            <a:off x="9932892" y="1715867"/>
            <a:ext cx="762631" cy="762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A3196-78F9-5F62-B4B8-32F33E3AA0E7}"/>
              </a:ext>
            </a:extLst>
          </p:cNvPr>
          <p:cNvSpPr/>
          <p:nvPr/>
        </p:nvSpPr>
        <p:spPr>
          <a:xfrm>
            <a:off x="7751549" y="2537050"/>
            <a:ext cx="819390" cy="8193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D65D1-57EF-AE99-D64D-D55D5C2A64CD}"/>
              </a:ext>
            </a:extLst>
          </p:cNvPr>
          <p:cNvSpPr/>
          <p:nvPr/>
        </p:nvSpPr>
        <p:spPr>
          <a:xfrm>
            <a:off x="5551274" y="3205325"/>
            <a:ext cx="1023775" cy="1023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77B117-3B25-5402-C33D-C5F2F22EF15F}"/>
              </a:ext>
            </a:extLst>
          </p:cNvPr>
          <p:cNvSpPr/>
          <p:nvPr/>
        </p:nvSpPr>
        <p:spPr>
          <a:xfrm>
            <a:off x="3446369" y="4071786"/>
            <a:ext cx="885703" cy="8857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665440-B016-57BC-8EB8-1B55A23709C2}"/>
              </a:ext>
            </a:extLst>
          </p:cNvPr>
          <p:cNvSpPr/>
          <p:nvPr/>
        </p:nvSpPr>
        <p:spPr>
          <a:xfrm>
            <a:off x="4276725" y="3645051"/>
            <a:ext cx="55348" cy="553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A70A44-D57C-2FDE-C139-9F9404BEA9F0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875F71-6836-E4F9-4325-87F699B67607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3CD635-A0D3-22AA-1EB3-F00BA74BB948}"/>
              </a:ext>
            </a:extLst>
          </p:cNvPr>
          <p:cNvCxnSpPr>
            <a:cxnSpLocks/>
          </p:cNvCxnSpPr>
          <p:nvPr/>
        </p:nvCxnSpPr>
        <p:spPr>
          <a:xfrm flipV="1">
            <a:off x="1781735" y="1524526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5349E21-D81D-F800-0C39-D99F98F74CC9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9EC52-C94F-873E-C6A7-9AD9B1B31796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879BB689-C99C-8C74-33B5-839E24B1D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5AF1722C-706C-BA03-2637-E4A5D86BF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E9C7D25E-1954-1585-E1A5-30D203C56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2B878427-C616-2D77-030A-344C70D46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9E4136A9-17B3-1CF3-A78C-38D9D8D00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060DCEA1-0534-0B6C-6502-929BC0765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29E7E831-CBEF-7BD6-C7D8-D0C8D7AB8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EA840E60-BA9D-A88E-88B9-A17ED2259E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3939840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3E6BD64C-0057-0721-625E-E4AC16BBC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3614627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5552779D-4328-0281-FFDA-D48A3DB9B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049064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3DC0BB70-B077-246A-6FEF-CCC884113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2796734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16A6437B-F603-20B0-D42A-E332FADDD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372548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F0A8FE3B-DF2E-6F03-37D6-C6FAEB61A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2076738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A08D5F38-F4DE-130C-761A-CE59507C2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1550375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50536115-C309-196D-A249-C9EEB0D44F6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Optimise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Squared Error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94A5D0-0276-446A-1B49-03B9D3DF67B8}"/>
              </a:ext>
            </a:extLst>
          </p:cNvPr>
          <p:cNvSpPr txBox="1"/>
          <p:nvPr/>
        </p:nvSpPr>
        <p:spPr>
          <a:xfrm>
            <a:off x="2427075" y="2152648"/>
            <a:ext cx="278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changing the y-intercept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3893FF-9CBB-174C-E791-800822E8F9FD}"/>
                  </a:ext>
                </a:extLst>
              </p:cNvPr>
              <p:cNvSpPr txBox="1"/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3893FF-9CBB-174C-E791-800822E8F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83765407-8A56-8E80-7BD2-F8C8937A0607}"/>
              </a:ext>
            </a:extLst>
          </p:cNvPr>
          <p:cNvSpPr/>
          <p:nvPr/>
        </p:nvSpPr>
        <p:spPr>
          <a:xfrm>
            <a:off x="9015561" y="3578468"/>
            <a:ext cx="1882176" cy="18839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1410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3FEB-6BB5-9743-853C-19066721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135CA-C7AC-2AB4-716C-5378F61F45AF}"/>
              </a:ext>
            </a:extLst>
          </p:cNvPr>
          <p:cNvSpPr/>
          <p:nvPr/>
        </p:nvSpPr>
        <p:spPr>
          <a:xfrm>
            <a:off x="5664782" y="2320156"/>
            <a:ext cx="837147" cy="8371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AD564-2C5E-447A-AA1C-43F898674A24}"/>
              </a:ext>
            </a:extLst>
          </p:cNvPr>
          <p:cNvSpPr/>
          <p:nvPr/>
        </p:nvSpPr>
        <p:spPr>
          <a:xfrm>
            <a:off x="8000008" y="1820717"/>
            <a:ext cx="564353" cy="5643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322F9-7CC6-9E10-4B7A-9B19E209B7D4}"/>
              </a:ext>
            </a:extLst>
          </p:cNvPr>
          <p:cNvSpPr/>
          <p:nvPr/>
        </p:nvSpPr>
        <p:spPr>
          <a:xfrm>
            <a:off x="9932893" y="1946046"/>
            <a:ext cx="532452" cy="532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1EEB9-B5FD-74BB-2F2B-632FF71B71FC}"/>
              </a:ext>
            </a:extLst>
          </p:cNvPr>
          <p:cNvSpPr/>
          <p:nvPr/>
        </p:nvSpPr>
        <p:spPr>
          <a:xfrm>
            <a:off x="7751548" y="2763829"/>
            <a:ext cx="592611" cy="5926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BFCCA-13A4-9B7C-E759-324B45D79F3F}"/>
              </a:ext>
            </a:extLst>
          </p:cNvPr>
          <p:cNvSpPr/>
          <p:nvPr/>
        </p:nvSpPr>
        <p:spPr>
          <a:xfrm>
            <a:off x="5551275" y="3543304"/>
            <a:ext cx="685796" cy="6857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AEA77-6736-24DE-9E85-34F4D75AEFF1}"/>
              </a:ext>
            </a:extLst>
          </p:cNvPr>
          <p:cNvSpPr/>
          <p:nvPr/>
        </p:nvSpPr>
        <p:spPr>
          <a:xfrm>
            <a:off x="3446370" y="4304299"/>
            <a:ext cx="653190" cy="6531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DD6A16-C8C7-56FE-D444-9E87A0E79899}"/>
              </a:ext>
            </a:extLst>
          </p:cNvPr>
          <p:cNvSpPr/>
          <p:nvPr/>
        </p:nvSpPr>
        <p:spPr>
          <a:xfrm>
            <a:off x="4036124" y="3645050"/>
            <a:ext cx="295950" cy="2959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46939D-5612-FC12-FE4C-AA412E8A660B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9444AE-AB0A-7B7E-D0C7-E37256EED28D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C21BB8-B67B-4294-1E17-61A4C4A7D773}"/>
              </a:ext>
            </a:extLst>
          </p:cNvPr>
          <p:cNvCxnSpPr>
            <a:cxnSpLocks/>
          </p:cNvCxnSpPr>
          <p:nvPr/>
        </p:nvCxnSpPr>
        <p:spPr>
          <a:xfrm flipV="1">
            <a:off x="1781735" y="1794491"/>
            <a:ext cx="8509747" cy="3140933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2A2BDF-27F5-E814-BB49-27FB2F593C9E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70BE8-AFDB-BAAE-B488-06CB1D7893C4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2BE6F454-70ED-50A5-D556-360B777A7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6BADD0F4-ACCC-ABCB-365F-5EED72C31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2111DFBF-32F1-1F7B-6B3D-372817C59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C1A3E7D4-87AC-4CFD-6716-5BB10270B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01301A38-5C24-D863-B55A-E1F50A1D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094F0BC0-5B95-8DE2-5E0B-A02D334D8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401F0543-50B2-1156-F7D1-E1C5F98EA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5741E17B-FE11-8679-1BC0-5CD931DDAD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4209805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FAB6625D-F1A0-48E4-EEAA-30F0233AE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3884592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3F7935DE-E636-CBE7-76A3-302758C35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433329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3CDC9648-0EF2-52B7-7219-AEDF8116B5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3066699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120B89DC-B36D-BC1A-46DC-166CC4ABB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642513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93352AE4-C5AF-C82D-A652-BC1E481D3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2346703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791DD645-D05B-ABFA-3542-30E8FF675D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1820340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D66A0581-2F41-4E18-9B69-DB46452DB18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Optimise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Squared Error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10B4C0-7401-E5F3-36B2-923C35A0A5F1}"/>
              </a:ext>
            </a:extLst>
          </p:cNvPr>
          <p:cNvSpPr txBox="1"/>
          <p:nvPr/>
        </p:nvSpPr>
        <p:spPr>
          <a:xfrm>
            <a:off x="2427075" y="2152648"/>
            <a:ext cx="278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changing the y-intercept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8FD4BAD-F1DA-AAF1-3F71-A28AFA262700}"/>
                  </a:ext>
                </a:extLst>
              </p:cNvPr>
              <p:cNvSpPr txBox="1"/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8FD4BAD-F1DA-AAF1-3F71-A28AFA262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85953A55-F260-ECE2-3B45-230D3524A73F}"/>
              </a:ext>
            </a:extLst>
          </p:cNvPr>
          <p:cNvSpPr/>
          <p:nvPr/>
        </p:nvSpPr>
        <p:spPr>
          <a:xfrm>
            <a:off x="9015560" y="4304299"/>
            <a:ext cx="1157021" cy="11580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9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DEE1-1170-978C-00EF-16BAE6B66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6082FD-09D1-1170-140B-5C3983AF6938}"/>
              </a:ext>
            </a:extLst>
          </p:cNvPr>
          <p:cNvSpPr/>
          <p:nvPr/>
        </p:nvSpPr>
        <p:spPr>
          <a:xfrm>
            <a:off x="5723286" y="2320156"/>
            <a:ext cx="778643" cy="7786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D47DFA-8369-128B-01A2-A64412C2E37A}"/>
              </a:ext>
            </a:extLst>
          </p:cNvPr>
          <p:cNvSpPr/>
          <p:nvPr/>
        </p:nvSpPr>
        <p:spPr>
          <a:xfrm>
            <a:off x="8140701" y="1820718"/>
            <a:ext cx="423659" cy="4236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08CAF-B6E6-49D6-7AB3-9F196DAA2632}"/>
              </a:ext>
            </a:extLst>
          </p:cNvPr>
          <p:cNvSpPr/>
          <p:nvPr/>
        </p:nvSpPr>
        <p:spPr>
          <a:xfrm>
            <a:off x="9932893" y="1792578"/>
            <a:ext cx="685920" cy="685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6B912-3C79-304F-ACA8-2166FDA31872}"/>
              </a:ext>
            </a:extLst>
          </p:cNvPr>
          <p:cNvSpPr/>
          <p:nvPr/>
        </p:nvSpPr>
        <p:spPr>
          <a:xfrm>
            <a:off x="7751548" y="2797163"/>
            <a:ext cx="559278" cy="5592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2B8D81-A2B0-2AD2-F0AB-413F292C97E8}"/>
              </a:ext>
            </a:extLst>
          </p:cNvPr>
          <p:cNvSpPr/>
          <p:nvPr/>
        </p:nvSpPr>
        <p:spPr>
          <a:xfrm>
            <a:off x="5551275" y="3571758"/>
            <a:ext cx="657342" cy="6573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50E016-F357-05E9-4221-551808623176}"/>
              </a:ext>
            </a:extLst>
          </p:cNvPr>
          <p:cNvSpPr/>
          <p:nvPr/>
        </p:nvSpPr>
        <p:spPr>
          <a:xfrm>
            <a:off x="3446371" y="4522684"/>
            <a:ext cx="434804" cy="434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70DDA-29CD-32B8-8A3D-34C232F4B074}"/>
              </a:ext>
            </a:extLst>
          </p:cNvPr>
          <p:cNvSpPr/>
          <p:nvPr/>
        </p:nvSpPr>
        <p:spPr>
          <a:xfrm>
            <a:off x="3948116" y="3645050"/>
            <a:ext cx="383958" cy="383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D096BB-67BE-308B-E413-30299D4436FF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474DE-8A86-E6FE-C501-E7C30042620E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CC9CD9-1E2B-492A-DE49-DF8C29C12929}"/>
              </a:ext>
            </a:extLst>
          </p:cNvPr>
          <p:cNvCxnSpPr>
            <a:cxnSpLocks/>
          </p:cNvCxnSpPr>
          <p:nvPr/>
        </p:nvCxnSpPr>
        <p:spPr>
          <a:xfrm flipV="1">
            <a:off x="1819275" y="1499347"/>
            <a:ext cx="8582025" cy="363662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B39BED-B94D-DBC4-9FAD-AAE2877AFD86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E1305D-7FB5-5BD3-B5C9-CC97AD8FFBB7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07EB209B-37AD-3ABD-571A-DEDE60F25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E2845172-AA02-35D9-9818-3AAAE0AA5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B7135981-0DF0-E3D3-5CEF-20BF43153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E089C0F2-2F93-D2F7-A31A-C50D26E07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18DAA2C5-C9A2-2A31-6F65-9CB1075F6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6C097541-2BDB-3368-05D7-DEACC7B18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20626F03-44AE-6C57-C48C-DB7AC42B3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1B3A9FF1-944C-2512-F354-64B6345FCF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4370371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DACEF079-22BD-5AE6-E8F0-0FF44A5D4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3968958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E1947D95-1183-BF92-D998-D8184B132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453742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1752C2A6-9B37-4555-2483-2F62CF813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3044931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E554D3B2-BD12-A493-1B89-2D375E1A9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632988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000BC96D-728A-EFF9-45E8-DADE2F3423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2192946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69502173-DB2C-4F1B-E20B-7B43946E2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1606709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FDA01270-2507-B6A5-5988-E6F807C6312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Optimise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Squared Error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09DE55-1949-7A73-EFA0-81DEC606D337}"/>
              </a:ext>
            </a:extLst>
          </p:cNvPr>
          <p:cNvSpPr txBox="1"/>
          <p:nvPr/>
        </p:nvSpPr>
        <p:spPr>
          <a:xfrm>
            <a:off x="2427075" y="2152648"/>
            <a:ext cx="278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changing the slope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627EAC-9822-D0DE-9106-3EDA186EB2A6}"/>
                  </a:ext>
                </a:extLst>
              </p:cNvPr>
              <p:cNvSpPr txBox="1"/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627EAC-9822-D0DE-9106-3EDA186EB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E516BB67-F313-D28A-B81C-F94773A710CB}"/>
              </a:ext>
            </a:extLst>
          </p:cNvPr>
          <p:cNvSpPr/>
          <p:nvPr/>
        </p:nvSpPr>
        <p:spPr>
          <a:xfrm>
            <a:off x="9015561" y="4480059"/>
            <a:ext cx="981424" cy="982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1764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701A6-CDB0-B175-EF62-4E5458558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352115-49C0-0BFE-09FB-32002691E914}"/>
              </a:ext>
            </a:extLst>
          </p:cNvPr>
          <p:cNvSpPr/>
          <p:nvPr/>
        </p:nvSpPr>
        <p:spPr>
          <a:xfrm>
            <a:off x="5759841" y="2320157"/>
            <a:ext cx="742088" cy="74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DF08EF-8178-3196-6CFE-447AED12B214}"/>
              </a:ext>
            </a:extLst>
          </p:cNvPr>
          <p:cNvSpPr/>
          <p:nvPr/>
        </p:nvSpPr>
        <p:spPr>
          <a:xfrm>
            <a:off x="8437468" y="1820717"/>
            <a:ext cx="126893" cy="12689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0746FD-EC77-19D1-FFE0-F54895D99155}"/>
              </a:ext>
            </a:extLst>
          </p:cNvPr>
          <p:cNvSpPr/>
          <p:nvPr/>
        </p:nvSpPr>
        <p:spPr>
          <a:xfrm>
            <a:off x="9932892" y="1291637"/>
            <a:ext cx="1186861" cy="11868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DBFB4-1E8B-907D-5042-A4CF0D3466D1}"/>
              </a:ext>
            </a:extLst>
          </p:cNvPr>
          <p:cNvSpPr/>
          <p:nvPr/>
        </p:nvSpPr>
        <p:spPr>
          <a:xfrm>
            <a:off x="7751548" y="2422875"/>
            <a:ext cx="933566" cy="9335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523433-CE36-4DEE-CC7C-92C0C6A29808}"/>
              </a:ext>
            </a:extLst>
          </p:cNvPr>
          <p:cNvSpPr/>
          <p:nvPr/>
        </p:nvSpPr>
        <p:spPr>
          <a:xfrm>
            <a:off x="5551275" y="3543304"/>
            <a:ext cx="685796" cy="6857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2C3BCF-452D-4132-984A-0F4D74E7ADD4}"/>
              </a:ext>
            </a:extLst>
          </p:cNvPr>
          <p:cNvSpPr/>
          <p:nvPr/>
        </p:nvSpPr>
        <p:spPr>
          <a:xfrm>
            <a:off x="3446370" y="4729127"/>
            <a:ext cx="228362" cy="228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3F44C7-E8C5-C486-7453-203FA590973B}"/>
              </a:ext>
            </a:extLst>
          </p:cNvPr>
          <p:cNvSpPr/>
          <p:nvPr/>
        </p:nvSpPr>
        <p:spPr>
          <a:xfrm>
            <a:off x="3791728" y="3645050"/>
            <a:ext cx="540346" cy="5403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8BE39B-2EC1-234C-377B-48B8AAB28260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3B13DD-814C-E0B7-E70B-E5CB68CF41F9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4D00BC-5F72-190C-9F1E-233CD143F088}"/>
              </a:ext>
            </a:extLst>
          </p:cNvPr>
          <p:cNvCxnSpPr>
            <a:cxnSpLocks/>
          </p:cNvCxnSpPr>
          <p:nvPr/>
        </p:nvCxnSpPr>
        <p:spPr>
          <a:xfrm flipV="1">
            <a:off x="1898750" y="1085850"/>
            <a:ext cx="8322936" cy="4393228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3AD164-833B-D570-C5C5-64985E7913BE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2420F4-A5DE-6D55-0E62-C452D57669D6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8D2FFA72-4835-56B0-2805-06ADC9048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228A42E8-0B94-9AA7-E557-DCFB51680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0860BEEC-E974-EB5D-09A9-CB303335E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205FDF14-4E01-61F4-94C2-E9E76058E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8FBB5B1C-0DD3-AC03-2126-8F7097559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790C87EC-8B08-E175-0E59-C5ECEAEC8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6289F7E2-7AE7-6E4B-6951-9D2291814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160C205C-B6B6-BB64-01B7-D3085881C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4544538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3995A07A-DAD2-6BD8-A442-4621EAF9A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4080533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8DE47DDE-2927-C201-6D5B-F97F5F9D0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433329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E2C67792-8328-BEBE-1886-CC89DFFDC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2944237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90D3DCD2-A91B-304C-1D0E-82E2532C4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275121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0F11DDD6-D19F-45FF-3CCC-4EF04CEA9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1873177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29C6E88B-4D4B-3A53-6F19-D4C46C8C7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1142706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A4B7340B-F473-AB9B-00D8-2AC156AE17F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Optimise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Squared Error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F01E87-78F2-6AE6-B66F-6E3D94A9CE69}"/>
              </a:ext>
            </a:extLst>
          </p:cNvPr>
          <p:cNvSpPr txBox="1"/>
          <p:nvPr/>
        </p:nvSpPr>
        <p:spPr>
          <a:xfrm>
            <a:off x="2427075" y="2152648"/>
            <a:ext cx="278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changing the slope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CF9EC4-F9CA-1A97-0FAC-07C4B39E0CB3}"/>
                  </a:ext>
                </a:extLst>
              </p:cNvPr>
              <p:cNvSpPr txBox="1"/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CF9EC4-F9CA-1A97-0FAC-07C4B39E0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FEDE5514-B0F5-ECFF-B34D-CFAC2208FCF5}"/>
              </a:ext>
            </a:extLst>
          </p:cNvPr>
          <p:cNvSpPr/>
          <p:nvPr/>
        </p:nvSpPr>
        <p:spPr>
          <a:xfrm>
            <a:off x="9015560" y="3742395"/>
            <a:ext cx="1718403" cy="1720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46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76425-21EB-1875-B2B7-C8197BDC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C91495-38F7-ADD5-3E75-8CE4DA3B3D4A}"/>
              </a:ext>
            </a:extLst>
          </p:cNvPr>
          <p:cNvSpPr/>
          <p:nvPr/>
        </p:nvSpPr>
        <p:spPr>
          <a:xfrm>
            <a:off x="5723286" y="2320156"/>
            <a:ext cx="778643" cy="7786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B6560E-AD41-A39D-8B60-5FE85BA53F9D}"/>
              </a:ext>
            </a:extLst>
          </p:cNvPr>
          <p:cNvSpPr/>
          <p:nvPr/>
        </p:nvSpPr>
        <p:spPr>
          <a:xfrm>
            <a:off x="8140701" y="1820718"/>
            <a:ext cx="423659" cy="4236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B5C949-CA19-B9F9-E921-04C86BDDA530}"/>
              </a:ext>
            </a:extLst>
          </p:cNvPr>
          <p:cNvSpPr/>
          <p:nvPr/>
        </p:nvSpPr>
        <p:spPr>
          <a:xfrm>
            <a:off x="9932893" y="1792578"/>
            <a:ext cx="685920" cy="685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71270-7A64-E20A-297C-10E9EED3F1C5}"/>
              </a:ext>
            </a:extLst>
          </p:cNvPr>
          <p:cNvSpPr/>
          <p:nvPr/>
        </p:nvSpPr>
        <p:spPr>
          <a:xfrm>
            <a:off x="7751548" y="2797163"/>
            <a:ext cx="559278" cy="5592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4AFE8F-39C0-93F2-B3E4-3285175D7DE7}"/>
              </a:ext>
            </a:extLst>
          </p:cNvPr>
          <p:cNvSpPr/>
          <p:nvPr/>
        </p:nvSpPr>
        <p:spPr>
          <a:xfrm>
            <a:off x="5551275" y="3571758"/>
            <a:ext cx="657342" cy="6573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3B99C-19F5-E9FD-8D6D-E19DD1B7845F}"/>
              </a:ext>
            </a:extLst>
          </p:cNvPr>
          <p:cNvSpPr/>
          <p:nvPr/>
        </p:nvSpPr>
        <p:spPr>
          <a:xfrm>
            <a:off x="3446371" y="4522684"/>
            <a:ext cx="434804" cy="4348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F06002-372D-F472-93DB-6BDF24BF384B}"/>
              </a:ext>
            </a:extLst>
          </p:cNvPr>
          <p:cNvSpPr/>
          <p:nvPr/>
        </p:nvSpPr>
        <p:spPr>
          <a:xfrm>
            <a:off x="3948116" y="3645050"/>
            <a:ext cx="383958" cy="383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3B2719-F1BB-6C25-FE19-3C20818CD1C4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D74E4D-DD93-2767-E8E3-BE2BB9851B78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20BC8F-9F77-B745-1C2E-467E48B72743}"/>
              </a:ext>
            </a:extLst>
          </p:cNvPr>
          <p:cNvCxnSpPr>
            <a:cxnSpLocks/>
          </p:cNvCxnSpPr>
          <p:nvPr/>
        </p:nvCxnSpPr>
        <p:spPr>
          <a:xfrm flipV="1">
            <a:off x="1819275" y="1499347"/>
            <a:ext cx="8582025" cy="3636625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0076943-71D0-7FB0-9705-27218B2FD750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4D3B8-AF69-F6FB-9BD4-B28D277EAB79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7FE1D0A0-4C76-FC68-9D70-CDDCBD2AA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213015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76242015-AAFE-0CFA-1854-009E3902A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163857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0373A97A-9488-0289-6A5C-933D213E5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33148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B321F07A-43CC-BB03-0B14-130314A53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41853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99BCBA04-2947-B861-17B1-611AA9132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24442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17AA4C14-7CAF-B5A3-512E-9F9883F59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490761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BE8861D7-BB92-B822-567B-CF6E9BF16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34624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CB31F4E1-358F-BB26-1C2F-9BBE4101C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4370371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CB070D1F-2BD9-17A9-29AB-C70A4607B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3968958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637340AF-4CF5-FCFF-07DE-0CCA27ED6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3453742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A270FA01-1332-8CBE-2805-7BAFF3F14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3044931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ADCDB62F-635A-F16C-2C20-99A1F3512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2632988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A5ABBF07-F1C1-B606-9729-FA2B1005F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2192946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B9A812E2-AA03-DB34-EBE8-A30929ED7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1606709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AE670BD2-8212-4CA7-A75F-615269EA507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Optimise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Squared Error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141BD8-BC14-A68A-874C-AD350AA801F2}"/>
              </a:ext>
            </a:extLst>
          </p:cNvPr>
          <p:cNvSpPr txBox="1"/>
          <p:nvPr/>
        </p:nvSpPr>
        <p:spPr>
          <a:xfrm>
            <a:off x="2427075" y="2152648"/>
            <a:ext cx="278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changing the slope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6C6D42-A43B-0FD0-5C0D-084BE2EA9A70}"/>
                  </a:ext>
                </a:extLst>
              </p:cNvPr>
              <p:cNvSpPr txBox="1"/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86C6D42-A43B-0FD0-5C0D-084BE2EA9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538" y="4771192"/>
                <a:ext cx="178536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9401955-E9C9-AA67-D782-623099F6CB9E}"/>
              </a:ext>
            </a:extLst>
          </p:cNvPr>
          <p:cNvSpPr/>
          <p:nvPr/>
        </p:nvSpPr>
        <p:spPr>
          <a:xfrm>
            <a:off x="9015561" y="4480059"/>
            <a:ext cx="981424" cy="982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906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46441-9C1A-C539-5732-F5FF0CD98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4AEEA8-79D8-94C8-5556-02A766E963E3}"/>
              </a:ext>
            </a:extLst>
          </p:cNvPr>
          <p:cNvSpPr/>
          <p:nvPr/>
        </p:nvSpPr>
        <p:spPr>
          <a:xfrm>
            <a:off x="5723286" y="4117206"/>
            <a:ext cx="778643" cy="7786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3E7C9-E4C8-1441-AA2F-D6E00AA046EB}"/>
              </a:ext>
            </a:extLst>
          </p:cNvPr>
          <p:cNvSpPr/>
          <p:nvPr/>
        </p:nvSpPr>
        <p:spPr>
          <a:xfrm flipH="1">
            <a:off x="8564360" y="4240068"/>
            <a:ext cx="436809" cy="4236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DD8C92-0D49-83F0-AE9A-175A1C2A3839}"/>
              </a:ext>
            </a:extLst>
          </p:cNvPr>
          <p:cNvSpPr/>
          <p:nvPr/>
        </p:nvSpPr>
        <p:spPr>
          <a:xfrm>
            <a:off x="9932893" y="2884778"/>
            <a:ext cx="685920" cy="685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831116-5510-DEB1-613D-9F8C74BBF92C}"/>
              </a:ext>
            </a:extLst>
          </p:cNvPr>
          <p:cNvSpPr/>
          <p:nvPr/>
        </p:nvSpPr>
        <p:spPr>
          <a:xfrm flipH="1">
            <a:off x="7192272" y="4587863"/>
            <a:ext cx="559276" cy="55927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761A99-3589-DA7B-2DB6-EBB0398C09DF}"/>
              </a:ext>
            </a:extLst>
          </p:cNvPr>
          <p:cNvSpPr/>
          <p:nvPr/>
        </p:nvSpPr>
        <p:spPr>
          <a:xfrm flipH="1">
            <a:off x="4857752" y="5311658"/>
            <a:ext cx="693523" cy="6573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5E683-645D-23A2-89F6-FBF8B6304299}"/>
              </a:ext>
            </a:extLst>
          </p:cNvPr>
          <p:cNvSpPr/>
          <p:nvPr/>
        </p:nvSpPr>
        <p:spPr>
          <a:xfrm flipH="1">
            <a:off x="2949969" y="2128734"/>
            <a:ext cx="496402" cy="454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DC2DFD-98BC-E064-E7BE-03614970E729}"/>
              </a:ext>
            </a:extLst>
          </p:cNvPr>
          <p:cNvSpPr/>
          <p:nvPr/>
        </p:nvSpPr>
        <p:spPr>
          <a:xfrm flipH="1">
            <a:off x="4332071" y="3105150"/>
            <a:ext cx="371940" cy="4031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BFF07E-4F74-7D44-64F5-8C45B39D3C76}"/>
              </a:ext>
            </a:extLst>
          </p:cNvPr>
          <p:cNvCxnSpPr>
            <a:cxnSpLocks/>
          </p:cNvCxnSpPr>
          <p:nvPr/>
        </p:nvCxnSpPr>
        <p:spPr>
          <a:xfrm flipV="1">
            <a:off x="2312894" y="1607283"/>
            <a:ext cx="0" cy="46795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49B10C-CC87-79BE-4AEB-40F660C8DFD0}"/>
              </a:ext>
            </a:extLst>
          </p:cNvPr>
          <p:cNvCxnSpPr>
            <a:cxnSpLocks/>
          </p:cNvCxnSpPr>
          <p:nvPr/>
        </p:nvCxnSpPr>
        <p:spPr>
          <a:xfrm>
            <a:off x="2312894" y="6286859"/>
            <a:ext cx="7620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3AD6D5-CD03-E8D3-B983-005D80D36E19}"/>
              </a:ext>
            </a:extLst>
          </p:cNvPr>
          <p:cNvSpPr txBox="1"/>
          <p:nvPr/>
        </p:nvSpPr>
        <p:spPr>
          <a:xfrm>
            <a:off x="9932894" y="5908100"/>
            <a:ext cx="53245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0450C-ADF3-3071-D9E9-66ECEBBD6449}"/>
              </a:ext>
            </a:extLst>
          </p:cNvPr>
          <p:cNvSpPr txBox="1"/>
          <p:nvPr/>
        </p:nvSpPr>
        <p:spPr>
          <a:xfrm>
            <a:off x="1898750" y="914572"/>
            <a:ext cx="82828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y</a:t>
            </a:r>
          </a:p>
        </p:txBody>
      </p:sp>
      <p:pic>
        <p:nvPicPr>
          <p:cNvPr id="14" name="Graphic 13" descr="Harvey Balls 100% with solid fill">
            <a:extLst>
              <a:ext uri="{FF2B5EF4-FFF2-40B4-BE49-F238E27FC236}">
                <a16:creationId xmlns:a16="http://schemas.microsoft.com/office/drawing/2014/main" id="{6D09FB00-6E57-2596-241F-DE28EFBF54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9593" y="3927206"/>
            <a:ext cx="228362" cy="228362"/>
          </a:xfrm>
          <a:prstGeom prst="rect">
            <a:avLst/>
          </a:prstGeom>
        </p:spPr>
      </p:pic>
      <p:pic>
        <p:nvPicPr>
          <p:cNvPr id="15" name="Graphic 14" descr="Harvey Balls 100% with solid fill">
            <a:extLst>
              <a:ext uri="{FF2B5EF4-FFF2-40B4-BE49-F238E27FC236}">
                <a16:creationId xmlns:a16="http://schemas.microsoft.com/office/drawing/2014/main" id="{786C85F6-3AFF-DEB8-7218-8AE7501BD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468" y="4057921"/>
            <a:ext cx="228362" cy="228362"/>
          </a:xfrm>
          <a:prstGeom prst="rect">
            <a:avLst/>
          </a:prstGeom>
        </p:spPr>
      </p:pic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110EFC0F-DC47-7C52-C618-E3BF11FD1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7368" y="5105519"/>
            <a:ext cx="228362" cy="228362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0FECD146-56B6-9446-83ED-6BDE09645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7093" y="5925296"/>
            <a:ext cx="228362" cy="228362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0F96F09E-26AC-358E-17A6-D583F71AF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18713" y="3536443"/>
            <a:ext cx="228362" cy="228362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053C6E9D-2BC1-425B-6835-B928091D7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2188" y="2513660"/>
            <a:ext cx="228362" cy="228362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C27C185D-5894-335F-0294-298F40651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3" y="2941797"/>
            <a:ext cx="228362" cy="228362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E2F153BB-13C0-C980-76AC-A675FED69E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2188" y="1976421"/>
            <a:ext cx="228362" cy="228362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B38DC71B-E163-2AC5-9F07-49F0EAB210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7893" y="3448258"/>
            <a:ext cx="228362" cy="228362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7407A735-FE44-E448-05EF-42B58D43E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6420" y="5193642"/>
            <a:ext cx="228362" cy="228362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E664097E-F842-196D-486A-03A04894E1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593" y="4841981"/>
            <a:ext cx="228362" cy="228362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61EB42A3-E4A3-30EB-03E4-06141C58C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368" y="4423688"/>
            <a:ext cx="228362" cy="228362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8418534A-95D8-9568-FC9A-E6C7F3303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7468" y="4612296"/>
            <a:ext cx="228362" cy="228362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5F1501BC-9B6B-B033-52C5-EE35C322AE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479" y="2698909"/>
            <a:ext cx="228362" cy="228362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5DE31370-F0CE-6796-5F06-CDE40ED8F2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Linking to M</a:t>
            </a: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ore Complex Functions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</a:t>
            </a:r>
          </a:p>
        </p:txBody>
      </p:sp>
      <p:sp>
        <p:nvSpPr>
          <p:cNvPr id="39" name="Free-form: Shape 38">
            <a:extLst>
              <a:ext uri="{FF2B5EF4-FFF2-40B4-BE49-F238E27FC236}">
                <a16:creationId xmlns:a16="http://schemas.microsoft.com/office/drawing/2014/main" id="{677DF49A-7918-434F-3797-E2D46A8FA52F}"/>
              </a:ext>
            </a:extLst>
          </p:cNvPr>
          <p:cNvSpPr/>
          <p:nvPr/>
        </p:nvSpPr>
        <p:spPr>
          <a:xfrm>
            <a:off x="1898750" y="1332436"/>
            <a:ext cx="9594850" cy="4083352"/>
          </a:xfrm>
          <a:custGeom>
            <a:avLst/>
            <a:gdLst>
              <a:gd name="connsiteX0" fmla="*/ 0 w 9594850"/>
              <a:gd name="connsiteY0" fmla="*/ 3473450 h 4083352"/>
              <a:gd name="connsiteX1" fmla="*/ 323850 w 9594850"/>
              <a:gd name="connsiteY1" fmla="*/ 1079500 h 4083352"/>
              <a:gd name="connsiteX2" fmla="*/ 1397000 w 9594850"/>
              <a:gd name="connsiteY2" fmla="*/ 628650 h 4083352"/>
              <a:gd name="connsiteX3" fmla="*/ 2667000 w 9594850"/>
              <a:gd name="connsiteY3" fmla="*/ 2603500 h 4083352"/>
              <a:gd name="connsiteX4" fmla="*/ 3873500 w 9594850"/>
              <a:gd name="connsiteY4" fmla="*/ 4076700 h 4083352"/>
              <a:gd name="connsiteX5" fmla="*/ 5289550 w 9594850"/>
              <a:gd name="connsiteY5" fmla="*/ 3155950 h 4083352"/>
              <a:gd name="connsiteX6" fmla="*/ 7359650 w 9594850"/>
              <a:gd name="connsiteY6" fmla="*/ 3352800 h 4083352"/>
              <a:gd name="connsiteX7" fmla="*/ 8077200 w 9594850"/>
              <a:gd name="connsiteY7" fmla="*/ 1358900 h 4083352"/>
              <a:gd name="connsiteX8" fmla="*/ 9124950 w 9594850"/>
              <a:gd name="connsiteY8" fmla="*/ 488950 h 4083352"/>
              <a:gd name="connsiteX9" fmla="*/ 9594850 w 9594850"/>
              <a:gd name="connsiteY9" fmla="*/ 0 h 4083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94850" h="4083352">
                <a:moveTo>
                  <a:pt x="0" y="3473450"/>
                </a:moveTo>
                <a:cubicBezTo>
                  <a:pt x="45508" y="2513541"/>
                  <a:pt x="91017" y="1553633"/>
                  <a:pt x="323850" y="1079500"/>
                </a:cubicBezTo>
                <a:cubicBezTo>
                  <a:pt x="556683" y="605367"/>
                  <a:pt x="1006475" y="374650"/>
                  <a:pt x="1397000" y="628650"/>
                </a:cubicBezTo>
                <a:cubicBezTo>
                  <a:pt x="1787525" y="882650"/>
                  <a:pt x="2254250" y="2028825"/>
                  <a:pt x="2667000" y="2603500"/>
                </a:cubicBezTo>
                <a:cubicBezTo>
                  <a:pt x="3079750" y="3178175"/>
                  <a:pt x="3436408" y="3984625"/>
                  <a:pt x="3873500" y="4076700"/>
                </a:cubicBezTo>
                <a:cubicBezTo>
                  <a:pt x="4310592" y="4168775"/>
                  <a:pt x="4708525" y="3276600"/>
                  <a:pt x="5289550" y="3155950"/>
                </a:cubicBezTo>
                <a:cubicBezTo>
                  <a:pt x="5870575" y="3035300"/>
                  <a:pt x="6895042" y="3652308"/>
                  <a:pt x="7359650" y="3352800"/>
                </a:cubicBezTo>
                <a:cubicBezTo>
                  <a:pt x="7824258" y="3053292"/>
                  <a:pt x="7782983" y="1836208"/>
                  <a:pt x="8077200" y="1358900"/>
                </a:cubicBezTo>
                <a:cubicBezTo>
                  <a:pt x="8371417" y="881592"/>
                  <a:pt x="8872008" y="715433"/>
                  <a:pt x="9124950" y="488950"/>
                </a:cubicBezTo>
                <a:cubicBezTo>
                  <a:pt x="9377892" y="262467"/>
                  <a:pt x="9486371" y="131233"/>
                  <a:pt x="9594850" y="0"/>
                </a:cubicBez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80695F-F63A-2D32-E6F3-5EC2673F91CE}"/>
              </a:ext>
            </a:extLst>
          </p:cNvPr>
          <p:cNvSpPr txBox="1"/>
          <p:nvPr/>
        </p:nvSpPr>
        <p:spPr>
          <a:xfrm>
            <a:off x="4962300" y="1460478"/>
            <a:ext cx="4420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</a:rPr>
              <a:t>The least squares method can also fit non-linear relationships, often requiring complex neural networks to approximate the function...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004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23BC7-3AF6-FDE7-379D-E6884DF3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2DE31A7F-7647-F9F4-F68D-D47D55B5F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08406" y="3433786"/>
            <a:ext cx="4893725" cy="32170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CC682B-B6AC-01F2-60FB-11912C38CE53}"/>
                  </a:ext>
                </a:extLst>
              </p:cNvPr>
              <p:cNvSpPr txBox="1"/>
              <p:nvPr/>
            </p:nvSpPr>
            <p:spPr>
              <a:xfrm>
                <a:off x="5128683" y="1690769"/>
                <a:ext cx="2056460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CH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CH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CC682B-B6AC-01F2-60FB-11912C38C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683" y="1690769"/>
                <a:ext cx="2056460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5D1A8DD-AD18-BE0B-72F9-1B36A63F8A5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Linking to M</a:t>
            </a: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ore Complex Functions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7D4F84D-1AE3-BF29-339E-FD2ABD0A9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297" y="3589020"/>
            <a:ext cx="5489297" cy="3063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E21971-F040-B876-DEB7-9036E9706860}"/>
                  </a:ext>
                </a:extLst>
              </p:cNvPr>
              <p:cNvSpPr txBox="1"/>
              <p:nvPr/>
            </p:nvSpPr>
            <p:spPr>
              <a:xfrm>
                <a:off x="1606107" y="2992648"/>
                <a:ext cx="229832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32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E21971-F040-B876-DEB7-9036E9706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107" y="2992648"/>
                <a:ext cx="229832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53CD53-3932-ABCC-E985-9D45E2D974F2}"/>
                  </a:ext>
                </a:extLst>
              </p:cNvPr>
              <p:cNvSpPr txBox="1"/>
              <p:nvPr/>
            </p:nvSpPr>
            <p:spPr>
              <a:xfrm>
                <a:off x="6923421" y="3054203"/>
                <a:ext cx="44303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e-CH" sz="24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40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de-CH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453CD53-3932-ABCC-E985-9D45E2D97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421" y="3054203"/>
                <a:ext cx="4430379" cy="369332"/>
              </a:xfrm>
              <a:prstGeom prst="rect">
                <a:avLst/>
              </a:prstGeom>
              <a:blipFill>
                <a:blip r:embed="rId7"/>
                <a:stretch>
                  <a:fillRect l="-825" b="-278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FA01C19-FC0D-5E41-F629-3C82BA4586FE}"/>
              </a:ext>
            </a:extLst>
          </p:cNvPr>
          <p:cNvSpPr txBox="1"/>
          <p:nvPr/>
        </p:nvSpPr>
        <p:spPr>
          <a:xfrm>
            <a:off x="1586721" y="1027906"/>
            <a:ext cx="9018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least squares method identifies the point where the error for the dependent variable is minimised and </a:t>
            </a:r>
            <a:r>
              <a:rPr lang="en-GB" sz="2000" b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works for any type of equation</a:t>
            </a:r>
            <a:r>
              <a:rPr lang="en-GB" sz="2000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24B8ED-C33F-09D1-8934-3C73B7C5D523}"/>
              </a:ext>
            </a:extLst>
          </p:cNvPr>
          <p:cNvCxnSpPr>
            <a:cxnSpLocks/>
          </p:cNvCxnSpPr>
          <p:nvPr/>
        </p:nvCxnSpPr>
        <p:spPr>
          <a:xfrm flipH="1">
            <a:off x="3848100" y="2224618"/>
            <a:ext cx="1280583" cy="616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3A0AEF-E811-375A-99EE-9D4CE99926EE}"/>
              </a:ext>
            </a:extLst>
          </p:cNvPr>
          <p:cNvCxnSpPr>
            <a:cxnSpLocks/>
          </p:cNvCxnSpPr>
          <p:nvPr/>
        </p:nvCxnSpPr>
        <p:spPr>
          <a:xfrm>
            <a:off x="7119620" y="2229295"/>
            <a:ext cx="1280583" cy="616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450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9C78E-4A50-6509-8A4E-F252DE6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066B0D-CBF4-1EE4-BFBA-E3A1BE62957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Caffeine Data Set: Calculations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C4F996-2A37-00DA-31ED-614B62767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9" y="2654948"/>
            <a:ext cx="5780157" cy="38519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4F1226-C652-2987-3EFD-073C828743EC}"/>
                  </a:ext>
                </a:extLst>
              </p:cNvPr>
              <p:cNvSpPr txBox="1"/>
              <p:nvPr/>
            </p:nvSpPr>
            <p:spPr>
              <a:xfrm>
                <a:off x="963941" y="1027906"/>
                <a:ext cx="10264117" cy="1849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200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Calculating the Sum of Squared Error</a:t>
                </a:r>
              </a:p>
              <a:p>
                <a:pPr marL="457200" lvl="0" indent="-457200" algn="ctr">
                  <a:buAutoNum type="arabicPeriod"/>
                  <a:defRPr/>
                </a:pPr>
                <a:endParaRPr lang="en-GB" sz="2000" noProof="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algn="ctr"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Now that we have covered how to calculate the sum of squared error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𝑆𝑆𝐸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, we will apply this method to our dataset, predicting class participation per lesson based on caffeine intake.</a:t>
                </a:r>
                <a:b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</a:b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To do this, we will use the given line of best fit: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dirty="0" smtClean="0"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800" b="0" i="1" dirty="0" smtClean="0"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1800" i="1" dirty="0" smtClean="0">
                        <a:solidFill>
                          <a:srgbClr val="A02B93">
                            <a:lumMod val="60000"/>
                            <a:lumOff val="40000"/>
                          </a:srgbClr>
                        </a:solidFill>
                        <a:latin typeface="Cambria Math" panose="02040503050406030204" pitchFamily="18" charset="0"/>
                      </a:rPr>
                      <m:t>=0.01</m:t>
                    </m:r>
                    <m:r>
                      <a:rPr lang="en-US" sz="1800" i="1" dirty="0" smtClean="0">
                        <a:solidFill>
                          <a:srgbClr val="A02B93">
                            <a:lumMod val="60000"/>
                            <a:lumOff val="40000"/>
                          </a:srgb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solidFill>
                          <a:srgbClr val="A02B93">
                            <a:lumMod val="60000"/>
                            <a:lumOff val="40000"/>
                          </a:srgbClr>
                        </a:solidFill>
                        <a:latin typeface="Cambria Math" panose="02040503050406030204" pitchFamily="18" charset="0"/>
                      </a:rPr>
                      <m:t>+0.38</m:t>
                    </m:r>
                  </m:oMath>
                </a14:m>
                <a:endParaRPr lang="en-US" sz="2000" dirty="0">
                  <a:solidFill>
                    <a:srgbClr val="A02B93">
                      <a:lumMod val="60000"/>
                      <a:lumOff val="40000"/>
                    </a:srgbClr>
                  </a:solidFill>
                  <a:latin typeface="Bahnschrift" panose="020B0502040204020203" pitchFamily="34" charset="0"/>
                </a:endParaRPr>
              </a:p>
              <a:p>
                <a:pPr lvl="0" algn="ctr">
                  <a:defRPr/>
                </a:pPr>
                <a:endParaRPr lang="en-GB" noProof="0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4F1226-C652-2987-3EFD-073C82874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941" y="1027906"/>
                <a:ext cx="10264117" cy="1849032"/>
              </a:xfrm>
              <a:prstGeom prst="rect">
                <a:avLst/>
              </a:prstGeom>
              <a:blipFill>
                <a:blip r:embed="rId4"/>
                <a:stretch>
                  <a:fillRect t="-2310" b="-2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0CD464F-B0CF-2916-C601-DAB453DA8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719" y="3974807"/>
            <a:ext cx="5639081" cy="21604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B08CD3-6A77-9246-0085-1A07EF881DCA}"/>
                  </a:ext>
                </a:extLst>
              </p:cNvPr>
              <p:cNvSpPr txBox="1"/>
              <p:nvPr/>
            </p:nvSpPr>
            <p:spPr>
              <a:xfrm>
                <a:off x="6186152" y="2876938"/>
                <a:ext cx="5836213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B08CD3-6A77-9246-0085-1A07EF881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152" y="2876938"/>
                <a:ext cx="5836213" cy="8943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1746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ED044-AA64-43C1-D632-EDD58D927F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Caffeine Data Set: Calculations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646189-333E-98D6-3C1F-2D85C9A1E129}"/>
                  </a:ext>
                </a:extLst>
              </p:cNvPr>
              <p:cNvSpPr txBox="1"/>
              <p:nvPr/>
            </p:nvSpPr>
            <p:spPr>
              <a:xfrm>
                <a:off x="3177893" y="1027906"/>
                <a:ext cx="5836213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CH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646189-333E-98D6-3C1F-2D85C9A1E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893" y="1027906"/>
                <a:ext cx="5836213" cy="894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2D82BB-4EF8-2351-3A42-211D698F83EE}"/>
                  </a:ext>
                </a:extLst>
              </p:cNvPr>
              <p:cNvSpPr txBox="1"/>
              <p:nvPr/>
            </p:nvSpPr>
            <p:spPr>
              <a:xfrm>
                <a:off x="4527079" y="2061986"/>
                <a:ext cx="31949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.5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2D82BB-4EF8-2351-3A42-211D698F8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079" y="2061986"/>
                <a:ext cx="3194990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81E10E-C1DC-C448-7194-8276B3BDC826}"/>
                  </a:ext>
                </a:extLst>
              </p:cNvPr>
              <p:cNvSpPr txBox="1"/>
              <p:nvPr/>
            </p:nvSpPr>
            <p:spPr>
              <a:xfrm>
                <a:off x="4099726" y="2450368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381E10E-C1DC-C448-7194-8276B3BDC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6" y="2450368"/>
                <a:ext cx="3824217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2D5FDB-73ED-9811-6427-5E156FE482A1}"/>
                  </a:ext>
                </a:extLst>
              </p:cNvPr>
              <p:cNvSpPr txBox="1"/>
              <p:nvPr/>
            </p:nvSpPr>
            <p:spPr>
              <a:xfrm>
                <a:off x="4099725" y="2914740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2D5FDB-73ED-9811-6427-5E156FE48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5" y="2914740"/>
                <a:ext cx="3824217" cy="369332"/>
              </a:xfrm>
              <a:prstGeom prst="rect">
                <a:avLst/>
              </a:prstGeom>
              <a:blipFill>
                <a:blip r:embed="rId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166D63-5492-B2E7-B702-83FDEF632274}"/>
                  </a:ext>
                </a:extLst>
              </p:cNvPr>
              <p:cNvSpPr txBox="1"/>
              <p:nvPr/>
            </p:nvSpPr>
            <p:spPr>
              <a:xfrm>
                <a:off x="4099725" y="3377735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1.0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40   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166D63-5492-B2E7-B702-83FDEF632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5" y="3377735"/>
                <a:ext cx="3824217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4957F6-490C-364E-47C5-44A81BE8BCFA}"/>
                  </a:ext>
                </a:extLst>
              </p:cNvPr>
              <p:cNvSpPr txBox="1"/>
              <p:nvPr/>
            </p:nvSpPr>
            <p:spPr>
              <a:xfrm>
                <a:off x="4099725" y="3842072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4.0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250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A4957F6-490C-364E-47C5-44A81BE8B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5" y="3842072"/>
                <a:ext cx="3824217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8350F9-9D8B-17BA-76D8-F8FCCF477D19}"/>
                  </a:ext>
                </a:extLst>
              </p:cNvPr>
              <p:cNvSpPr txBox="1"/>
              <p:nvPr/>
            </p:nvSpPr>
            <p:spPr>
              <a:xfrm>
                <a:off x="4099725" y="4301509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2.0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120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8350F9-9D8B-17BA-76D8-F8FCCF477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5" y="4301509"/>
                <a:ext cx="3824217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1E2F90-6316-0D6B-99A9-3852C4AF1B06}"/>
                  </a:ext>
                </a:extLst>
              </p:cNvPr>
              <p:cNvSpPr txBox="1"/>
              <p:nvPr/>
            </p:nvSpPr>
            <p:spPr>
              <a:xfrm>
                <a:off x="4099724" y="5225756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175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1E2F90-6316-0D6B-99A9-3852C4AF1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4" y="5225756"/>
                <a:ext cx="3824217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8A898F-3A79-3C7E-34FB-6A255836622B}"/>
                  </a:ext>
                </a:extLst>
              </p:cNvPr>
              <p:cNvSpPr txBox="1"/>
              <p:nvPr/>
            </p:nvSpPr>
            <p:spPr>
              <a:xfrm>
                <a:off x="4099723" y="5688108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3.0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210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8A898F-3A79-3C7E-34FB-6A255836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3" y="5688108"/>
                <a:ext cx="3824217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5EDC61C-3644-651E-6874-881A0EE86194}"/>
                  </a:ext>
                </a:extLst>
              </p:cNvPr>
              <p:cNvSpPr txBox="1"/>
              <p:nvPr/>
            </p:nvSpPr>
            <p:spPr>
              <a:xfrm>
                <a:off x="4198858" y="6151103"/>
                <a:ext cx="47508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80   </m:t>
                              </m:r>
                              <m:r>
                                <a:rPr lang="de-CH" sz="18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de-CH" sz="1800" b="0" i="1" smtClean="0">
                          <a:latin typeface="Cambria Math" panose="02040503050406030204" pitchFamily="18" charset="0"/>
                        </a:rPr>
                        <m:t>6216.15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5EDC61C-3644-651E-6874-881A0EE86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8858" y="6151103"/>
                <a:ext cx="4750850" cy="369332"/>
              </a:xfrm>
              <a:prstGeom prst="rect">
                <a:avLst/>
              </a:prstGeom>
              <a:blipFill>
                <a:blip r:embed="rId11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6CB7B5-E490-5345-B760-3042AF1B8568}"/>
                  </a:ext>
                </a:extLst>
              </p:cNvPr>
              <p:cNvSpPr txBox="1"/>
              <p:nvPr/>
            </p:nvSpPr>
            <p:spPr>
              <a:xfrm>
                <a:off x="4099724" y="4760946"/>
                <a:ext cx="38242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4.5</m:t>
                          </m:r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de-CH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CH" sz="1800" b="0" i="1" smtClean="0">
                                  <a:latin typeface="Cambria Math" panose="02040503050406030204" pitchFamily="18" charset="0"/>
                                </a:rPr>
                                <m:t>0.38</m:t>
                              </m:r>
                              <m:r>
                                <a:rPr lang="de-CH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CH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B6CB7B5-E490-5345-B760-3042AF1B8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724" y="4760946"/>
                <a:ext cx="3824217" cy="369332"/>
              </a:xfrm>
              <a:prstGeom prst="rect">
                <a:avLst/>
              </a:prstGeom>
              <a:blipFill>
                <a:blip r:embed="rId12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84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494EA9-C4F0-7B51-6F28-F3783E3705B2}"/>
              </a:ext>
            </a:extLst>
          </p:cNvPr>
          <p:cNvSpPr txBox="1"/>
          <p:nvPr/>
        </p:nvSpPr>
        <p:spPr>
          <a:xfrm>
            <a:off x="1305583" y="2602664"/>
            <a:ext cx="95808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32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By adjusting the slope and y-intercept, the sum of squared errors can be minimised. However, how can this be achieved efficiently, without testing every possible combination?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DDFE30-97C6-F1D7-33C2-0E98FEAF061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How to Find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 the Line of Best Fit</a:t>
            </a:r>
          </a:p>
        </p:txBody>
      </p:sp>
    </p:spTree>
    <p:extLst>
      <p:ext uri="{BB962C8B-B14F-4D97-AF65-F5344CB8AC3E}">
        <p14:creationId xmlns:p14="http://schemas.microsoft.com/office/powerpoint/2010/main" val="2914477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4BCC-8B29-1312-E549-6591BC88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EABE-9EFB-1451-0DA9-9AA7042481E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Introduction to Gradient Descent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9DA272-54AD-97D5-77D5-04F85D1C8182}"/>
                  </a:ext>
                </a:extLst>
              </p:cNvPr>
              <p:cNvSpPr txBox="1"/>
              <p:nvPr/>
            </p:nvSpPr>
            <p:spPr>
              <a:xfrm>
                <a:off x="5272638" y="1633287"/>
                <a:ext cx="6492009" cy="3724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200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Optimising for the Best Regression Line</a:t>
                </a: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Gradient descent adjusts the parameters in small steps based on a loss function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with SSE.</a:t>
                </a: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 </a:t>
                </a:r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best</a:t>
                </a: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regression line </a:t>
                </a:r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parameters</a:t>
                </a: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are found where the </a:t>
                </a:r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loss function </a:t>
                </a: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reaches its </a:t>
                </a:r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lowest</a:t>
                </a: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value</a:t>
                </a: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This optimum can be visualised as the minimum point on a curve or plane. However, approximating it is complex because it involves partial derivatives.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9DA272-54AD-97D5-77D5-04F85D1C8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638" y="1633287"/>
                <a:ext cx="6492009" cy="3724096"/>
              </a:xfrm>
              <a:prstGeom prst="rect">
                <a:avLst/>
              </a:prstGeom>
              <a:blipFill>
                <a:blip r:embed="rId3"/>
                <a:stretch>
                  <a:fillRect t="-1146" b="-14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51CA8-2D3E-BF14-8B53-2350D2A2195A}"/>
                  </a:ext>
                </a:extLst>
              </p:cNvPr>
              <p:cNvSpPr txBox="1"/>
              <p:nvPr/>
            </p:nvSpPr>
            <p:spPr>
              <a:xfrm>
                <a:off x="6898839" y="2937388"/>
                <a:ext cx="3239605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de-CH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de-CH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de-CH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0351CA8-2D3E-BF14-8B53-2350D2A21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839" y="2937388"/>
                <a:ext cx="3239605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 descr="Plot">
            <a:extLst>
              <a:ext uri="{FF2B5EF4-FFF2-40B4-BE49-F238E27FC236}">
                <a16:creationId xmlns:a16="http://schemas.microsoft.com/office/drawing/2014/main" id="{43E1E42F-6C13-B298-6B72-FA98DADED7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0" t="4581" r="12285" b="7187"/>
          <a:stretch/>
        </p:blipFill>
        <p:spPr bwMode="auto">
          <a:xfrm>
            <a:off x="333333" y="1386971"/>
            <a:ext cx="4528458" cy="476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89D02F-96FC-5252-4C58-A60C650633D3}"/>
                  </a:ext>
                </a:extLst>
              </p:cNvPr>
              <p:cNvSpPr txBox="1"/>
              <p:nvPr/>
            </p:nvSpPr>
            <p:spPr>
              <a:xfrm>
                <a:off x="8757467" y="5446304"/>
                <a:ext cx="2413609" cy="58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𝑠𝑙𝑜𝑝𝑒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89D02F-96FC-5252-4C58-A60C65063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467" y="5446304"/>
                <a:ext cx="2413609" cy="5852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225643-D100-1FCB-D72D-82C8C4AE9A5B}"/>
                  </a:ext>
                </a:extLst>
              </p:cNvPr>
              <p:cNvSpPr txBox="1"/>
              <p:nvPr/>
            </p:nvSpPr>
            <p:spPr>
              <a:xfrm>
                <a:off x="5498712" y="5446304"/>
                <a:ext cx="2800254" cy="585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𝑖𝑛𝑡𝑒𝑟𝑐𝑒𝑝𝑡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de-CH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225643-D100-1FCB-D72D-82C8C4AE9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712" y="5446304"/>
                <a:ext cx="2800254" cy="585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34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9335-E8BF-016B-7047-B963C8999E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Introduction to Gradient Descent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12891E-449F-2E92-B850-32CBF6772E4B}"/>
                  </a:ext>
                </a:extLst>
              </p:cNvPr>
              <p:cNvSpPr txBox="1"/>
              <p:nvPr/>
            </p:nvSpPr>
            <p:spPr>
              <a:xfrm>
                <a:off x="1319007" y="1584199"/>
                <a:ext cx="4018280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CH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e-CH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b>
                                    <m:sSubPr>
                                      <m:ctrlPr>
                                        <a:rPr lang="de-CH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CH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de-CH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de-CH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CH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12891E-449F-2E92-B850-32CBF6772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007" y="1584199"/>
                <a:ext cx="4018280" cy="894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7139644-F2C8-A31C-7196-0485D6312940}"/>
              </a:ext>
            </a:extLst>
          </p:cNvPr>
          <p:cNvGrpSpPr/>
          <p:nvPr/>
        </p:nvGrpSpPr>
        <p:grpSpPr>
          <a:xfrm>
            <a:off x="996158" y="2395253"/>
            <a:ext cx="4663978" cy="2917462"/>
            <a:chOff x="932150" y="1607283"/>
            <a:chExt cx="7620000" cy="467957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F09F8C0-4FC6-3D8B-8B42-3A494E664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2150" y="1607283"/>
              <a:ext cx="0" cy="46795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8ECDACF-2C8D-2FD9-1A53-8F635F2CBA81}"/>
                </a:ext>
              </a:extLst>
            </p:cNvPr>
            <p:cNvCxnSpPr>
              <a:cxnSpLocks/>
            </p:cNvCxnSpPr>
            <p:nvPr/>
          </p:nvCxnSpPr>
          <p:spPr>
            <a:xfrm>
              <a:off x="932150" y="6286859"/>
              <a:ext cx="762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7D06E0-90BE-E1D9-97ED-CCE21475BD97}"/>
                  </a:ext>
                </a:extLst>
              </p:cNvPr>
              <p:cNvSpPr txBox="1"/>
              <p:nvPr/>
            </p:nvSpPr>
            <p:spPr>
              <a:xfrm>
                <a:off x="5660136" y="5027018"/>
                <a:ext cx="532452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67D06E0-90BE-E1D9-97ED-CCE21475B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136" y="5027018"/>
                <a:ext cx="532452" cy="461665"/>
              </a:xfrm>
              <a:prstGeom prst="rect">
                <a:avLst/>
              </a:prstGeom>
              <a:blipFill>
                <a:blip r:embed="rId4"/>
                <a:stretch>
                  <a:fillRect t="-12000" r="-16092" b="-29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23AE4E-A21F-EA29-A449-50CA50EB9FCB}"/>
                  </a:ext>
                </a:extLst>
              </p:cNvPr>
              <p:cNvSpPr txBox="1"/>
              <p:nvPr/>
            </p:nvSpPr>
            <p:spPr>
              <a:xfrm>
                <a:off x="838200" y="1933587"/>
                <a:ext cx="414144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23AE4E-A21F-EA29-A449-50CA50EB9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33587"/>
                <a:ext cx="414144" cy="461665"/>
              </a:xfrm>
              <a:prstGeom prst="rect">
                <a:avLst/>
              </a:prstGeom>
              <a:blipFill>
                <a:blip r:embed="rId5"/>
                <a:stretch>
                  <a:fillRect l="-7463" t="-10526" r="-25373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14E1F6-B5A3-B740-70FC-B8F4D0B50C06}"/>
                  </a:ext>
                </a:extLst>
              </p:cNvPr>
              <p:cNvSpPr txBox="1"/>
              <p:nvPr/>
            </p:nvSpPr>
            <p:spPr>
              <a:xfrm>
                <a:off x="5926134" y="1984726"/>
                <a:ext cx="5915902" cy="261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GB" sz="2000" dirty="0">
                    <a:solidFill>
                      <a:schemeClr val="accent6">
                        <a:lumMod val="75000"/>
                      </a:scheme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Optimising for the Best Regression Line</a:t>
                </a: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This can be simplified by solely looking at adjustments for the slope </a:t>
                </a:r>
                <a14:m>
                  <m:oMath xmlns:m="http://schemas.openxmlformats.org/officeDocument/2006/math">
                    <m:r>
                      <a:rPr lang="de-CH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of the regression line.</a:t>
                </a: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 </a:t>
                </a:r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lowest point </a:t>
                </a: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of the curve achieves </a:t>
                </a:r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the best value </a:t>
                </a:r>
                <a14:m>
                  <m:oMath xmlns:m="http://schemas.openxmlformats.org/officeDocument/2006/math">
                    <m:r>
                      <a:rPr lang="de-CH" b="1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en-GB" b="1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for minimising the loss function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algn="ctr">
                  <a:defRPr/>
                </a:pPr>
                <a:endParaRPr lang="en-GB" dirty="0">
                  <a:solidFill>
                    <a:prstClr val="black"/>
                  </a:solidFill>
                  <a:latin typeface="Bahnschrift" panose="020B0502040204020203" pitchFamily="34" charset="0"/>
                  <a:cs typeface="Times New Roman" panose="02020603050405020304" pitchFamily="18" charset="0"/>
                </a:endParaRPr>
              </a:p>
              <a:p>
                <a:pPr lvl="0" algn="ctr">
                  <a:defRPr/>
                </a:pPr>
                <a:r>
                  <a:rPr lang="en-GB" dirty="0">
                    <a:solidFill>
                      <a:prstClr val="black"/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Here, the derivative of the curve is exactly zero.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14E1F6-B5A3-B740-70FC-B8F4D0B50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134" y="1984726"/>
                <a:ext cx="5915902" cy="2616101"/>
              </a:xfrm>
              <a:prstGeom prst="rect">
                <a:avLst/>
              </a:prstGeom>
              <a:blipFill>
                <a:blip r:embed="rId6"/>
                <a:stretch>
                  <a:fillRect l="-412" t="-1632" r="-1339" b="-25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c 15">
            <a:extLst>
              <a:ext uri="{FF2B5EF4-FFF2-40B4-BE49-F238E27FC236}">
                <a16:creationId xmlns:a16="http://schemas.microsoft.com/office/drawing/2014/main" id="{8E0DBE06-3A35-3199-53A3-092F7142AD96}"/>
              </a:ext>
            </a:extLst>
          </p:cNvPr>
          <p:cNvSpPr/>
          <p:nvPr/>
        </p:nvSpPr>
        <p:spPr>
          <a:xfrm rot="5400000">
            <a:off x="962628" y="624139"/>
            <a:ext cx="4731036" cy="4294183"/>
          </a:xfrm>
          <a:prstGeom prst="arc">
            <a:avLst>
              <a:gd name="adj1" fmla="val 16200000"/>
              <a:gd name="adj2" fmla="val 5482259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165727-4112-9962-DA4B-800DDA554EB4}"/>
              </a:ext>
            </a:extLst>
          </p:cNvPr>
          <p:cNvSpPr/>
          <p:nvPr/>
        </p:nvSpPr>
        <p:spPr>
          <a:xfrm>
            <a:off x="1181054" y="2857500"/>
            <a:ext cx="355600" cy="3556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686833-B3C3-AE25-A283-58507F78B097}"/>
              </a:ext>
            </a:extLst>
          </p:cNvPr>
          <p:cNvSpPr/>
          <p:nvPr/>
        </p:nvSpPr>
        <p:spPr>
          <a:xfrm>
            <a:off x="1385506" y="3639155"/>
            <a:ext cx="302295" cy="30229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672BE66-FA9A-FB25-25A0-02C96F5BD24A}"/>
              </a:ext>
            </a:extLst>
          </p:cNvPr>
          <p:cNvSpPr/>
          <p:nvPr/>
        </p:nvSpPr>
        <p:spPr>
          <a:xfrm>
            <a:off x="1821541" y="4323281"/>
            <a:ext cx="230185" cy="23018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E33892-B10C-6523-80E0-230244E1E9F4}"/>
              </a:ext>
            </a:extLst>
          </p:cNvPr>
          <p:cNvCxnSpPr>
            <a:cxnSpLocks/>
          </p:cNvCxnSpPr>
          <p:nvPr/>
        </p:nvCxnSpPr>
        <p:spPr>
          <a:xfrm>
            <a:off x="1339013" y="3292777"/>
            <a:ext cx="72773" cy="27592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FE0E24-AD1F-9912-222B-1297DB59A81E}"/>
              </a:ext>
            </a:extLst>
          </p:cNvPr>
          <p:cNvCxnSpPr>
            <a:cxnSpLocks/>
          </p:cNvCxnSpPr>
          <p:nvPr/>
        </p:nvCxnSpPr>
        <p:spPr>
          <a:xfrm>
            <a:off x="1631950" y="4011905"/>
            <a:ext cx="189591" cy="31137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B129055-E29E-19EB-98B9-6E99C7C78961}"/>
              </a:ext>
            </a:extLst>
          </p:cNvPr>
          <p:cNvCxnSpPr>
            <a:cxnSpLocks/>
          </p:cNvCxnSpPr>
          <p:nvPr/>
        </p:nvCxnSpPr>
        <p:spPr>
          <a:xfrm>
            <a:off x="2051726" y="4553466"/>
            <a:ext cx="246974" cy="2036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49556BC-F9D3-91C9-DA02-E1DC9E748052}"/>
              </a:ext>
            </a:extLst>
          </p:cNvPr>
          <p:cNvSpPr/>
          <p:nvPr/>
        </p:nvSpPr>
        <p:spPr>
          <a:xfrm>
            <a:off x="3261823" y="5071053"/>
            <a:ext cx="131390" cy="131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835DBC-4FA4-4C13-7E90-544C083C44B2}"/>
                  </a:ext>
                </a:extLst>
              </p:cNvPr>
              <p:cNvSpPr txBox="1"/>
              <p:nvPr/>
            </p:nvSpPr>
            <p:spPr>
              <a:xfrm>
                <a:off x="7986211" y="4757124"/>
                <a:ext cx="19421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CH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de-CH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de-CH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32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de-CH" sz="3200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835DBC-4FA4-4C13-7E90-544C083C4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211" y="4757124"/>
                <a:ext cx="194219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B13C89-6378-39D2-A1F0-6C85F0DC7990}"/>
              </a:ext>
            </a:extLst>
          </p:cNvPr>
          <p:cNvCxnSpPr>
            <a:cxnSpLocks/>
          </p:cNvCxnSpPr>
          <p:nvPr/>
        </p:nvCxnSpPr>
        <p:spPr>
          <a:xfrm>
            <a:off x="2628854" y="5136749"/>
            <a:ext cx="1428796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46C38F-6E9D-4F92-B6E2-7356D42014EF}"/>
              </a:ext>
            </a:extLst>
          </p:cNvPr>
          <p:cNvCxnSpPr>
            <a:cxnSpLocks/>
          </p:cNvCxnSpPr>
          <p:nvPr/>
        </p:nvCxnSpPr>
        <p:spPr>
          <a:xfrm>
            <a:off x="1631950" y="4337662"/>
            <a:ext cx="453736" cy="43160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8B5D7A1-DC46-42E7-4D07-E3674C61C8F5}"/>
              </a:ext>
            </a:extLst>
          </p:cNvPr>
          <p:cNvCxnSpPr>
            <a:cxnSpLocks/>
          </p:cNvCxnSpPr>
          <p:nvPr/>
        </p:nvCxnSpPr>
        <p:spPr>
          <a:xfrm>
            <a:off x="1226540" y="3607992"/>
            <a:ext cx="310113" cy="551799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4796A5-239E-7289-EAF2-F88F0B197F4A}"/>
              </a:ext>
            </a:extLst>
          </p:cNvPr>
          <p:cNvCxnSpPr>
            <a:cxnSpLocks/>
          </p:cNvCxnSpPr>
          <p:nvPr/>
        </p:nvCxnSpPr>
        <p:spPr>
          <a:xfrm>
            <a:off x="1102075" y="2774163"/>
            <a:ext cx="78979" cy="61180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127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619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CCB0-C8CA-B149-1616-DADC60F28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4834"/>
            <a:ext cx="9144000" cy="1106320"/>
          </a:xfrm>
        </p:spPr>
        <p:txBody>
          <a:bodyPr anchor="ctr">
            <a:normAutofit fontScale="90000"/>
          </a:bodyPr>
          <a:lstStyle/>
          <a:p>
            <a:r>
              <a:rPr lang="en-GB" dirty="0"/>
              <a:t>Decision</a:t>
            </a:r>
            <a:r>
              <a:rPr lang="de-CH" dirty="0"/>
              <a:t> </a:t>
            </a:r>
            <a:r>
              <a:rPr lang="en-GB" dirty="0"/>
              <a:t>Tree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9EF7A-4C69-79D9-444A-D25DF7D6E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1831"/>
            <a:ext cx="9144000" cy="1655762"/>
          </a:xfrm>
        </p:spPr>
        <p:txBody>
          <a:bodyPr/>
          <a:lstStyle/>
          <a:p>
            <a:r>
              <a:rPr lang="de-CH" dirty="0"/>
              <a:t>Chapter 2.2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931628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65D30-D040-9840-8F17-AD5016C670EE}"/>
              </a:ext>
            </a:extLst>
          </p:cNvPr>
          <p:cNvSpPr txBox="1"/>
          <p:nvPr/>
        </p:nvSpPr>
        <p:spPr>
          <a:xfrm>
            <a:off x="427703" y="2459504"/>
            <a:ext cx="113365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Decision Tree 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kumimoji="0" lang="en-GB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lassification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a supervised learning algorithm where a computer system constructs a 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tree-like model 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classify data.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272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7C51-3D0F-2B42-41EC-49ABE9D2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Decision Trees</a:t>
            </a:r>
          </a:p>
        </p:txBody>
      </p:sp>
      <p:pic>
        <p:nvPicPr>
          <p:cNvPr id="5" name="Graphic 4" descr="Withering Tree outline">
            <a:extLst>
              <a:ext uri="{FF2B5EF4-FFF2-40B4-BE49-F238E27FC236}">
                <a16:creationId xmlns:a16="http://schemas.microsoft.com/office/drawing/2014/main" id="{9CF7E0AE-6239-3631-BD21-99BC290BC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2666" y="1566208"/>
            <a:ext cx="4926667" cy="492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05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7C51-3D0F-2B42-41EC-49ABE9D2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Decision Trees</a:t>
            </a:r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CDDF5D39-3581-AAC3-6D08-C68F45BC591D}"/>
              </a:ext>
            </a:extLst>
          </p:cNvPr>
          <p:cNvSpPr/>
          <p:nvPr/>
        </p:nvSpPr>
        <p:spPr>
          <a:xfrm>
            <a:off x="5743036" y="1844380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305EF38C-90EE-5691-851D-526CB1ABC353}"/>
              </a:ext>
            </a:extLst>
          </p:cNvPr>
          <p:cNvSpPr/>
          <p:nvPr/>
        </p:nvSpPr>
        <p:spPr>
          <a:xfrm>
            <a:off x="6788106" y="3357723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BA0AD1AA-E4B8-089C-18FC-AD3E54B08414}"/>
              </a:ext>
            </a:extLst>
          </p:cNvPr>
          <p:cNvSpPr/>
          <p:nvPr/>
        </p:nvSpPr>
        <p:spPr>
          <a:xfrm>
            <a:off x="4697968" y="3357723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30EE4C14-9AED-87CD-F605-DAC5AE3F53F5}"/>
              </a:ext>
            </a:extLst>
          </p:cNvPr>
          <p:cNvSpPr/>
          <p:nvPr/>
        </p:nvSpPr>
        <p:spPr>
          <a:xfrm>
            <a:off x="5743036" y="5133550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4E5F718E-367D-0935-99CA-46054BB755E2}"/>
              </a:ext>
            </a:extLst>
          </p:cNvPr>
          <p:cNvSpPr/>
          <p:nvPr/>
        </p:nvSpPr>
        <p:spPr>
          <a:xfrm>
            <a:off x="3523076" y="5132638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A198713-0340-1EB2-4E0D-04D8DF7F814F}"/>
              </a:ext>
            </a:extLst>
          </p:cNvPr>
          <p:cNvCxnSpPr>
            <a:cxnSpLocks/>
            <a:stCxn id="52" idx="3"/>
            <a:endCxn id="54" idx="0"/>
          </p:cNvCxnSpPr>
          <p:nvPr/>
        </p:nvCxnSpPr>
        <p:spPr>
          <a:xfrm flipH="1">
            <a:off x="5145855" y="2608971"/>
            <a:ext cx="728364" cy="748752"/>
          </a:xfrm>
          <a:prstGeom prst="straightConnector1">
            <a:avLst/>
          </a:prstGeom>
          <a:noFill/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68FDC77-D0B7-097C-6DE5-ECB6C92BA83F}"/>
              </a:ext>
            </a:extLst>
          </p:cNvPr>
          <p:cNvCxnSpPr>
            <a:cxnSpLocks/>
            <a:stCxn id="52" idx="5"/>
            <a:endCxn id="53" idx="0"/>
          </p:cNvCxnSpPr>
          <p:nvPr/>
        </p:nvCxnSpPr>
        <p:spPr>
          <a:xfrm>
            <a:off x="6507627" y="2608971"/>
            <a:ext cx="728367" cy="748752"/>
          </a:xfrm>
          <a:prstGeom prst="straightConnector1">
            <a:avLst/>
          </a:prstGeom>
          <a:noFill/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91573D5-A5D4-D65C-D992-7FAB187A4F91}"/>
              </a:ext>
            </a:extLst>
          </p:cNvPr>
          <p:cNvCxnSpPr>
            <a:cxnSpLocks/>
            <a:stCxn id="54" idx="5"/>
            <a:endCxn id="55" idx="0"/>
          </p:cNvCxnSpPr>
          <p:nvPr/>
        </p:nvCxnSpPr>
        <p:spPr>
          <a:xfrm>
            <a:off x="5462559" y="4122313"/>
            <a:ext cx="728364" cy="1011237"/>
          </a:xfrm>
          <a:prstGeom prst="straightConnector1">
            <a:avLst/>
          </a:prstGeom>
          <a:noFill/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81D41ED-0B66-8655-0565-6D71EEA5179A}"/>
              </a:ext>
            </a:extLst>
          </p:cNvPr>
          <p:cNvCxnSpPr>
            <a:cxnSpLocks/>
            <a:stCxn id="54" idx="3"/>
            <a:endCxn id="56" idx="0"/>
          </p:cNvCxnSpPr>
          <p:nvPr/>
        </p:nvCxnSpPr>
        <p:spPr>
          <a:xfrm flipH="1">
            <a:off x="3970963" y="4122313"/>
            <a:ext cx="858188" cy="1010325"/>
          </a:xfrm>
          <a:prstGeom prst="straightConnector1">
            <a:avLst/>
          </a:prstGeom>
          <a:noFill/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381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7C51-3D0F-2B42-41EC-49ABE9D2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Decision Trees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47AAC53-58EF-5A61-0C58-2C5113D3CF78}"/>
              </a:ext>
            </a:extLst>
          </p:cNvPr>
          <p:cNvSpPr/>
          <p:nvPr/>
        </p:nvSpPr>
        <p:spPr>
          <a:xfrm>
            <a:off x="5743036" y="1844380"/>
            <a:ext cx="895775" cy="895775"/>
          </a:xfrm>
          <a:prstGeom prst="flowChartConnector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877A4B52-9C73-E3EA-EA69-3C2813DF3342}"/>
              </a:ext>
            </a:extLst>
          </p:cNvPr>
          <p:cNvSpPr/>
          <p:nvPr/>
        </p:nvSpPr>
        <p:spPr>
          <a:xfrm>
            <a:off x="6788106" y="3357723"/>
            <a:ext cx="895775" cy="895775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9E07F06-5623-5D07-3092-95AB4823748C}"/>
              </a:ext>
            </a:extLst>
          </p:cNvPr>
          <p:cNvSpPr/>
          <p:nvPr/>
        </p:nvSpPr>
        <p:spPr>
          <a:xfrm>
            <a:off x="4697968" y="3357723"/>
            <a:ext cx="895775" cy="895775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0034AAC-F81F-91A2-C8DD-C5F3E98D485D}"/>
              </a:ext>
            </a:extLst>
          </p:cNvPr>
          <p:cNvSpPr/>
          <p:nvPr/>
        </p:nvSpPr>
        <p:spPr>
          <a:xfrm>
            <a:off x="5743036" y="5133550"/>
            <a:ext cx="895775" cy="895775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A1BA264-45F0-00FE-F79C-17C847984F81}"/>
              </a:ext>
            </a:extLst>
          </p:cNvPr>
          <p:cNvSpPr/>
          <p:nvPr/>
        </p:nvSpPr>
        <p:spPr>
          <a:xfrm>
            <a:off x="3523076" y="5132638"/>
            <a:ext cx="895775" cy="895775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AA5B4AB-E0BB-0BAD-DDC9-7AFAC064B208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145855" y="2608971"/>
            <a:ext cx="728364" cy="74875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59EA85-F50C-17DE-0D4F-1E297FAAAFBE}"/>
              </a:ext>
            </a:extLst>
          </p:cNvPr>
          <p:cNvCxnSpPr>
            <a:cxnSpLocks/>
            <a:stCxn id="10" idx="5"/>
            <a:endCxn id="12" idx="0"/>
          </p:cNvCxnSpPr>
          <p:nvPr/>
        </p:nvCxnSpPr>
        <p:spPr>
          <a:xfrm>
            <a:off x="6507627" y="2608971"/>
            <a:ext cx="728367" cy="74875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E424B8-3725-5D8C-453E-71EF26633E05}"/>
              </a:ext>
            </a:extLst>
          </p:cNvPr>
          <p:cNvCxnSpPr>
            <a:cxnSpLocks/>
            <a:stCxn id="13" idx="5"/>
            <a:endCxn id="15" idx="0"/>
          </p:cNvCxnSpPr>
          <p:nvPr/>
        </p:nvCxnSpPr>
        <p:spPr>
          <a:xfrm>
            <a:off x="5462559" y="4122313"/>
            <a:ext cx="728364" cy="101123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FC6FED-FB3D-AC78-B770-1015D90BAF89}"/>
              </a:ext>
            </a:extLst>
          </p:cNvPr>
          <p:cNvCxnSpPr>
            <a:cxnSpLocks/>
            <a:stCxn id="13" idx="3"/>
            <a:endCxn id="16" idx="0"/>
          </p:cNvCxnSpPr>
          <p:nvPr/>
        </p:nvCxnSpPr>
        <p:spPr>
          <a:xfrm flipH="1">
            <a:off x="3970963" y="4122313"/>
            <a:ext cx="858188" cy="101032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098F5916-548E-FEC2-7EB7-5BD6F825D7FC}"/>
              </a:ext>
            </a:extLst>
          </p:cNvPr>
          <p:cNvSpPr/>
          <p:nvPr/>
        </p:nvSpPr>
        <p:spPr>
          <a:xfrm>
            <a:off x="8325582" y="1844380"/>
            <a:ext cx="381000" cy="4184033"/>
          </a:xfrm>
          <a:prstGeom prst="rightBrace">
            <a:avLst>
              <a:gd name="adj1" fmla="val 113333"/>
              <a:gd name="adj2" fmla="val 48179"/>
            </a:avLst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405251-ADF8-130E-F9A4-F9BBED911BA6}"/>
              </a:ext>
            </a:extLst>
          </p:cNvPr>
          <p:cNvSpPr txBox="1"/>
          <p:nvPr/>
        </p:nvSpPr>
        <p:spPr>
          <a:xfrm>
            <a:off x="8516082" y="3620943"/>
            <a:ext cx="1589943" cy="3693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3 layers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668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7C51-3D0F-2B42-41EC-49ABE9D2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Decision Trees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81AFF0F-5915-613D-7328-846CD7B96D23}"/>
              </a:ext>
            </a:extLst>
          </p:cNvPr>
          <p:cNvSpPr/>
          <p:nvPr/>
        </p:nvSpPr>
        <p:spPr>
          <a:xfrm>
            <a:off x="5743037" y="1844380"/>
            <a:ext cx="895775" cy="895775"/>
          </a:xfrm>
          <a:prstGeom prst="flowChartConnector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E698BF3-77A9-E1FF-A645-23DA05F7B5DC}"/>
              </a:ext>
            </a:extLst>
          </p:cNvPr>
          <p:cNvSpPr/>
          <p:nvPr/>
        </p:nvSpPr>
        <p:spPr>
          <a:xfrm>
            <a:off x="6788108" y="3357723"/>
            <a:ext cx="895775" cy="895775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6C12AA2-1652-8B84-A647-CB814A2C83F0}"/>
              </a:ext>
            </a:extLst>
          </p:cNvPr>
          <p:cNvSpPr/>
          <p:nvPr/>
        </p:nvSpPr>
        <p:spPr>
          <a:xfrm>
            <a:off x="4697969" y="3357723"/>
            <a:ext cx="895775" cy="895775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8DC19E9-D537-D901-9B5D-795FBA6E44BE}"/>
              </a:ext>
            </a:extLst>
          </p:cNvPr>
          <p:cNvSpPr/>
          <p:nvPr/>
        </p:nvSpPr>
        <p:spPr>
          <a:xfrm>
            <a:off x="5743037" y="5133550"/>
            <a:ext cx="895775" cy="895775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E441E82-EA4D-0C2B-24FB-AE1D2AE481A6}"/>
              </a:ext>
            </a:extLst>
          </p:cNvPr>
          <p:cNvSpPr/>
          <p:nvPr/>
        </p:nvSpPr>
        <p:spPr>
          <a:xfrm>
            <a:off x="3523077" y="5132638"/>
            <a:ext cx="895775" cy="895775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54538D-A6CE-D454-F612-1334D34A223F}"/>
              </a:ext>
            </a:extLst>
          </p:cNvPr>
          <p:cNvCxnSpPr>
            <a:cxnSpLocks/>
            <a:stCxn id="3" idx="3"/>
            <a:endCxn id="6" idx="0"/>
          </p:cNvCxnSpPr>
          <p:nvPr/>
        </p:nvCxnSpPr>
        <p:spPr>
          <a:xfrm flipH="1">
            <a:off x="5145856" y="2608971"/>
            <a:ext cx="728364" cy="74875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7A0C23-FB39-0C9D-8FF3-E1BB9FEBCA54}"/>
              </a:ext>
            </a:extLst>
          </p:cNvPr>
          <p:cNvCxnSpPr>
            <a:cxnSpLocks/>
            <a:stCxn id="3" idx="5"/>
            <a:endCxn id="4" idx="0"/>
          </p:cNvCxnSpPr>
          <p:nvPr/>
        </p:nvCxnSpPr>
        <p:spPr>
          <a:xfrm>
            <a:off x="6507628" y="2608971"/>
            <a:ext cx="728367" cy="74875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B00BAD-3495-879E-90EB-5947DA1D59DC}"/>
              </a:ext>
            </a:extLst>
          </p:cNvPr>
          <p:cNvCxnSpPr>
            <a:cxnSpLocks/>
            <a:stCxn id="6" idx="5"/>
            <a:endCxn id="7" idx="0"/>
          </p:cNvCxnSpPr>
          <p:nvPr/>
        </p:nvCxnSpPr>
        <p:spPr>
          <a:xfrm>
            <a:off x="5462560" y="4122313"/>
            <a:ext cx="728364" cy="101123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5D48FC-5BA4-6C2A-4DEA-2FD2323E6188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3970964" y="4122313"/>
            <a:ext cx="858189" cy="101032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242DC57-5EFF-5758-D43D-7F1FAEC9B805}"/>
              </a:ext>
            </a:extLst>
          </p:cNvPr>
          <p:cNvSpPr txBox="1"/>
          <p:nvPr/>
        </p:nvSpPr>
        <p:spPr>
          <a:xfrm>
            <a:off x="3171769" y="2107601"/>
            <a:ext cx="2494165" cy="369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root node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1F294-4155-00AF-D38F-F3B3ABF9FA7B}"/>
              </a:ext>
            </a:extLst>
          </p:cNvPr>
          <p:cNvSpPr txBox="1"/>
          <p:nvPr/>
        </p:nvSpPr>
        <p:spPr>
          <a:xfrm>
            <a:off x="1992733" y="3620943"/>
            <a:ext cx="2494165" cy="369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internal nodes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75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4FF7A-58D2-D7ED-320F-A1A1429D6CD0}"/>
              </a:ext>
            </a:extLst>
          </p:cNvPr>
          <p:cNvSpPr txBox="1"/>
          <p:nvPr/>
        </p:nvSpPr>
        <p:spPr>
          <a:xfrm>
            <a:off x="838200" y="5395858"/>
            <a:ext cx="2494165" cy="3693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leaf nodes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701B1D-E8A4-8480-48F4-AE915E505521}"/>
              </a:ext>
            </a:extLst>
          </p:cNvPr>
          <p:cNvSpPr txBox="1"/>
          <p:nvPr/>
        </p:nvSpPr>
        <p:spPr>
          <a:xfrm>
            <a:off x="9139631" y="3539608"/>
            <a:ext cx="2494165" cy="36933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branches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709C9C-528E-BFF4-493F-3DBA5A322BC7}"/>
              </a:ext>
            </a:extLst>
          </p:cNvPr>
          <p:cNvCxnSpPr>
            <a:cxnSpLocks/>
          </p:cNvCxnSpPr>
          <p:nvPr/>
        </p:nvCxnSpPr>
        <p:spPr>
          <a:xfrm flipH="1">
            <a:off x="6190924" y="3724275"/>
            <a:ext cx="3467426" cy="101522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5F6E7C-7C26-F398-274B-C68C0136E482}"/>
              </a:ext>
            </a:extLst>
          </p:cNvPr>
          <p:cNvCxnSpPr>
            <a:cxnSpLocks/>
          </p:cNvCxnSpPr>
          <p:nvPr/>
        </p:nvCxnSpPr>
        <p:spPr>
          <a:xfrm flipH="1" flipV="1">
            <a:off x="7068585" y="2983347"/>
            <a:ext cx="2589765" cy="74092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096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65D30-D040-9840-8F17-AD5016C670EE}"/>
              </a:ext>
            </a:extLst>
          </p:cNvPr>
          <p:cNvSpPr txBox="1"/>
          <p:nvPr/>
        </p:nvSpPr>
        <p:spPr>
          <a:xfrm>
            <a:off x="427703" y="2459504"/>
            <a:ext cx="113365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Decision tree classification is a supervised learning algorithm where a computer system constructs a tree-like model to 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classify data</a:t>
            </a:r>
            <a:r>
              <a:rPr kumimoji="0" lang="en-GB" sz="4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GB" sz="4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9497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7C51-3D0F-2B42-41EC-49ABE9D2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 You Allowed to Drive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81AFF0F-5915-613D-7328-846CD7B96D23}"/>
              </a:ext>
            </a:extLst>
          </p:cNvPr>
          <p:cNvSpPr/>
          <p:nvPr/>
        </p:nvSpPr>
        <p:spPr>
          <a:xfrm>
            <a:off x="5743037" y="1844380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Age?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E698BF3-77A9-E1FF-A645-23DA05F7B5DC}"/>
              </a:ext>
            </a:extLst>
          </p:cNvPr>
          <p:cNvSpPr/>
          <p:nvPr/>
        </p:nvSpPr>
        <p:spPr>
          <a:xfrm>
            <a:off x="6788108" y="3357723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6C12AA2-1652-8B84-A647-CB814A2C83F0}"/>
              </a:ext>
            </a:extLst>
          </p:cNvPr>
          <p:cNvSpPr/>
          <p:nvPr/>
        </p:nvSpPr>
        <p:spPr>
          <a:xfrm>
            <a:off x="4697969" y="3357723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Exam?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8DC19E9-D537-D901-9B5D-795FBA6E44BE}"/>
              </a:ext>
            </a:extLst>
          </p:cNvPr>
          <p:cNvSpPr/>
          <p:nvPr/>
        </p:nvSpPr>
        <p:spPr>
          <a:xfrm>
            <a:off x="5743037" y="5133550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E441E82-EA4D-0C2B-24FB-AE1D2AE481A6}"/>
              </a:ext>
            </a:extLst>
          </p:cNvPr>
          <p:cNvSpPr/>
          <p:nvPr/>
        </p:nvSpPr>
        <p:spPr>
          <a:xfrm>
            <a:off x="3523077" y="5132638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Yes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54538D-A6CE-D454-F612-1334D34A223F}"/>
              </a:ext>
            </a:extLst>
          </p:cNvPr>
          <p:cNvCxnSpPr>
            <a:cxnSpLocks/>
            <a:stCxn id="3" idx="3"/>
            <a:endCxn id="6" idx="0"/>
          </p:cNvCxnSpPr>
          <p:nvPr/>
        </p:nvCxnSpPr>
        <p:spPr>
          <a:xfrm flipH="1">
            <a:off x="5145856" y="2608971"/>
            <a:ext cx="728364" cy="74875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7A0C23-FB39-0C9D-8FF3-E1BB9FEBCA54}"/>
              </a:ext>
            </a:extLst>
          </p:cNvPr>
          <p:cNvCxnSpPr>
            <a:cxnSpLocks/>
            <a:stCxn id="3" idx="5"/>
            <a:endCxn id="4" idx="0"/>
          </p:cNvCxnSpPr>
          <p:nvPr/>
        </p:nvCxnSpPr>
        <p:spPr>
          <a:xfrm>
            <a:off x="6507628" y="2608971"/>
            <a:ext cx="728367" cy="74875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B00BAD-3495-879E-90EB-5947DA1D59DC}"/>
              </a:ext>
            </a:extLst>
          </p:cNvPr>
          <p:cNvCxnSpPr>
            <a:cxnSpLocks/>
            <a:stCxn id="6" idx="5"/>
            <a:endCxn id="7" idx="0"/>
          </p:cNvCxnSpPr>
          <p:nvPr/>
        </p:nvCxnSpPr>
        <p:spPr>
          <a:xfrm>
            <a:off x="5462560" y="4122313"/>
            <a:ext cx="728364" cy="101123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5D48FC-5BA4-6C2A-4DEA-2FD2323E6188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3970964" y="4122313"/>
            <a:ext cx="858189" cy="101032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579419-B9A9-0AF9-9A61-772DD1F1E6E8}"/>
              </a:ext>
            </a:extLst>
          </p:cNvPr>
          <p:cNvSpPr txBox="1"/>
          <p:nvPr/>
        </p:nvSpPr>
        <p:spPr>
          <a:xfrm>
            <a:off x="5546940" y="4358438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failed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48EF2-2862-558E-CD76-7C9621686DEE}"/>
              </a:ext>
            </a:extLst>
          </p:cNvPr>
          <p:cNvSpPr txBox="1"/>
          <p:nvPr/>
        </p:nvSpPr>
        <p:spPr>
          <a:xfrm>
            <a:off x="3326980" y="4358438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passed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53499-59E1-E60B-BE0D-F370432D69C2}"/>
              </a:ext>
            </a:extLst>
          </p:cNvPr>
          <p:cNvSpPr txBox="1"/>
          <p:nvPr/>
        </p:nvSpPr>
        <p:spPr>
          <a:xfrm>
            <a:off x="6597693" y="2719979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&lt;18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3DE1F-576F-52F7-E57B-1F288AD14965}"/>
              </a:ext>
            </a:extLst>
          </p:cNvPr>
          <p:cNvSpPr txBox="1"/>
          <p:nvPr/>
        </p:nvSpPr>
        <p:spPr>
          <a:xfrm>
            <a:off x="4501870" y="2719978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&gt;18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532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8" grpId="0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7C51-3D0F-2B42-41EC-49ABE9D2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 You Allowed to Drive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81AFF0F-5915-613D-7328-846CD7B96D23}"/>
              </a:ext>
            </a:extLst>
          </p:cNvPr>
          <p:cNvSpPr/>
          <p:nvPr/>
        </p:nvSpPr>
        <p:spPr>
          <a:xfrm>
            <a:off x="5743037" y="1844380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Age?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E698BF3-77A9-E1FF-A645-23DA05F7B5DC}"/>
              </a:ext>
            </a:extLst>
          </p:cNvPr>
          <p:cNvSpPr/>
          <p:nvPr/>
        </p:nvSpPr>
        <p:spPr>
          <a:xfrm>
            <a:off x="6788108" y="3357723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solidFill>
                    <a:prstClr val="white">
                      <a:lumMod val="8500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6C12AA2-1652-8B84-A647-CB814A2C83F0}"/>
              </a:ext>
            </a:extLst>
          </p:cNvPr>
          <p:cNvSpPr/>
          <p:nvPr/>
        </p:nvSpPr>
        <p:spPr>
          <a:xfrm>
            <a:off x="4697969" y="3357723"/>
            <a:ext cx="895775" cy="895775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Exam?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8DC19E9-D537-D901-9B5D-795FBA6E44BE}"/>
              </a:ext>
            </a:extLst>
          </p:cNvPr>
          <p:cNvSpPr/>
          <p:nvPr/>
        </p:nvSpPr>
        <p:spPr>
          <a:xfrm>
            <a:off x="5743037" y="5133550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solidFill>
                    <a:prstClr val="white">
                      <a:lumMod val="8500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E441E82-EA4D-0C2B-24FB-AE1D2AE481A6}"/>
              </a:ext>
            </a:extLst>
          </p:cNvPr>
          <p:cNvSpPr/>
          <p:nvPr/>
        </p:nvSpPr>
        <p:spPr>
          <a:xfrm>
            <a:off x="3523077" y="5132638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solidFill>
                    <a:prstClr val="white">
                      <a:lumMod val="85000"/>
                    </a:prstClr>
                  </a:solidFill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Yes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54538D-A6CE-D454-F612-1334D34A223F}"/>
              </a:ext>
            </a:extLst>
          </p:cNvPr>
          <p:cNvCxnSpPr>
            <a:cxnSpLocks/>
            <a:stCxn id="3" idx="3"/>
            <a:endCxn id="6" idx="0"/>
          </p:cNvCxnSpPr>
          <p:nvPr/>
        </p:nvCxnSpPr>
        <p:spPr>
          <a:xfrm flipH="1">
            <a:off x="5145856" y="2608971"/>
            <a:ext cx="728364" cy="74875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7A0C23-FB39-0C9D-8FF3-E1BB9FEBCA54}"/>
              </a:ext>
            </a:extLst>
          </p:cNvPr>
          <p:cNvCxnSpPr>
            <a:cxnSpLocks/>
            <a:stCxn id="3" idx="5"/>
            <a:endCxn id="4" idx="0"/>
          </p:cNvCxnSpPr>
          <p:nvPr/>
        </p:nvCxnSpPr>
        <p:spPr>
          <a:xfrm>
            <a:off x="6507628" y="2608971"/>
            <a:ext cx="728367" cy="74875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B00BAD-3495-879E-90EB-5947DA1D59DC}"/>
              </a:ext>
            </a:extLst>
          </p:cNvPr>
          <p:cNvCxnSpPr>
            <a:cxnSpLocks/>
            <a:stCxn id="6" idx="5"/>
            <a:endCxn id="7" idx="0"/>
          </p:cNvCxnSpPr>
          <p:nvPr/>
        </p:nvCxnSpPr>
        <p:spPr>
          <a:xfrm>
            <a:off x="5462560" y="4122313"/>
            <a:ext cx="728364" cy="10112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5D48FC-5BA4-6C2A-4DEA-2FD2323E6188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3970964" y="4122313"/>
            <a:ext cx="858189" cy="10103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579419-B9A9-0AF9-9A61-772DD1F1E6E8}"/>
              </a:ext>
            </a:extLst>
          </p:cNvPr>
          <p:cNvSpPr txBox="1"/>
          <p:nvPr/>
        </p:nvSpPr>
        <p:spPr>
          <a:xfrm>
            <a:off x="5546940" y="4358438"/>
            <a:ext cx="128796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solidFill>
                    <a:prstClr val="white">
                      <a:lumMod val="85000"/>
                    </a:prstClr>
                  </a:solidFill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failed</a:t>
            </a:r>
            <a:endParaRPr kumimoji="0" lang="en-US" sz="1200" b="0" i="0" u="none" strike="noStrike" kern="1200" cap="none" spc="0" normalizeH="0" baseline="0" noProof="0" dirty="0">
              <a:ln>
                <a:solidFill>
                  <a:prstClr val="white">
                    <a:lumMod val="85000"/>
                  </a:prstClr>
                </a:solidFill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48EF2-2862-558E-CD76-7C9621686DEE}"/>
              </a:ext>
            </a:extLst>
          </p:cNvPr>
          <p:cNvSpPr txBox="1"/>
          <p:nvPr/>
        </p:nvSpPr>
        <p:spPr>
          <a:xfrm>
            <a:off x="3326980" y="4358438"/>
            <a:ext cx="128796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passed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53499-59E1-E60B-BE0D-F370432D69C2}"/>
              </a:ext>
            </a:extLst>
          </p:cNvPr>
          <p:cNvSpPr txBox="1"/>
          <p:nvPr/>
        </p:nvSpPr>
        <p:spPr>
          <a:xfrm>
            <a:off x="6597693" y="2719979"/>
            <a:ext cx="128796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&lt;18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3DE1F-576F-52F7-E57B-1F288AD14965}"/>
              </a:ext>
            </a:extLst>
          </p:cNvPr>
          <p:cNvSpPr txBox="1"/>
          <p:nvPr/>
        </p:nvSpPr>
        <p:spPr>
          <a:xfrm>
            <a:off x="4501870" y="2719978"/>
            <a:ext cx="128796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&gt;18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C62BD-8E38-914A-FDF9-276AA7B9E414}"/>
              </a:ext>
            </a:extLst>
          </p:cNvPr>
          <p:cNvSpPr txBox="1"/>
          <p:nvPr/>
        </p:nvSpPr>
        <p:spPr>
          <a:xfrm>
            <a:off x="8597771" y="3343945"/>
            <a:ext cx="2884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Features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individual properties of data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500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7C51-3D0F-2B42-41EC-49ABE9D2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 You Allowed to Drive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781AFF0F-5915-613D-7328-846CD7B96D23}"/>
              </a:ext>
            </a:extLst>
          </p:cNvPr>
          <p:cNvSpPr/>
          <p:nvPr/>
        </p:nvSpPr>
        <p:spPr>
          <a:xfrm>
            <a:off x="5743037" y="1844380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Age?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E698BF3-77A9-E1FF-A645-23DA05F7B5DC}"/>
              </a:ext>
            </a:extLst>
          </p:cNvPr>
          <p:cNvSpPr/>
          <p:nvPr/>
        </p:nvSpPr>
        <p:spPr>
          <a:xfrm>
            <a:off x="6788108" y="3357723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6C12AA2-1652-8B84-A647-CB814A2C83F0}"/>
              </a:ext>
            </a:extLst>
          </p:cNvPr>
          <p:cNvSpPr/>
          <p:nvPr/>
        </p:nvSpPr>
        <p:spPr>
          <a:xfrm>
            <a:off x="4697969" y="3357723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Exam?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8DC19E9-D537-D901-9B5D-795FBA6E44BE}"/>
              </a:ext>
            </a:extLst>
          </p:cNvPr>
          <p:cNvSpPr/>
          <p:nvPr/>
        </p:nvSpPr>
        <p:spPr>
          <a:xfrm>
            <a:off x="5743037" y="5133550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E441E82-EA4D-0C2B-24FB-AE1D2AE481A6}"/>
              </a:ext>
            </a:extLst>
          </p:cNvPr>
          <p:cNvSpPr/>
          <p:nvPr/>
        </p:nvSpPr>
        <p:spPr>
          <a:xfrm>
            <a:off x="3523077" y="5132638"/>
            <a:ext cx="895775" cy="895775"/>
          </a:xfrm>
          <a:prstGeom prst="flowChartConnector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Yes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54538D-A6CE-D454-F612-1334D34A223F}"/>
              </a:ext>
            </a:extLst>
          </p:cNvPr>
          <p:cNvCxnSpPr>
            <a:cxnSpLocks/>
            <a:stCxn id="3" idx="3"/>
            <a:endCxn id="6" idx="0"/>
          </p:cNvCxnSpPr>
          <p:nvPr/>
        </p:nvCxnSpPr>
        <p:spPr>
          <a:xfrm flipH="1">
            <a:off x="5145856" y="2608971"/>
            <a:ext cx="728364" cy="74875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7A0C23-FB39-0C9D-8FF3-E1BB9FEBCA54}"/>
              </a:ext>
            </a:extLst>
          </p:cNvPr>
          <p:cNvCxnSpPr>
            <a:cxnSpLocks/>
            <a:stCxn id="3" idx="5"/>
            <a:endCxn id="4" idx="0"/>
          </p:cNvCxnSpPr>
          <p:nvPr/>
        </p:nvCxnSpPr>
        <p:spPr>
          <a:xfrm>
            <a:off x="6507628" y="2608971"/>
            <a:ext cx="728367" cy="74875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B00BAD-3495-879E-90EB-5947DA1D59DC}"/>
              </a:ext>
            </a:extLst>
          </p:cNvPr>
          <p:cNvCxnSpPr>
            <a:cxnSpLocks/>
            <a:stCxn id="6" idx="5"/>
            <a:endCxn id="7" idx="0"/>
          </p:cNvCxnSpPr>
          <p:nvPr/>
        </p:nvCxnSpPr>
        <p:spPr>
          <a:xfrm>
            <a:off x="5462560" y="4122313"/>
            <a:ext cx="728364" cy="10112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5D48FC-5BA4-6C2A-4DEA-2FD2323E6188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3970964" y="4122313"/>
            <a:ext cx="858189" cy="1010325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579419-B9A9-0AF9-9A61-772DD1F1E6E8}"/>
              </a:ext>
            </a:extLst>
          </p:cNvPr>
          <p:cNvSpPr txBox="1"/>
          <p:nvPr/>
        </p:nvSpPr>
        <p:spPr>
          <a:xfrm>
            <a:off x="5546940" y="4358438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failed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48EF2-2862-558E-CD76-7C9621686DEE}"/>
              </a:ext>
            </a:extLst>
          </p:cNvPr>
          <p:cNvSpPr txBox="1"/>
          <p:nvPr/>
        </p:nvSpPr>
        <p:spPr>
          <a:xfrm>
            <a:off x="3326980" y="4358438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passed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53499-59E1-E60B-BE0D-F370432D69C2}"/>
              </a:ext>
            </a:extLst>
          </p:cNvPr>
          <p:cNvSpPr txBox="1"/>
          <p:nvPr/>
        </p:nvSpPr>
        <p:spPr>
          <a:xfrm>
            <a:off x="6597693" y="2719979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&lt;18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3DE1F-576F-52F7-E57B-1F288AD14965}"/>
              </a:ext>
            </a:extLst>
          </p:cNvPr>
          <p:cNvSpPr txBox="1"/>
          <p:nvPr/>
        </p:nvSpPr>
        <p:spPr>
          <a:xfrm>
            <a:off x="4501870" y="2719978"/>
            <a:ext cx="1287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&gt;18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42ABD-A21B-6A46-3AD1-E345DFA9DB98}"/>
              </a:ext>
            </a:extLst>
          </p:cNvPr>
          <p:cNvSpPr txBox="1"/>
          <p:nvPr/>
        </p:nvSpPr>
        <p:spPr>
          <a:xfrm>
            <a:off x="8597771" y="3345820"/>
            <a:ext cx="2884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Thresholds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specific values to split data at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067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465D30-D040-9840-8F17-AD5016C670EE}"/>
              </a:ext>
            </a:extLst>
          </p:cNvPr>
          <p:cNvSpPr txBox="1"/>
          <p:nvPr/>
        </p:nvSpPr>
        <p:spPr>
          <a:xfrm>
            <a:off x="427703" y="2459504"/>
            <a:ext cx="113365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Decision tree classification is a supervised learning algorithm where a computer system 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constructs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tree-like model to classify data.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696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0CFA-1BC6-7029-93AD-77AB1E50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School Data Set: 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173D8-E6D9-0CF5-CBCE-22C6C00BE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522286"/>
              </p:ext>
            </p:extLst>
          </p:nvPr>
        </p:nvGraphicFramePr>
        <p:xfrm>
          <a:off x="619127" y="1690688"/>
          <a:ext cx="10953745" cy="4205288"/>
        </p:xfrm>
        <a:graphic>
          <a:graphicData uri="http://schemas.openxmlformats.org/drawingml/2006/table">
            <a:tbl>
              <a:tblPr firstCol="1" bandRow="1">
                <a:tableStyleId>{F5AB1C69-6EDB-4FF4-983F-18BD219EF322}</a:tableStyleId>
              </a:tblPr>
              <a:tblGrid>
                <a:gridCol w="995795">
                  <a:extLst>
                    <a:ext uri="{9D8B030D-6E8A-4147-A177-3AD203B41FA5}">
                      <a16:colId xmlns:a16="http://schemas.microsoft.com/office/drawing/2014/main" val="751277688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059762699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2195324066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3508518715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3728935562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61618883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207548194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239945819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3811835754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1616949759"/>
                    </a:ext>
                  </a:extLst>
                </a:gridCol>
                <a:gridCol w="995795">
                  <a:extLst>
                    <a:ext uri="{9D8B030D-6E8A-4147-A177-3AD203B41FA5}">
                      <a16:colId xmlns:a16="http://schemas.microsoft.com/office/drawing/2014/main" val="2093072037"/>
                    </a:ext>
                  </a:extLst>
                </a:gridCol>
              </a:tblGrid>
              <a:tr h="105132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Student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Jeremy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Noah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Alyssa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Daniel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Sofia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Colin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Gracie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Anne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Jamal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Trisha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069704"/>
                  </a:ext>
                </a:extLst>
              </a:tr>
              <a:tr h="105132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Average Score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65%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47%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46%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447080"/>
                  </a:ext>
                </a:extLst>
              </a:tr>
              <a:tr h="105132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Hours Studied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876547"/>
                  </a:ext>
                </a:extLst>
              </a:tr>
              <a:tr h="1051322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Bahnschrift" panose="020B0502040204020203" pitchFamily="34" charset="0"/>
                        </a:rPr>
                        <a:t>Passed?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Bahnschrift" panose="020B0502040204020203" pitchFamily="34" charset="0"/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725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487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0CDC-4F38-CDBA-6F5A-393BABDAF54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School Data Set: Points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383A776-1A56-7252-B358-8E08FB697D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510030"/>
              </p:ext>
            </p:extLst>
          </p:nvPr>
        </p:nvGraphicFramePr>
        <p:xfrm>
          <a:off x="2032000" y="102790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5D12C1-4B22-C3F0-B939-9C28FACB0B0C}"/>
              </a:ext>
            </a:extLst>
          </p:cNvPr>
          <p:cNvSpPr txBox="1"/>
          <p:nvPr/>
        </p:nvSpPr>
        <p:spPr>
          <a:xfrm>
            <a:off x="744032" y="3090446"/>
            <a:ext cx="1287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passed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13469-FE91-FCE3-5127-B52A6D8F522C}"/>
              </a:ext>
            </a:extLst>
          </p:cNvPr>
          <p:cNvSpPr txBox="1"/>
          <p:nvPr/>
        </p:nvSpPr>
        <p:spPr>
          <a:xfrm>
            <a:off x="744032" y="3398685"/>
            <a:ext cx="1287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failed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B49A6C-12DD-629E-8FB7-5C57E5F93532}"/>
              </a:ext>
            </a:extLst>
          </p:cNvPr>
          <p:cNvCxnSpPr>
            <a:cxnSpLocks/>
          </p:cNvCxnSpPr>
          <p:nvPr/>
        </p:nvCxnSpPr>
        <p:spPr>
          <a:xfrm>
            <a:off x="2622876" y="3109870"/>
            <a:ext cx="7333924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0D2C64-862E-FC4F-2E9A-097A46F03C26}"/>
              </a:ext>
            </a:extLst>
          </p:cNvPr>
          <p:cNvCxnSpPr>
            <a:cxnSpLocks/>
          </p:cNvCxnSpPr>
          <p:nvPr/>
        </p:nvCxnSpPr>
        <p:spPr>
          <a:xfrm flipV="1">
            <a:off x="7607861" y="1027906"/>
            <a:ext cx="0" cy="478155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0AB4F6-CF56-62EB-2577-A879FFFC77BF}"/>
              </a:ext>
            </a:extLst>
          </p:cNvPr>
          <p:cNvSpPr txBox="1"/>
          <p:nvPr/>
        </p:nvSpPr>
        <p:spPr>
          <a:xfrm>
            <a:off x="2622876" y="1430139"/>
            <a:ext cx="2884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Thresholds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hat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split the values best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02B93">
                  <a:lumMod val="60000"/>
                  <a:lumOff val="40000"/>
                </a:srgb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173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7103C-DA86-8384-E005-5456D87004D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13D1D-7314-0D6E-1F08-010C1649D704}"/>
              </a:ext>
            </a:extLst>
          </p:cNvPr>
          <p:cNvSpPr txBox="1"/>
          <p:nvPr/>
        </p:nvSpPr>
        <p:spPr>
          <a:xfrm>
            <a:off x="2083363" y="2459504"/>
            <a:ext cx="8025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Where the data is separated in the quickest and most efficient way... But how is this achieved?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772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7EC9-9EBB-D82E-A810-3D604E75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E1BC-DC8C-247E-0DC5-188C85665CD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is Entropy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C7DAF-7A34-A7B6-13EC-41207252085F}"/>
              </a:ext>
            </a:extLst>
          </p:cNvPr>
          <p:cNvSpPr txBox="1"/>
          <p:nvPr/>
        </p:nvSpPr>
        <p:spPr>
          <a:xfrm>
            <a:off x="1284569" y="1105913"/>
            <a:ext cx="9622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It measures how mixed or impure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data is.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153314-8D98-2738-940E-829D95BBFB51}"/>
              </a:ext>
            </a:extLst>
          </p:cNvPr>
          <p:cNvSpPr/>
          <p:nvPr/>
        </p:nvSpPr>
        <p:spPr>
          <a:xfrm>
            <a:off x="838200" y="2205763"/>
            <a:ext cx="4497106" cy="308349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D7A562-D6F8-E15E-A5C1-43AAF38AE38D}"/>
              </a:ext>
            </a:extLst>
          </p:cNvPr>
          <p:cNvSpPr/>
          <p:nvPr/>
        </p:nvSpPr>
        <p:spPr>
          <a:xfrm>
            <a:off x="6856694" y="2205763"/>
            <a:ext cx="4497106" cy="308349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AC9FC-30A7-3E76-3E51-28D44C2D45CB}"/>
              </a:ext>
            </a:extLst>
          </p:cNvPr>
          <p:cNvSpPr txBox="1"/>
          <p:nvPr/>
        </p:nvSpPr>
        <p:spPr>
          <a:xfrm>
            <a:off x="1847850" y="5459699"/>
            <a:ext cx="2477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Low Entropy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AF962-1F64-5DC3-313D-841CE495228B}"/>
              </a:ext>
            </a:extLst>
          </p:cNvPr>
          <p:cNvSpPr txBox="1"/>
          <p:nvPr/>
        </p:nvSpPr>
        <p:spPr>
          <a:xfrm>
            <a:off x="7780620" y="5511949"/>
            <a:ext cx="2649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High Entropy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pic>
        <p:nvPicPr>
          <p:cNvPr id="9" name="Graphic 8" descr="Basketball with solid fill">
            <a:extLst>
              <a:ext uri="{FF2B5EF4-FFF2-40B4-BE49-F238E27FC236}">
                <a16:creationId xmlns:a16="http://schemas.microsoft.com/office/drawing/2014/main" id="{E9D6B235-F589-CF13-FB9B-B743A4AF2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5050" y="2545575"/>
            <a:ext cx="533400" cy="533400"/>
          </a:xfrm>
          <a:prstGeom prst="rect">
            <a:avLst/>
          </a:prstGeom>
        </p:spPr>
      </p:pic>
      <p:pic>
        <p:nvPicPr>
          <p:cNvPr id="11" name="Graphic 10" descr="Beach ball with solid fill">
            <a:extLst>
              <a:ext uri="{FF2B5EF4-FFF2-40B4-BE49-F238E27FC236}">
                <a16:creationId xmlns:a16="http://schemas.microsoft.com/office/drawing/2014/main" id="{2F8B8AA8-E3D7-7D3D-EE87-1B373091A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68456" y="3279000"/>
            <a:ext cx="533400" cy="533400"/>
          </a:xfrm>
          <a:prstGeom prst="rect">
            <a:avLst/>
          </a:prstGeom>
        </p:spPr>
      </p:pic>
      <p:pic>
        <p:nvPicPr>
          <p:cNvPr id="12" name="Graphic 11" descr="Basketball with solid fill">
            <a:extLst>
              <a:ext uri="{FF2B5EF4-FFF2-40B4-BE49-F238E27FC236}">
                <a16:creationId xmlns:a16="http://schemas.microsoft.com/office/drawing/2014/main" id="{F5E61F8F-FD4E-359A-BB5B-5014FE967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4212" y="3162300"/>
            <a:ext cx="533400" cy="533400"/>
          </a:xfrm>
          <a:prstGeom prst="rect">
            <a:avLst/>
          </a:prstGeom>
        </p:spPr>
      </p:pic>
      <p:pic>
        <p:nvPicPr>
          <p:cNvPr id="13" name="Graphic 12" descr="Basketball with solid fill">
            <a:extLst>
              <a:ext uri="{FF2B5EF4-FFF2-40B4-BE49-F238E27FC236}">
                <a16:creationId xmlns:a16="http://schemas.microsoft.com/office/drawing/2014/main" id="{8CE52E5A-6745-2517-1088-03E2683E2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9075" y="3812400"/>
            <a:ext cx="533400" cy="533400"/>
          </a:xfrm>
          <a:prstGeom prst="rect">
            <a:avLst/>
          </a:prstGeom>
        </p:spPr>
      </p:pic>
      <p:pic>
        <p:nvPicPr>
          <p:cNvPr id="14" name="Graphic 13" descr="Basketball with solid fill">
            <a:extLst>
              <a:ext uri="{FF2B5EF4-FFF2-40B4-BE49-F238E27FC236}">
                <a16:creationId xmlns:a16="http://schemas.microsoft.com/office/drawing/2014/main" id="{B689E458-88C0-9F35-36AD-8BA37FFB0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9475" y="4145775"/>
            <a:ext cx="533400" cy="533400"/>
          </a:xfrm>
          <a:prstGeom prst="rect">
            <a:avLst/>
          </a:prstGeom>
        </p:spPr>
      </p:pic>
      <p:pic>
        <p:nvPicPr>
          <p:cNvPr id="15" name="Graphic 14" descr="Basketball with solid fill">
            <a:extLst>
              <a:ext uri="{FF2B5EF4-FFF2-40B4-BE49-F238E27FC236}">
                <a16:creationId xmlns:a16="http://schemas.microsoft.com/office/drawing/2014/main" id="{86980A21-DF66-44B5-B245-DDAA2B8B0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3478" y="2678925"/>
            <a:ext cx="533400" cy="533400"/>
          </a:xfrm>
          <a:prstGeom prst="rect">
            <a:avLst/>
          </a:prstGeom>
        </p:spPr>
      </p:pic>
      <p:pic>
        <p:nvPicPr>
          <p:cNvPr id="16" name="Graphic 15" descr="Basketball with solid fill">
            <a:extLst>
              <a:ext uri="{FF2B5EF4-FFF2-40B4-BE49-F238E27FC236}">
                <a16:creationId xmlns:a16="http://schemas.microsoft.com/office/drawing/2014/main" id="{81EAB3AC-6A1D-DE27-73C4-770D9935F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6869" y="3879075"/>
            <a:ext cx="533400" cy="533400"/>
          </a:xfrm>
          <a:prstGeom prst="rect">
            <a:avLst/>
          </a:prstGeom>
        </p:spPr>
      </p:pic>
      <p:pic>
        <p:nvPicPr>
          <p:cNvPr id="17" name="Graphic 16" descr="Basketball with solid fill">
            <a:extLst>
              <a:ext uri="{FF2B5EF4-FFF2-40B4-BE49-F238E27FC236}">
                <a16:creationId xmlns:a16="http://schemas.microsoft.com/office/drawing/2014/main" id="{22779D03-A981-C790-9489-86798B77C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5006" y="3347588"/>
            <a:ext cx="533400" cy="533400"/>
          </a:xfrm>
          <a:prstGeom prst="rect">
            <a:avLst/>
          </a:prstGeom>
        </p:spPr>
      </p:pic>
      <p:pic>
        <p:nvPicPr>
          <p:cNvPr id="18" name="Graphic 17" descr="Basketball with solid fill">
            <a:extLst>
              <a:ext uri="{FF2B5EF4-FFF2-40B4-BE49-F238E27FC236}">
                <a16:creationId xmlns:a16="http://schemas.microsoft.com/office/drawing/2014/main" id="{7A7FBE69-FDA8-95FD-A050-F5C27593A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2081" y="4666237"/>
            <a:ext cx="533400" cy="533400"/>
          </a:xfrm>
          <a:prstGeom prst="rect">
            <a:avLst/>
          </a:prstGeom>
        </p:spPr>
      </p:pic>
      <p:pic>
        <p:nvPicPr>
          <p:cNvPr id="19" name="Graphic 18" descr="Basketball with solid fill">
            <a:extLst>
              <a:ext uri="{FF2B5EF4-FFF2-40B4-BE49-F238E27FC236}">
                <a16:creationId xmlns:a16="http://schemas.microsoft.com/office/drawing/2014/main" id="{823AEE7B-A559-305F-DF2A-C659F2E67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9047" y="4145775"/>
            <a:ext cx="533400" cy="533400"/>
          </a:xfrm>
          <a:prstGeom prst="rect">
            <a:avLst/>
          </a:prstGeom>
        </p:spPr>
      </p:pic>
      <p:pic>
        <p:nvPicPr>
          <p:cNvPr id="21" name="Graphic 20" descr="Beach ball with solid fill">
            <a:extLst>
              <a:ext uri="{FF2B5EF4-FFF2-40B4-BE49-F238E27FC236}">
                <a16:creationId xmlns:a16="http://schemas.microsoft.com/office/drawing/2014/main" id="{617DE809-5CF0-453A-9E2E-A8D386AE30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9931" y="4119600"/>
            <a:ext cx="533400" cy="533400"/>
          </a:xfrm>
          <a:prstGeom prst="rect">
            <a:avLst/>
          </a:prstGeom>
        </p:spPr>
      </p:pic>
      <p:pic>
        <p:nvPicPr>
          <p:cNvPr id="22" name="Graphic 21" descr="Beach ball with solid fill">
            <a:extLst>
              <a:ext uri="{FF2B5EF4-FFF2-40B4-BE49-F238E27FC236}">
                <a16:creationId xmlns:a16="http://schemas.microsoft.com/office/drawing/2014/main" id="{5B71FA18-F4D9-AE59-C077-82B8FA73A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0866" y="3143688"/>
            <a:ext cx="533400" cy="533400"/>
          </a:xfrm>
          <a:prstGeom prst="rect">
            <a:avLst/>
          </a:prstGeom>
        </p:spPr>
      </p:pic>
      <p:pic>
        <p:nvPicPr>
          <p:cNvPr id="23" name="Graphic 22" descr="Beach ball with solid fill">
            <a:extLst>
              <a:ext uri="{FF2B5EF4-FFF2-40B4-BE49-F238E27FC236}">
                <a16:creationId xmlns:a16="http://schemas.microsoft.com/office/drawing/2014/main" id="{A4B9BD0F-C976-E7B9-0BED-4E520B41B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2626" y="2698679"/>
            <a:ext cx="533400" cy="533400"/>
          </a:xfrm>
          <a:prstGeom prst="rect">
            <a:avLst/>
          </a:prstGeom>
        </p:spPr>
      </p:pic>
      <p:pic>
        <p:nvPicPr>
          <p:cNvPr id="24" name="Graphic 23" descr="Basketball with solid fill">
            <a:extLst>
              <a:ext uri="{FF2B5EF4-FFF2-40B4-BE49-F238E27FC236}">
                <a16:creationId xmlns:a16="http://schemas.microsoft.com/office/drawing/2014/main" id="{B394815E-45F4-EC65-63BC-8EC54F542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2231" y="3345675"/>
            <a:ext cx="533400" cy="533400"/>
          </a:xfrm>
          <a:prstGeom prst="rect">
            <a:avLst/>
          </a:prstGeom>
        </p:spPr>
      </p:pic>
      <p:pic>
        <p:nvPicPr>
          <p:cNvPr id="25" name="Graphic 24" descr="Basketball with solid fill">
            <a:extLst>
              <a:ext uri="{FF2B5EF4-FFF2-40B4-BE49-F238E27FC236}">
                <a16:creationId xmlns:a16="http://schemas.microsoft.com/office/drawing/2014/main" id="{C982A554-7B4E-42CF-F18A-9AF5370DD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2431" y="4412475"/>
            <a:ext cx="533400" cy="533400"/>
          </a:xfrm>
          <a:prstGeom prst="rect">
            <a:avLst/>
          </a:prstGeom>
        </p:spPr>
      </p:pic>
      <p:pic>
        <p:nvPicPr>
          <p:cNvPr id="26" name="Graphic 25" descr="Basketball with solid fill">
            <a:extLst>
              <a:ext uri="{FF2B5EF4-FFF2-40B4-BE49-F238E27FC236}">
                <a16:creationId xmlns:a16="http://schemas.microsoft.com/office/drawing/2014/main" id="{7E4E6924-6FE3-4919-C3D4-2BF17F7E9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5971" y="3562206"/>
            <a:ext cx="533400" cy="533400"/>
          </a:xfrm>
          <a:prstGeom prst="rect">
            <a:avLst/>
          </a:prstGeom>
        </p:spPr>
      </p:pic>
      <p:pic>
        <p:nvPicPr>
          <p:cNvPr id="27" name="Graphic 26" descr="Basketball with solid fill">
            <a:extLst>
              <a:ext uri="{FF2B5EF4-FFF2-40B4-BE49-F238E27FC236}">
                <a16:creationId xmlns:a16="http://schemas.microsoft.com/office/drawing/2014/main" id="{EB5D8894-5010-0569-7EEB-8B9B2AE9B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4863" y="3078975"/>
            <a:ext cx="533400" cy="533400"/>
          </a:xfrm>
          <a:prstGeom prst="rect">
            <a:avLst/>
          </a:prstGeom>
        </p:spPr>
      </p:pic>
      <p:pic>
        <p:nvPicPr>
          <p:cNvPr id="28" name="Graphic 27" descr="Basketball with solid fill">
            <a:extLst>
              <a:ext uri="{FF2B5EF4-FFF2-40B4-BE49-F238E27FC236}">
                <a16:creationId xmlns:a16="http://schemas.microsoft.com/office/drawing/2014/main" id="{662962C7-3591-0F88-70F3-A5B40A4C2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5738" y="4156585"/>
            <a:ext cx="533400" cy="533400"/>
          </a:xfrm>
          <a:prstGeom prst="rect">
            <a:avLst/>
          </a:prstGeom>
        </p:spPr>
      </p:pic>
      <p:pic>
        <p:nvPicPr>
          <p:cNvPr id="29" name="Graphic 28" descr="Basketball with solid fill">
            <a:extLst>
              <a:ext uri="{FF2B5EF4-FFF2-40B4-BE49-F238E27FC236}">
                <a16:creationId xmlns:a16="http://schemas.microsoft.com/office/drawing/2014/main" id="{1FEC8DB2-EE55-9627-0D17-0AA04FF49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1847" y="2368551"/>
            <a:ext cx="533400" cy="533400"/>
          </a:xfrm>
          <a:prstGeom prst="rect">
            <a:avLst/>
          </a:prstGeom>
        </p:spPr>
      </p:pic>
      <p:pic>
        <p:nvPicPr>
          <p:cNvPr id="30" name="Graphic 29" descr="Beach ball with solid fill">
            <a:extLst>
              <a:ext uri="{FF2B5EF4-FFF2-40B4-BE49-F238E27FC236}">
                <a16:creationId xmlns:a16="http://schemas.microsoft.com/office/drawing/2014/main" id="{BA178363-8526-BC90-0686-55E8E87CEE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1076" y="3747154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32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82B37-372D-1ADC-7BB7-78A1FB86B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C6AF-415A-C35D-FEF4-117C9741ACC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is Entropy?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CEDF3-DF02-80E4-EC9D-25069644D6CA}"/>
              </a:ext>
            </a:extLst>
          </p:cNvPr>
          <p:cNvSpPr txBox="1"/>
          <p:nvPr/>
        </p:nvSpPr>
        <p:spPr>
          <a:xfrm>
            <a:off x="1284569" y="1105913"/>
            <a:ext cx="9622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It measures how mixed or impure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data is.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4009DB-B3C0-4153-2987-B856044969BE}"/>
                  </a:ext>
                </a:extLst>
              </p:cNvPr>
              <p:cNvSpPr txBox="1"/>
              <p:nvPr/>
            </p:nvSpPr>
            <p:spPr>
              <a:xfrm>
                <a:off x="1640742" y="2337166"/>
                <a:ext cx="9025804" cy="268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720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GB" sz="7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7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7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7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7200" i="1">
                              <a:latin typeface="Cambria Math" panose="02040503050406030204" pitchFamily="18" charset="0"/>
                            </a:rPr>
                            <m:t>·</m:t>
                          </m:r>
                          <m:func>
                            <m:funcPr>
                              <m:ctrlPr>
                                <a:rPr lang="en-GB" sz="7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7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72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72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de-CH" sz="7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7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7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e-CH" sz="7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de-CH" sz="7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4009DB-B3C0-4153-2987-B85604496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742" y="2337166"/>
                <a:ext cx="9025804" cy="26829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1417AC-C90B-6E3F-C6D7-4F6235A1B816}"/>
                  </a:ext>
                </a:extLst>
              </p:cNvPr>
              <p:cNvSpPr txBox="1"/>
              <p:nvPr/>
            </p:nvSpPr>
            <p:spPr>
              <a:xfrm>
                <a:off x="4567237" y="5374170"/>
                <a:ext cx="305752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3200" dirty="0"/>
                  <a:t> </a:t>
                </a:r>
                <a:r>
                  <a:rPr lang="en-GB" sz="3200" i="1" dirty="0">
                    <a:latin typeface="Cambria Math" panose="02040503050406030204" pitchFamily="18" charset="0"/>
                  </a:rPr>
                  <a:t>= probability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51417AC-C90B-6E3F-C6D7-4F6235A1B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237" y="5374170"/>
                <a:ext cx="3057525" cy="584775"/>
              </a:xfrm>
              <a:prstGeom prst="rect">
                <a:avLst/>
              </a:prstGeom>
              <a:blipFill>
                <a:blip r:embed="rId3"/>
                <a:stretch>
                  <a:fillRect t="-12766" r="-2066" b="-3191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769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5309-9A1E-EADD-AB7A-E56DBFEE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43E1-C238-CBE9-5A9D-81E4352CAC2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is Entropy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F1502-A294-1760-AB6A-9D3ECE1916D4}"/>
              </a:ext>
            </a:extLst>
          </p:cNvPr>
          <p:cNvSpPr txBox="1"/>
          <p:nvPr/>
        </p:nvSpPr>
        <p:spPr>
          <a:xfrm>
            <a:off x="1284569" y="1105913"/>
            <a:ext cx="9622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It measures how mixed or impure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data is.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7C205BD-A522-2CF2-22B6-5D98757A4F3F}"/>
              </a:ext>
            </a:extLst>
          </p:cNvPr>
          <p:cNvSpPr/>
          <p:nvPr/>
        </p:nvSpPr>
        <p:spPr>
          <a:xfrm>
            <a:off x="123825" y="3162739"/>
            <a:ext cx="4497106" cy="308349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5" name="Graphic 54" descr="Basketball with solid fill">
            <a:extLst>
              <a:ext uri="{FF2B5EF4-FFF2-40B4-BE49-F238E27FC236}">
                <a16:creationId xmlns:a16="http://schemas.microsoft.com/office/drawing/2014/main" id="{AA5F70A7-86B8-6A7F-3C79-1E50A1822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675" y="3502551"/>
            <a:ext cx="533400" cy="533400"/>
          </a:xfrm>
          <a:prstGeom prst="rect">
            <a:avLst/>
          </a:prstGeom>
        </p:spPr>
      </p:pic>
      <p:pic>
        <p:nvPicPr>
          <p:cNvPr id="56" name="Graphic 55" descr="Beach ball with solid fill">
            <a:extLst>
              <a:ext uri="{FF2B5EF4-FFF2-40B4-BE49-F238E27FC236}">
                <a16:creationId xmlns:a16="http://schemas.microsoft.com/office/drawing/2014/main" id="{4D4A465F-E948-A3B7-FC1C-3987C537D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4081" y="4235976"/>
            <a:ext cx="533400" cy="533400"/>
          </a:xfrm>
          <a:prstGeom prst="rect">
            <a:avLst/>
          </a:prstGeom>
        </p:spPr>
      </p:pic>
      <p:pic>
        <p:nvPicPr>
          <p:cNvPr id="57" name="Graphic 56" descr="Basketball with solid fill">
            <a:extLst>
              <a:ext uri="{FF2B5EF4-FFF2-40B4-BE49-F238E27FC236}">
                <a16:creationId xmlns:a16="http://schemas.microsoft.com/office/drawing/2014/main" id="{6ABCF45E-E97F-ACB7-5045-AA8457211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837" y="4119276"/>
            <a:ext cx="533400" cy="533400"/>
          </a:xfrm>
          <a:prstGeom prst="rect">
            <a:avLst/>
          </a:prstGeom>
        </p:spPr>
      </p:pic>
      <p:pic>
        <p:nvPicPr>
          <p:cNvPr id="58" name="Graphic 57" descr="Basketball with solid fill">
            <a:extLst>
              <a:ext uri="{FF2B5EF4-FFF2-40B4-BE49-F238E27FC236}">
                <a16:creationId xmlns:a16="http://schemas.microsoft.com/office/drawing/2014/main" id="{845521D5-E6C2-0BD2-083A-EAB941577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4700" y="4769376"/>
            <a:ext cx="533400" cy="533400"/>
          </a:xfrm>
          <a:prstGeom prst="rect">
            <a:avLst/>
          </a:prstGeom>
        </p:spPr>
      </p:pic>
      <p:pic>
        <p:nvPicPr>
          <p:cNvPr id="59" name="Graphic 58" descr="Basketball with solid fill">
            <a:extLst>
              <a:ext uri="{FF2B5EF4-FFF2-40B4-BE49-F238E27FC236}">
                <a16:creationId xmlns:a16="http://schemas.microsoft.com/office/drawing/2014/main" id="{DA36C168-4EC7-33A3-B529-5F923F7F2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5100" y="5102751"/>
            <a:ext cx="533400" cy="533400"/>
          </a:xfrm>
          <a:prstGeom prst="rect">
            <a:avLst/>
          </a:prstGeom>
        </p:spPr>
      </p:pic>
      <p:pic>
        <p:nvPicPr>
          <p:cNvPr id="60" name="Graphic 59" descr="Basketball with solid fill">
            <a:extLst>
              <a:ext uri="{FF2B5EF4-FFF2-40B4-BE49-F238E27FC236}">
                <a16:creationId xmlns:a16="http://schemas.microsoft.com/office/drawing/2014/main" id="{2BC18793-F74D-3DA3-D838-1993F9E07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9103" y="3635901"/>
            <a:ext cx="533400" cy="533400"/>
          </a:xfrm>
          <a:prstGeom prst="rect">
            <a:avLst/>
          </a:prstGeom>
        </p:spPr>
      </p:pic>
      <p:pic>
        <p:nvPicPr>
          <p:cNvPr id="61" name="Graphic 60" descr="Basketball with solid fill">
            <a:extLst>
              <a:ext uri="{FF2B5EF4-FFF2-40B4-BE49-F238E27FC236}">
                <a16:creationId xmlns:a16="http://schemas.microsoft.com/office/drawing/2014/main" id="{0DBAE8A5-3053-80E3-21B2-973C1E8C5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2494" y="4836051"/>
            <a:ext cx="533400" cy="533400"/>
          </a:xfrm>
          <a:prstGeom prst="rect">
            <a:avLst/>
          </a:prstGeom>
        </p:spPr>
      </p:pic>
      <p:pic>
        <p:nvPicPr>
          <p:cNvPr id="62" name="Graphic 61" descr="Basketball with solid fill">
            <a:extLst>
              <a:ext uri="{FF2B5EF4-FFF2-40B4-BE49-F238E27FC236}">
                <a16:creationId xmlns:a16="http://schemas.microsoft.com/office/drawing/2014/main" id="{459FE810-0BED-DAEB-367C-79C072689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631" y="4304564"/>
            <a:ext cx="533400" cy="533400"/>
          </a:xfrm>
          <a:prstGeom prst="rect">
            <a:avLst/>
          </a:prstGeom>
        </p:spPr>
      </p:pic>
      <p:pic>
        <p:nvPicPr>
          <p:cNvPr id="63" name="Graphic 62" descr="Basketball with solid fill">
            <a:extLst>
              <a:ext uri="{FF2B5EF4-FFF2-40B4-BE49-F238E27FC236}">
                <a16:creationId xmlns:a16="http://schemas.microsoft.com/office/drawing/2014/main" id="{940D99E5-0D04-2A40-53AB-99B44ABD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706" y="5623213"/>
            <a:ext cx="533400" cy="533400"/>
          </a:xfrm>
          <a:prstGeom prst="rect">
            <a:avLst/>
          </a:prstGeom>
        </p:spPr>
      </p:pic>
      <p:pic>
        <p:nvPicPr>
          <p:cNvPr id="64" name="Graphic 63" descr="Basketball with solid fill">
            <a:extLst>
              <a:ext uri="{FF2B5EF4-FFF2-40B4-BE49-F238E27FC236}">
                <a16:creationId xmlns:a16="http://schemas.microsoft.com/office/drawing/2014/main" id="{262060F5-3632-9425-A361-563DD53FA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72" y="5102751"/>
            <a:ext cx="533400" cy="53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64B1115-201C-4DFF-7915-30403F67EC6F}"/>
                  </a:ext>
                </a:extLst>
              </p:cNvPr>
              <p:cNvSpPr txBox="1"/>
              <p:nvPr/>
            </p:nvSpPr>
            <p:spPr>
              <a:xfrm>
                <a:off x="4759888" y="4330247"/>
                <a:ext cx="7308287" cy="6448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8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CH" sz="28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GB" sz="28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func>
                              <m:funcPr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i="0" dirty="0" smtClean="0">
                        <a:noFill/>
                        <a:latin typeface="Cambria Math" panose="02040503050406030204" pitchFamily="18" charset="0"/>
                      </a:rPr>
                      <m:t>≈0,47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64B1115-201C-4DFF-7915-30403F67E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888" y="4330247"/>
                <a:ext cx="7308287" cy="6448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05F1C95-87A2-7876-A974-16A4763C600D}"/>
                  </a:ext>
                </a:extLst>
              </p:cNvPr>
              <p:cNvSpPr txBox="1"/>
              <p:nvPr/>
            </p:nvSpPr>
            <p:spPr>
              <a:xfrm>
                <a:off x="638859" y="2030964"/>
                <a:ext cx="3510320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10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05F1C95-87A2-7876-A974-16A4763C6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59" y="2030964"/>
                <a:ext cx="3510320" cy="10433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CB5C4F-39DB-5713-B946-8217F3453BA0}"/>
                  </a:ext>
                </a:extLst>
              </p:cNvPr>
              <p:cNvSpPr txBox="1"/>
              <p:nvPr/>
            </p:nvSpPr>
            <p:spPr>
              <a:xfrm>
                <a:off x="10046970" y="4391065"/>
                <a:ext cx="18897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≈0,47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CB5C4F-39DB-5713-B946-8217F3453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6970" y="4391065"/>
                <a:ext cx="188976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699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7424-68CC-4544-3689-6FC26BC7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4AA4B-E886-DC93-1AE5-A55B5C2D638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is Entropy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C1829-5482-2802-3DA4-85E225C88B54}"/>
              </a:ext>
            </a:extLst>
          </p:cNvPr>
          <p:cNvSpPr txBox="1"/>
          <p:nvPr/>
        </p:nvSpPr>
        <p:spPr>
          <a:xfrm>
            <a:off x="1284569" y="1105913"/>
            <a:ext cx="9622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It measures how mixed or impure</a:t>
            </a:r>
            <a:r>
              <a:rPr kumimoji="0" lang="en-GB" sz="3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 data is.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C1E88AF-CEA0-D82B-9138-925FF4151DF7}"/>
                  </a:ext>
                </a:extLst>
              </p:cNvPr>
              <p:cNvSpPr txBox="1"/>
              <p:nvPr/>
            </p:nvSpPr>
            <p:spPr>
              <a:xfrm>
                <a:off x="4759888" y="4330247"/>
                <a:ext cx="7309593" cy="660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de-CH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8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sz="28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CH" sz="28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GB" sz="28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func>
                              <m:funcPr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CH" sz="28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i="0" dirty="0" smtClean="0">
                        <a:noFill/>
                        <a:latin typeface="Cambria Math" panose="02040503050406030204" pitchFamily="18" charset="0"/>
                      </a:rPr>
                      <m:t>≈0,</m:t>
                    </m:r>
                    <m:r>
                      <a:rPr lang="de-CH" sz="2800" b="0" i="0" dirty="0" smtClean="0">
                        <a:noFill/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C1E88AF-CEA0-D82B-9138-925FF415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888" y="4330247"/>
                <a:ext cx="7309593" cy="6604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706FC130-789C-8D74-766D-B74060F2976F}"/>
              </a:ext>
            </a:extLst>
          </p:cNvPr>
          <p:cNvSpPr/>
          <p:nvPr/>
        </p:nvSpPr>
        <p:spPr>
          <a:xfrm>
            <a:off x="131228" y="3160052"/>
            <a:ext cx="4497106" cy="308349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 descr="Beach ball with solid fill">
            <a:extLst>
              <a:ext uri="{FF2B5EF4-FFF2-40B4-BE49-F238E27FC236}">
                <a16:creationId xmlns:a16="http://schemas.microsoft.com/office/drawing/2014/main" id="{1A087CFF-7D02-0765-DB76-2F80FE578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5756" y="5073889"/>
            <a:ext cx="533400" cy="533400"/>
          </a:xfrm>
          <a:prstGeom prst="rect">
            <a:avLst/>
          </a:prstGeom>
        </p:spPr>
      </p:pic>
      <p:pic>
        <p:nvPicPr>
          <p:cNvPr id="6" name="Graphic 5" descr="Beach ball with solid fill">
            <a:extLst>
              <a:ext uri="{FF2B5EF4-FFF2-40B4-BE49-F238E27FC236}">
                <a16:creationId xmlns:a16="http://schemas.microsoft.com/office/drawing/2014/main" id="{5FE7530E-603D-7E49-61AC-04C9BF33B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6691" y="4097977"/>
            <a:ext cx="533400" cy="533400"/>
          </a:xfrm>
          <a:prstGeom prst="rect">
            <a:avLst/>
          </a:prstGeom>
        </p:spPr>
      </p:pic>
      <p:pic>
        <p:nvPicPr>
          <p:cNvPr id="7" name="Graphic 6" descr="Beach ball with solid fill">
            <a:extLst>
              <a:ext uri="{FF2B5EF4-FFF2-40B4-BE49-F238E27FC236}">
                <a16:creationId xmlns:a16="http://schemas.microsoft.com/office/drawing/2014/main" id="{D2F32D1D-2567-F791-24A1-AF4972876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8451" y="3652968"/>
            <a:ext cx="533400" cy="533400"/>
          </a:xfrm>
          <a:prstGeom prst="rect">
            <a:avLst/>
          </a:prstGeom>
        </p:spPr>
      </p:pic>
      <p:pic>
        <p:nvPicPr>
          <p:cNvPr id="8" name="Graphic 7" descr="Basketball with solid fill">
            <a:extLst>
              <a:ext uri="{FF2B5EF4-FFF2-40B4-BE49-F238E27FC236}">
                <a16:creationId xmlns:a16="http://schemas.microsoft.com/office/drawing/2014/main" id="{CAF5765D-8BD3-040F-1942-334D17FB85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056" y="4299964"/>
            <a:ext cx="533400" cy="533400"/>
          </a:xfrm>
          <a:prstGeom prst="rect">
            <a:avLst/>
          </a:prstGeom>
        </p:spPr>
      </p:pic>
      <p:pic>
        <p:nvPicPr>
          <p:cNvPr id="9" name="Graphic 8" descr="Basketball with solid fill">
            <a:extLst>
              <a:ext uri="{FF2B5EF4-FFF2-40B4-BE49-F238E27FC236}">
                <a16:creationId xmlns:a16="http://schemas.microsoft.com/office/drawing/2014/main" id="{1F8C6712-59B8-5A06-C99B-2C3AE86BB0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8256" y="5366764"/>
            <a:ext cx="533400" cy="533400"/>
          </a:xfrm>
          <a:prstGeom prst="rect">
            <a:avLst/>
          </a:prstGeom>
        </p:spPr>
      </p:pic>
      <p:pic>
        <p:nvPicPr>
          <p:cNvPr id="10" name="Graphic 9" descr="Basketball with solid fill">
            <a:extLst>
              <a:ext uri="{FF2B5EF4-FFF2-40B4-BE49-F238E27FC236}">
                <a16:creationId xmlns:a16="http://schemas.microsoft.com/office/drawing/2014/main" id="{5359F81B-9EF2-FBAB-6AF9-DCB1B126BA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41796" y="4516495"/>
            <a:ext cx="533400" cy="533400"/>
          </a:xfrm>
          <a:prstGeom prst="rect">
            <a:avLst/>
          </a:prstGeom>
        </p:spPr>
      </p:pic>
      <p:pic>
        <p:nvPicPr>
          <p:cNvPr id="11" name="Graphic 10" descr="Basketball with solid fill">
            <a:extLst>
              <a:ext uri="{FF2B5EF4-FFF2-40B4-BE49-F238E27FC236}">
                <a16:creationId xmlns:a16="http://schemas.microsoft.com/office/drawing/2014/main" id="{757EAE1F-BC1A-1E21-6206-9E92C7BCDB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0688" y="4033264"/>
            <a:ext cx="533400" cy="533400"/>
          </a:xfrm>
          <a:prstGeom prst="rect">
            <a:avLst/>
          </a:prstGeom>
        </p:spPr>
      </p:pic>
      <p:pic>
        <p:nvPicPr>
          <p:cNvPr id="12" name="Graphic 11" descr="Basketball with solid fill">
            <a:extLst>
              <a:ext uri="{FF2B5EF4-FFF2-40B4-BE49-F238E27FC236}">
                <a16:creationId xmlns:a16="http://schemas.microsoft.com/office/drawing/2014/main" id="{EE988935-4D9A-A87D-EBC2-AA20360C4E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1563" y="5110874"/>
            <a:ext cx="533400" cy="533400"/>
          </a:xfrm>
          <a:prstGeom prst="rect">
            <a:avLst/>
          </a:prstGeom>
        </p:spPr>
      </p:pic>
      <p:pic>
        <p:nvPicPr>
          <p:cNvPr id="13" name="Graphic 12" descr="Basketball with solid fill">
            <a:extLst>
              <a:ext uri="{FF2B5EF4-FFF2-40B4-BE49-F238E27FC236}">
                <a16:creationId xmlns:a16="http://schemas.microsoft.com/office/drawing/2014/main" id="{04FB1277-D89E-CEA1-30B7-21A5E16D18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7672" y="3322840"/>
            <a:ext cx="533400" cy="533400"/>
          </a:xfrm>
          <a:prstGeom prst="rect">
            <a:avLst/>
          </a:prstGeom>
        </p:spPr>
      </p:pic>
      <p:pic>
        <p:nvPicPr>
          <p:cNvPr id="14" name="Graphic 13" descr="Beach ball with solid fill">
            <a:extLst>
              <a:ext uri="{FF2B5EF4-FFF2-40B4-BE49-F238E27FC236}">
                <a16:creationId xmlns:a16="http://schemas.microsoft.com/office/drawing/2014/main" id="{0CF09BD4-6A24-9F6F-0473-7680FBF07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6901" y="4701443"/>
            <a:ext cx="533400" cy="533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5F13B4-40CA-6D46-9681-372695AD2E17}"/>
                  </a:ext>
                </a:extLst>
              </p:cNvPr>
              <p:cNvSpPr txBox="1"/>
              <p:nvPr/>
            </p:nvSpPr>
            <p:spPr>
              <a:xfrm>
                <a:off x="10046970" y="4391065"/>
                <a:ext cx="18897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≈0,</m:t>
                      </m:r>
                      <m:r>
                        <a:rPr kumimoji="0" lang="de-CH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</m:t>
                      </m:r>
                      <m:r>
                        <a:rPr kumimoji="0" lang="en-GB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5F13B4-40CA-6D46-9681-372695AD2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6970" y="4391065"/>
                <a:ext cx="188976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11C372-96B3-BF3F-C7DA-5DB07885B9CE}"/>
                  </a:ext>
                </a:extLst>
              </p:cNvPr>
              <p:cNvSpPr txBox="1"/>
              <p:nvPr/>
            </p:nvSpPr>
            <p:spPr>
              <a:xfrm>
                <a:off x="638859" y="2030964"/>
                <a:ext cx="3510320" cy="10433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1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11C372-96B3-BF3F-C7DA-5DB07885B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59" y="2030964"/>
                <a:ext cx="3510320" cy="10433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583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11522B8-AFDA-59A4-568D-95442E6F4BE0}"/>
              </a:ext>
            </a:extLst>
          </p:cNvPr>
          <p:cNvGrpSpPr/>
          <p:nvPr/>
        </p:nvGrpSpPr>
        <p:grpSpPr>
          <a:xfrm>
            <a:off x="248956" y="1208634"/>
            <a:ext cx="2581277" cy="1769886"/>
            <a:chOff x="247650" y="345501"/>
            <a:chExt cx="4497106" cy="308349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896BB43-C28E-A161-7ABB-6D71FE2160D0}"/>
                </a:ext>
              </a:extLst>
            </p:cNvPr>
            <p:cNvSpPr/>
            <p:nvPr/>
          </p:nvSpPr>
          <p:spPr>
            <a:xfrm>
              <a:off x="247650" y="345501"/>
              <a:ext cx="4497106" cy="308349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" name="Graphic 2" descr="Basketball with solid fill">
              <a:extLst>
                <a:ext uri="{FF2B5EF4-FFF2-40B4-BE49-F238E27FC236}">
                  <a16:creationId xmlns:a16="http://schemas.microsoft.com/office/drawing/2014/main" id="{6C22C209-8242-CAED-E021-708425701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14500" y="685313"/>
              <a:ext cx="533400" cy="533400"/>
            </a:xfrm>
            <a:prstGeom prst="rect">
              <a:avLst/>
            </a:prstGeom>
          </p:spPr>
        </p:pic>
        <p:pic>
          <p:nvPicPr>
            <p:cNvPr id="4" name="Graphic 3" descr="Beach ball with solid fill">
              <a:extLst>
                <a:ext uri="{FF2B5EF4-FFF2-40B4-BE49-F238E27FC236}">
                  <a16:creationId xmlns:a16="http://schemas.microsoft.com/office/drawing/2014/main" id="{50B00133-4FAA-9C41-5551-B36EBCA1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77906" y="1418738"/>
              <a:ext cx="533400" cy="533400"/>
            </a:xfrm>
            <a:prstGeom prst="rect">
              <a:avLst/>
            </a:prstGeom>
          </p:spPr>
        </p:pic>
        <p:pic>
          <p:nvPicPr>
            <p:cNvPr id="5" name="Graphic 4" descr="Basketball with solid fill">
              <a:extLst>
                <a:ext uri="{FF2B5EF4-FFF2-40B4-BE49-F238E27FC236}">
                  <a16:creationId xmlns:a16="http://schemas.microsoft.com/office/drawing/2014/main" id="{42887204-ECC2-4BB8-1F07-37CD98765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3662" y="1302038"/>
              <a:ext cx="533400" cy="533400"/>
            </a:xfrm>
            <a:prstGeom prst="rect">
              <a:avLst/>
            </a:prstGeom>
          </p:spPr>
        </p:pic>
        <p:pic>
          <p:nvPicPr>
            <p:cNvPr id="6" name="Graphic 5" descr="Basketball with solid fill">
              <a:extLst>
                <a:ext uri="{FF2B5EF4-FFF2-40B4-BE49-F238E27FC236}">
                  <a16:creationId xmlns:a16="http://schemas.microsoft.com/office/drawing/2014/main" id="{B5A337DA-4E24-F0B9-4217-D00827D99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88525" y="1952138"/>
              <a:ext cx="533400" cy="533400"/>
            </a:xfrm>
            <a:prstGeom prst="rect">
              <a:avLst/>
            </a:prstGeom>
          </p:spPr>
        </p:pic>
        <p:pic>
          <p:nvPicPr>
            <p:cNvPr id="7" name="Graphic 6" descr="Basketball with solid fill">
              <a:extLst>
                <a:ext uri="{FF2B5EF4-FFF2-40B4-BE49-F238E27FC236}">
                  <a16:creationId xmlns:a16="http://schemas.microsoft.com/office/drawing/2014/main" id="{CCA5C2A5-0280-6DF2-5C7F-9B4126C8C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28925" y="2285513"/>
              <a:ext cx="533400" cy="533400"/>
            </a:xfrm>
            <a:prstGeom prst="rect">
              <a:avLst/>
            </a:prstGeom>
          </p:spPr>
        </p:pic>
        <p:pic>
          <p:nvPicPr>
            <p:cNvPr id="8" name="Graphic 7" descr="Basketball with solid fill">
              <a:extLst>
                <a:ext uri="{FF2B5EF4-FFF2-40B4-BE49-F238E27FC236}">
                  <a16:creationId xmlns:a16="http://schemas.microsoft.com/office/drawing/2014/main" id="{606C8E52-E89E-0856-BCFB-4DDD55838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62928" y="818663"/>
              <a:ext cx="533400" cy="533400"/>
            </a:xfrm>
            <a:prstGeom prst="rect">
              <a:avLst/>
            </a:prstGeom>
          </p:spPr>
        </p:pic>
        <p:pic>
          <p:nvPicPr>
            <p:cNvPr id="9" name="Graphic 8" descr="Basketball with solid fill">
              <a:extLst>
                <a:ext uri="{FF2B5EF4-FFF2-40B4-BE49-F238E27FC236}">
                  <a16:creationId xmlns:a16="http://schemas.microsoft.com/office/drawing/2014/main" id="{B3F8C433-05EA-D7CF-2F7D-687B4650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6319" y="2018813"/>
              <a:ext cx="533400" cy="533400"/>
            </a:xfrm>
            <a:prstGeom prst="rect">
              <a:avLst/>
            </a:prstGeom>
          </p:spPr>
        </p:pic>
        <p:pic>
          <p:nvPicPr>
            <p:cNvPr id="10" name="Graphic 9" descr="Basketball with solid fill">
              <a:extLst>
                <a:ext uri="{FF2B5EF4-FFF2-40B4-BE49-F238E27FC236}">
                  <a16:creationId xmlns:a16="http://schemas.microsoft.com/office/drawing/2014/main" id="{E44BDB8A-FA3F-A1FD-4FBE-89FC91799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44456" y="1487326"/>
              <a:ext cx="533400" cy="533400"/>
            </a:xfrm>
            <a:prstGeom prst="rect">
              <a:avLst/>
            </a:prstGeom>
          </p:spPr>
        </p:pic>
        <p:pic>
          <p:nvPicPr>
            <p:cNvPr id="11" name="Graphic 10" descr="Basketball with solid fill">
              <a:extLst>
                <a:ext uri="{FF2B5EF4-FFF2-40B4-BE49-F238E27FC236}">
                  <a16:creationId xmlns:a16="http://schemas.microsoft.com/office/drawing/2014/main" id="{673CE8BB-58C9-A853-9366-A83ACB45E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01531" y="2805975"/>
              <a:ext cx="533400" cy="533400"/>
            </a:xfrm>
            <a:prstGeom prst="rect">
              <a:avLst/>
            </a:prstGeom>
          </p:spPr>
        </p:pic>
        <p:pic>
          <p:nvPicPr>
            <p:cNvPr id="12" name="Graphic 11" descr="Basketball with solid fill">
              <a:extLst>
                <a:ext uri="{FF2B5EF4-FFF2-40B4-BE49-F238E27FC236}">
                  <a16:creationId xmlns:a16="http://schemas.microsoft.com/office/drawing/2014/main" id="{0B3C8BE4-3A9A-5D08-2EA6-F3B6EAF26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8497" y="2285513"/>
              <a:ext cx="533400" cy="5334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37D41-C2D9-FCE6-F26E-6701DFFD1A21}"/>
                  </a:ext>
                </a:extLst>
              </p:cNvPr>
              <p:cNvSpPr txBox="1"/>
              <p:nvPr/>
            </p:nvSpPr>
            <p:spPr>
              <a:xfrm>
                <a:off x="3595268" y="1808392"/>
                <a:ext cx="7308287" cy="6448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8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CH" sz="28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GB" sz="28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func>
                              <m:funcPr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num>
                                      <m:den>
                                        <m: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≈0,47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D37D41-C2D9-FCE6-F26E-6701DFFD1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268" y="1808392"/>
                <a:ext cx="7308287" cy="6448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7B5AA3-A227-EB45-473A-BF65DF420E0F}"/>
                  </a:ext>
                </a:extLst>
              </p:cNvPr>
              <p:cNvSpPr txBox="1"/>
              <p:nvPr/>
            </p:nvSpPr>
            <p:spPr>
              <a:xfrm>
                <a:off x="3593962" y="4853696"/>
                <a:ext cx="7309593" cy="660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8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de-CH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28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28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sz="28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CH" sz="28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GB" sz="28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28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GB" sz="28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func>
                              <m:funcPr>
                                <m:ctrlPr>
                                  <a:rPr lang="en-GB" sz="28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28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GB" sz="28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CH" sz="28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en-GB" sz="28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GB" sz="2800" dirty="0"/>
                  <a:t> </a:t>
                </a:r>
                <a14:m>
                  <m:oMath xmlns:m="http://schemas.openxmlformats.org/officeDocument/2006/math">
                    <m:r>
                      <a:rPr lang="en-GB" sz="280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≈0,</m:t>
                    </m:r>
                    <m:r>
                      <a:rPr lang="de-CH" sz="2800" b="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7B5AA3-A227-EB45-473A-BF65DF420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962" y="4853696"/>
                <a:ext cx="7309593" cy="6604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F2B91D5B-A260-43E6-6CEA-E319F4C3E815}"/>
              </a:ext>
            </a:extLst>
          </p:cNvPr>
          <p:cNvGrpSpPr/>
          <p:nvPr/>
        </p:nvGrpSpPr>
        <p:grpSpPr>
          <a:xfrm>
            <a:off x="247650" y="4223458"/>
            <a:ext cx="2581275" cy="1769885"/>
            <a:chOff x="247650" y="3607988"/>
            <a:chExt cx="4497106" cy="3083499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0F706B4-AD60-6CFC-2C7E-3012A3FE4AD2}"/>
                </a:ext>
              </a:extLst>
            </p:cNvPr>
            <p:cNvSpPr/>
            <p:nvPr/>
          </p:nvSpPr>
          <p:spPr>
            <a:xfrm>
              <a:off x="247650" y="3607988"/>
              <a:ext cx="4497106" cy="308349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6" name="Graphic 15" descr="Beach ball with solid fill">
              <a:extLst>
                <a:ext uri="{FF2B5EF4-FFF2-40B4-BE49-F238E27FC236}">
                  <a16:creationId xmlns:a16="http://schemas.microsoft.com/office/drawing/2014/main" id="{D724AB46-891A-1C6F-1C42-1155334B1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0887" y="5521825"/>
              <a:ext cx="533400" cy="533400"/>
            </a:xfrm>
            <a:prstGeom prst="rect">
              <a:avLst/>
            </a:prstGeom>
          </p:spPr>
        </p:pic>
        <p:pic>
          <p:nvPicPr>
            <p:cNvPr id="17" name="Graphic 16" descr="Beach ball with solid fill">
              <a:extLst>
                <a:ext uri="{FF2B5EF4-FFF2-40B4-BE49-F238E27FC236}">
                  <a16:creationId xmlns:a16="http://schemas.microsoft.com/office/drawing/2014/main" id="{213EE7DC-13B7-E6F6-D804-351542BF7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1822" y="4545913"/>
              <a:ext cx="533400" cy="533400"/>
            </a:xfrm>
            <a:prstGeom prst="rect">
              <a:avLst/>
            </a:prstGeom>
          </p:spPr>
        </p:pic>
        <p:pic>
          <p:nvPicPr>
            <p:cNvPr id="18" name="Graphic 17" descr="Beach ball with solid fill">
              <a:extLst>
                <a:ext uri="{FF2B5EF4-FFF2-40B4-BE49-F238E27FC236}">
                  <a16:creationId xmlns:a16="http://schemas.microsoft.com/office/drawing/2014/main" id="{575B518C-CF1F-DC62-E04A-F7E3406AD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53582" y="4100904"/>
              <a:ext cx="533400" cy="533400"/>
            </a:xfrm>
            <a:prstGeom prst="rect">
              <a:avLst/>
            </a:prstGeom>
          </p:spPr>
        </p:pic>
        <p:pic>
          <p:nvPicPr>
            <p:cNvPr id="19" name="Graphic 18" descr="Basketball with solid fill">
              <a:extLst>
                <a:ext uri="{FF2B5EF4-FFF2-40B4-BE49-F238E27FC236}">
                  <a16:creationId xmlns:a16="http://schemas.microsoft.com/office/drawing/2014/main" id="{579A1466-BBE2-8378-46B6-64D13A3A9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3187" y="4747900"/>
              <a:ext cx="533400" cy="533400"/>
            </a:xfrm>
            <a:prstGeom prst="rect">
              <a:avLst/>
            </a:prstGeom>
          </p:spPr>
        </p:pic>
        <p:pic>
          <p:nvPicPr>
            <p:cNvPr id="20" name="Graphic 19" descr="Basketball with solid fill">
              <a:extLst>
                <a:ext uri="{FF2B5EF4-FFF2-40B4-BE49-F238E27FC236}">
                  <a16:creationId xmlns:a16="http://schemas.microsoft.com/office/drawing/2014/main" id="{07D55631-9F0D-2304-0C17-6183E1473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93387" y="5814700"/>
              <a:ext cx="533400" cy="533400"/>
            </a:xfrm>
            <a:prstGeom prst="rect">
              <a:avLst/>
            </a:prstGeom>
          </p:spPr>
        </p:pic>
        <p:pic>
          <p:nvPicPr>
            <p:cNvPr id="21" name="Graphic 20" descr="Basketball with solid fill">
              <a:extLst>
                <a:ext uri="{FF2B5EF4-FFF2-40B4-BE49-F238E27FC236}">
                  <a16:creationId xmlns:a16="http://schemas.microsoft.com/office/drawing/2014/main" id="{0621B1E5-1E3E-EDB5-28F1-88B245380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66927" y="4964431"/>
              <a:ext cx="533400" cy="533400"/>
            </a:xfrm>
            <a:prstGeom prst="rect">
              <a:avLst/>
            </a:prstGeom>
          </p:spPr>
        </p:pic>
        <p:pic>
          <p:nvPicPr>
            <p:cNvPr id="22" name="Graphic 21" descr="Basketball with solid fill">
              <a:extLst>
                <a:ext uri="{FF2B5EF4-FFF2-40B4-BE49-F238E27FC236}">
                  <a16:creationId xmlns:a16="http://schemas.microsoft.com/office/drawing/2014/main" id="{271313D9-7DED-A78A-C631-E6CCBFE8C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65819" y="4481200"/>
              <a:ext cx="533400" cy="533400"/>
            </a:xfrm>
            <a:prstGeom prst="rect">
              <a:avLst/>
            </a:prstGeom>
          </p:spPr>
        </p:pic>
        <p:pic>
          <p:nvPicPr>
            <p:cNvPr id="23" name="Graphic 22" descr="Basketball with solid fill">
              <a:extLst>
                <a:ext uri="{FF2B5EF4-FFF2-40B4-BE49-F238E27FC236}">
                  <a16:creationId xmlns:a16="http://schemas.microsoft.com/office/drawing/2014/main" id="{77A939DB-5D8E-B444-7186-0E70576FC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6694" y="5558810"/>
              <a:ext cx="533400" cy="533400"/>
            </a:xfrm>
            <a:prstGeom prst="rect">
              <a:avLst/>
            </a:prstGeom>
          </p:spPr>
        </p:pic>
        <p:pic>
          <p:nvPicPr>
            <p:cNvPr id="24" name="Graphic 23" descr="Basketball with solid fill">
              <a:extLst>
                <a:ext uri="{FF2B5EF4-FFF2-40B4-BE49-F238E27FC236}">
                  <a16:creationId xmlns:a16="http://schemas.microsoft.com/office/drawing/2014/main" id="{392B3711-4A7B-458C-6FF9-B14CCD8C1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62803" y="3770776"/>
              <a:ext cx="533400" cy="533400"/>
            </a:xfrm>
            <a:prstGeom prst="rect">
              <a:avLst/>
            </a:prstGeom>
          </p:spPr>
        </p:pic>
        <p:pic>
          <p:nvPicPr>
            <p:cNvPr id="25" name="Graphic 24" descr="Beach ball with solid fill">
              <a:extLst>
                <a:ext uri="{FF2B5EF4-FFF2-40B4-BE49-F238E27FC236}">
                  <a16:creationId xmlns:a16="http://schemas.microsoft.com/office/drawing/2014/main" id="{9C54CE49-2017-7319-6475-9D8569E74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2032" y="5149379"/>
              <a:ext cx="533400" cy="533400"/>
            </a:xfrm>
            <a:prstGeom prst="rect">
              <a:avLst/>
            </a:prstGeom>
          </p:spPr>
        </p:pic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D85D2005-B9F2-D66B-50B8-58C37D5C47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What is Entropy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D27244-DE88-6DCD-2D01-C2947B5B8EEB}"/>
              </a:ext>
            </a:extLst>
          </p:cNvPr>
          <p:cNvSpPr txBox="1"/>
          <p:nvPr/>
        </p:nvSpPr>
        <p:spPr>
          <a:xfrm>
            <a:off x="9157645" y="3384507"/>
            <a:ext cx="740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BD59A17-6FFD-ED10-5C3C-FC57D7426F16}"/>
              </a:ext>
            </a:extLst>
          </p:cNvPr>
          <p:cNvCxnSpPr>
            <a:cxnSpLocks/>
          </p:cNvCxnSpPr>
          <p:nvPr/>
        </p:nvCxnSpPr>
        <p:spPr>
          <a:xfrm>
            <a:off x="4906366" y="3761251"/>
            <a:ext cx="4203514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ACF58FA-DE3D-71AE-4366-795FDD423E57}"/>
              </a:ext>
            </a:extLst>
          </p:cNvPr>
          <p:cNvSpPr txBox="1"/>
          <p:nvPr/>
        </p:nvSpPr>
        <p:spPr>
          <a:xfrm>
            <a:off x="4024344" y="3386518"/>
            <a:ext cx="740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0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6F84BA-B872-E51B-9371-F7B94BEB99D3}"/>
              </a:ext>
            </a:extLst>
          </p:cNvPr>
          <p:cNvSpPr txBox="1"/>
          <p:nvPr/>
        </p:nvSpPr>
        <p:spPr>
          <a:xfrm>
            <a:off x="8727263" y="3147820"/>
            <a:ext cx="1601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High Entropy</a:t>
            </a:r>
            <a:endParaRPr kumimoji="0" lang="en-GB" sz="140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0E618D-788A-4CEA-E0F1-D120DCD59F74}"/>
              </a:ext>
            </a:extLst>
          </p:cNvPr>
          <p:cNvSpPr txBox="1"/>
          <p:nvPr/>
        </p:nvSpPr>
        <p:spPr>
          <a:xfrm>
            <a:off x="3593962" y="3149831"/>
            <a:ext cx="1601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Low Entropy</a:t>
            </a:r>
            <a:endParaRPr kumimoji="0" lang="en-GB" sz="140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6552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620A-57A6-8D62-4B64-F8DA16B470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What is Information Gain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5E34D-9CBF-7FE4-9546-D0788A25B599}"/>
              </a:ext>
            </a:extLst>
          </p:cNvPr>
          <p:cNvSpPr txBox="1"/>
          <p:nvPr/>
        </p:nvSpPr>
        <p:spPr>
          <a:xfrm>
            <a:off x="1987831" y="2459504"/>
            <a:ext cx="8216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Information gain is the reduction in entropy that results from splitting the data at a specific threshold.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903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4A284-F0DE-DE0A-5C2D-8A63BECA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D2B60-5252-BA80-DD82-AA488557146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What is Information Gain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4CAB941-65B7-BE2F-FF7E-498A8B9951F7}"/>
              </a:ext>
            </a:extLst>
          </p:cNvPr>
          <p:cNvSpPr/>
          <p:nvPr/>
        </p:nvSpPr>
        <p:spPr>
          <a:xfrm>
            <a:off x="5401706" y="2414588"/>
            <a:ext cx="1388585" cy="1384896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59C2061-F464-C14B-D33B-02B273133F52}"/>
              </a:ext>
            </a:extLst>
          </p:cNvPr>
          <p:cNvSpPr/>
          <p:nvPr/>
        </p:nvSpPr>
        <p:spPr>
          <a:xfrm>
            <a:off x="7021722" y="4754262"/>
            <a:ext cx="1388585" cy="1384896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205E6345-663D-F66F-309F-257C0A9DDC2D}"/>
              </a:ext>
            </a:extLst>
          </p:cNvPr>
          <p:cNvSpPr/>
          <p:nvPr/>
        </p:nvSpPr>
        <p:spPr>
          <a:xfrm>
            <a:off x="3781695" y="4754262"/>
            <a:ext cx="1388585" cy="1384896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B4B484-0636-A30F-38C4-3533A751F3A5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 flipH="1">
            <a:off x="4475987" y="3596669"/>
            <a:ext cx="1129073" cy="115759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87F6FE-5985-9A99-C223-FF318AD36291}"/>
              </a:ext>
            </a:extLst>
          </p:cNvPr>
          <p:cNvCxnSpPr>
            <a:cxnSpLocks/>
            <a:stCxn id="4" idx="5"/>
            <a:endCxn id="5" idx="0"/>
          </p:cNvCxnSpPr>
          <p:nvPr/>
        </p:nvCxnSpPr>
        <p:spPr>
          <a:xfrm>
            <a:off x="6586936" y="3596669"/>
            <a:ext cx="1129077" cy="115759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0DB4FAA-C510-4621-3EAF-079D2A09D7CE}"/>
              </a:ext>
            </a:extLst>
          </p:cNvPr>
          <p:cNvSpPr txBox="1"/>
          <p:nvPr/>
        </p:nvSpPr>
        <p:spPr>
          <a:xfrm>
            <a:off x="6853163" y="3761940"/>
            <a:ext cx="1996542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Bahnschrift" panose="020B0502040204020203" pitchFamily="34" charset="0"/>
              </a:rPr>
              <a:t>&lt; 2.5 hours studied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4E0C8C-28A7-4ABE-396D-E70643210630}"/>
              </a:ext>
            </a:extLst>
          </p:cNvPr>
          <p:cNvSpPr txBox="1"/>
          <p:nvPr/>
        </p:nvSpPr>
        <p:spPr>
          <a:xfrm>
            <a:off x="3342292" y="3761940"/>
            <a:ext cx="1996542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&gt; </a:t>
            </a:r>
            <a:r>
              <a:rPr lang="en-GB" sz="1400" dirty="0">
                <a:solidFill>
                  <a:prstClr val="black"/>
                </a:solidFill>
                <a:latin typeface="Bahnschrift" panose="020B0502040204020203" pitchFamily="34" charset="0"/>
              </a:rPr>
              <a:t>2.5 hours studied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EAD7B9-DCBB-D309-5BC6-2A5C8C16B675}"/>
              </a:ext>
            </a:extLst>
          </p:cNvPr>
          <p:cNvSpPr txBox="1"/>
          <p:nvPr/>
        </p:nvSpPr>
        <p:spPr>
          <a:xfrm>
            <a:off x="4014132" y="1085343"/>
            <a:ext cx="4163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School Data Set: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pic>
        <p:nvPicPr>
          <p:cNvPr id="16" name="Graphic 15" descr="Harvey Balls 100% with solid fill">
            <a:extLst>
              <a:ext uri="{FF2B5EF4-FFF2-40B4-BE49-F238E27FC236}">
                <a16:creationId xmlns:a16="http://schemas.microsoft.com/office/drawing/2014/main" id="{854B147C-A3BC-C3F6-DF2F-A475A5D93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8830" y="2558152"/>
            <a:ext cx="197610" cy="197610"/>
          </a:xfrm>
          <a:prstGeom prst="rect">
            <a:avLst/>
          </a:prstGeom>
        </p:spPr>
      </p:pic>
      <p:pic>
        <p:nvPicPr>
          <p:cNvPr id="17" name="Graphic 16" descr="Harvey Balls 100% with solid fill">
            <a:extLst>
              <a:ext uri="{FF2B5EF4-FFF2-40B4-BE49-F238E27FC236}">
                <a16:creationId xmlns:a16="http://schemas.microsoft.com/office/drawing/2014/main" id="{1C6B59BD-9942-543B-2E45-CDF7797E1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4191" y="2848198"/>
            <a:ext cx="197610" cy="197610"/>
          </a:xfrm>
          <a:prstGeom prst="rect">
            <a:avLst/>
          </a:prstGeom>
        </p:spPr>
      </p:pic>
      <p:pic>
        <p:nvPicPr>
          <p:cNvPr id="18" name="Graphic 17" descr="Harvey Balls 100% with solid fill">
            <a:extLst>
              <a:ext uri="{FF2B5EF4-FFF2-40B4-BE49-F238E27FC236}">
                <a16:creationId xmlns:a16="http://schemas.microsoft.com/office/drawing/2014/main" id="{6B502193-5F24-550F-E5C4-BD32F9583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968" y="3096070"/>
            <a:ext cx="197610" cy="197610"/>
          </a:xfrm>
          <a:prstGeom prst="rect">
            <a:avLst/>
          </a:prstGeom>
        </p:spPr>
      </p:pic>
      <p:pic>
        <p:nvPicPr>
          <p:cNvPr id="19" name="Graphic 18" descr="Harvey Balls 100% with solid fill">
            <a:extLst>
              <a:ext uri="{FF2B5EF4-FFF2-40B4-BE49-F238E27FC236}">
                <a16:creationId xmlns:a16="http://schemas.microsoft.com/office/drawing/2014/main" id="{00A38900-55CD-2665-6856-F4858AA59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4081" y="3272384"/>
            <a:ext cx="197610" cy="197610"/>
          </a:xfrm>
          <a:prstGeom prst="rect">
            <a:avLst/>
          </a:prstGeom>
        </p:spPr>
      </p:pic>
      <p:pic>
        <p:nvPicPr>
          <p:cNvPr id="20" name="Graphic 19" descr="Harvey Balls 100% with solid fill">
            <a:extLst>
              <a:ext uri="{FF2B5EF4-FFF2-40B4-BE49-F238E27FC236}">
                <a16:creationId xmlns:a16="http://schemas.microsoft.com/office/drawing/2014/main" id="{5FF48D95-7E71-391D-A9A8-529156F49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5535" y="3254638"/>
            <a:ext cx="197610" cy="197610"/>
          </a:xfrm>
          <a:prstGeom prst="rect">
            <a:avLst/>
          </a:prstGeom>
        </p:spPr>
      </p:pic>
      <p:pic>
        <p:nvPicPr>
          <p:cNvPr id="21" name="Graphic 20" descr="Harvey Balls 100% with solid fill">
            <a:extLst>
              <a:ext uri="{FF2B5EF4-FFF2-40B4-BE49-F238E27FC236}">
                <a16:creationId xmlns:a16="http://schemas.microsoft.com/office/drawing/2014/main" id="{970F9357-0D8A-0705-D4CA-3A32F15FB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2211" y="2843486"/>
            <a:ext cx="197610" cy="197610"/>
          </a:xfrm>
          <a:prstGeom prst="rect">
            <a:avLst/>
          </a:prstGeom>
        </p:spPr>
      </p:pic>
      <p:pic>
        <p:nvPicPr>
          <p:cNvPr id="22" name="Graphic 21" descr="Harvey Balls 100% with solid fill">
            <a:extLst>
              <a:ext uri="{FF2B5EF4-FFF2-40B4-BE49-F238E27FC236}">
                <a16:creationId xmlns:a16="http://schemas.microsoft.com/office/drawing/2014/main" id="{B8C0ACA5-8763-8B0E-F13F-BDE39AE0E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0025" y="3452248"/>
            <a:ext cx="197610" cy="197610"/>
          </a:xfrm>
          <a:prstGeom prst="rect">
            <a:avLst/>
          </a:prstGeom>
        </p:spPr>
      </p:pic>
      <p:pic>
        <p:nvPicPr>
          <p:cNvPr id="23" name="Graphic 22" descr="Harvey Balls 100% with solid fill">
            <a:extLst>
              <a:ext uri="{FF2B5EF4-FFF2-40B4-BE49-F238E27FC236}">
                <a16:creationId xmlns:a16="http://schemas.microsoft.com/office/drawing/2014/main" id="{4B358238-B66D-259F-66DB-8022FDFC14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9821" y="2997265"/>
            <a:ext cx="197610" cy="197610"/>
          </a:xfrm>
          <a:prstGeom prst="rect">
            <a:avLst/>
          </a:prstGeom>
        </p:spPr>
      </p:pic>
      <p:pic>
        <p:nvPicPr>
          <p:cNvPr id="24" name="Graphic 23" descr="Harvey Balls 100% with solid fill">
            <a:extLst>
              <a:ext uri="{FF2B5EF4-FFF2-40B4-BE49-F238E27FC236}">
                <a16:creationId xmlns:a16="http://schemas.microsoft.com/office/drawing/2014/main" id="{00EF2DE6-C66F-9EA1-E4D0-2948368E1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9396" y="2756479"/>
            <a:ext cx="197610" cy="197610"/>
          </a:xfrm>
          <a:prstGeom prst="rect">
            <a:avLst/>
          </a:prstGeom>
        </p:spPr>
      </p:pic>
      <p:pic>
        <p:nvPicPr>
          <p:cNvPr id="25" name="Graphic 24" descr="Harvey Balls 100% with solid fill">
            <a:extLst>
              <a:ext uri="{FF2B5EF4-FFF2-40B4-BE49-F238E27FC236}">
                <a16:creationId xmlns:a16="http://schemas.microsoft.com/office/drawing/2014/main" id="{B1B0AB89-A3E9-D3FD-D803-520D8C301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5304" y="3135914"/>
            <a:ext cx="197610" cy="197610"/>
          </a:xfrm>
          <a:prstGeom prst="rect">
            <a:avLst/>
          </a:prstGeom>
        </p:spPr>
      </p:pic>
      <p:pic>
        <p:nvPicPr>
          <p:cNvPr id="26" name="Graphic 25" descr="Harvey Balls 100% with solid fill">
            <a:extLst>
              <a:ext uri="{FF2B5EF4-FFF2-40B4-BE49-F238E27FC236}">
                <a16:creationId xmlns:a16="http://schemas.microsoft.com/office/drawing/2014/main" id="{A5E3FAEB-748C-6880-06DA-970C2DE19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5481" y="5057251"/>
            <a:ext cx="197610" cy="197610"/>
          </a:xfrm>
          <a:prstGeom prst="rect">
            <a:avLst/>
          </a:prstGeom>
        </p:spPr>
      </p:pic>
      <p:pic>
        <p:nvPicPr>
          <p:cNvPr id="27" name="Graphic 26" descr="Harvey Balls 100% with solid fill">
            <a:extLst>
              <a:ext uri="{FF2B5EF4-FFF2-40B4-BE49-F238E27FC236}">
                <a16:creationId xmlns:a16="http://schemas.microsoft.com/office/drawing/2014/main" id="{D6D7DA42-9593-A143-0229-53D4E391C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9058" y="5442064"/>
            <a:ext cx="197610" cy="197610"/>
          </a:xfrm>
          <a:prstGeom prst="rect">
            <a:avLst/>
          </a:prstGeom>
        </p:spPr>
      </p:pic>
      <p:pic>
        <p:nvPicPr>
          <p:cNvPr id="28" name="Graphic 27" descr="Harvey Balls 100% with solid fill">
            <a:extLst>
              <a:ext uri="{FF2B5EF4-FFF2-40B4-BE49-F238E27FC236}">
                <a16:creationId xmlns:a16="http://schemas.microsoft.com/office/drawing/2014/main" id="{3E6DE7CE-BBD2-E400-7D5C-F556AEED9A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5622" y="5499399"/>
            <a:ext cx="197610" cy="197610"/>
          </a:xfrm>
          <a:prstGeom prst="rect">
            <a:avLst/>
          </a:prstGeom>
        </p:spPr>
      </p:pic>
      <p:pic>
        <p:nvPicPr>
          <p:cNvPr id="29" name="Graphic 28" descr="Harvey Balls 100% with solid fill">
            <a:extLst>
              <a:ext uri="{FF2B5EF4-FFF2-40B4-BE49-F238E27FC236}">
                <a16:creationId xmlns:a16="http://schemas.microsoft.com/office/drawing/2014/main" id="{949903E9-D93E-3A90-42B4-B830BD33A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8045" y="5022321"/>
            <a:ext cx="197610" cy="197610"/>
          </a:xfrm>
          <a:prstGeom prst="rect">
            <a:avLst/>
          </a:prstGeom>
        </p:spPr>
      </p:pic>
      <p:pic>
        <p:nvPicPr>
          <p:cNvPr id="30" name="Graphic 29" descr="Harvey Balls 100% with solid fill">
            <a:extLst>
              <a:ext uri="{FF2B5EF4-FFF2-40B4-BE49-F238E27FC236}">
                <a16:creationId xmlns:a16="http://schemas.microsoft.com/office/drawing/2014/main" id="{D791088C-518A-6C2A-749D-4F0DAC0B1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6013" y="5738733"/>
            <a:ext cx="197610" cy="197610"/>
          </a:xfrm>
          <a:prstGeom prst="rect">
            <a:avLst/>
          </a:prstGeom>
        </p:spPr>
      </p:pic>
      <p:pic>
        <p:nvPicPr>
          <p:cNvPr id="31" name="Graphic 30" descr="Harvey Balls 100% with solid fill">
            <a:extLst>
              <a:ext uri="{FF2B5EF4-FFF2-40B4-BE49-F238E27FC236}">
                <a16:creationId xmlns:a16="http://schemas.microsoft.com/office/drawing/2014/main" id="{182CB8EB-8182-742B-6D51-B6B77AC2F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4132" y="5575047"/>
            <a:ext cx="197610" cy="197610"/>
          </a:xfrm>
          <a:prstGeom prst="rect">
            <a:avLst/>
          </a:prstGeom>
        </p:spPr>
      </p:pic>
      <p:pic>
        <p:nvPicPr>
          <p:cNvPr id="32" name="Graphic 31" descr="Harvey Balls 100% with solid fill">
            <a:extLst>
              <a:ext uri="{FF2B5EF4-FFF2-40B4-BE49-F238E27FC236}">
                <a16:creationId xmlns:a16="http://schemas.microsoft.com/office/drawing/2014/main" id="{D3A2DB8F-C107-DC30-DC64-4DDD369CC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4132" y="5101624"/>
            <a:ext cx="197610" cy="197610"/>
          </a:xfrm>
          <a:prstGeom prst="rect">
            <a:avLst/>
          </a:prstGeom>
        </p:spPr>
      </p:pic>
      <p:pic>
        <p:nvPicPr>
          <p:cNvPr id="33" name="Graphic 32" descr="Harvey Balls 100% with solid fill">
            <a:extLst>
              <a:ext uri="{FF2B5EF4-FFF2-40B4-BE49-F238E27FC236}">
                <a16:creationId xmlns:a16="http://schemas.microsoft.com/office/drawing/2014/main" id="{AFA916FF-258A-8CB0-7FB6-FE6BBDE98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0784" y="4918602"/>
            <a:ext cx="197610" cy="197610"/>
          </a:xfrm>
          <a:prstGeom prst="rect">
            <a:avLst/>
          </a:prstGeom>
        </p:spPr>
      </p:pic>
      <p:pic>
        <p:nvPicPr>
          <p:cNvPr id="34" name="Graphic 33" descr="Harvey Balls 100% with solid fill">
            <a:extLst>
              <a:ext uri="{FF2B5EF4-FFF2-40B4-BE49-F238E27FC236}">
                <a16:creationId xmlns:a16="http://schemas.microsoft.com/office/drawing/2014/main" id="{3FE2E6F3-2DEC-AD76-2E57-18DE3EB77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6016" y="5387160"/>
            <a:ext cx="197610" cy="197610"/>
          </a:xfrm>
          <a:prstGeom prst="rect">
            <a:avLst/>
          </a:prstGeom>
        </p:spPr>
      </p:pic>
      <p:pic>
        <p:nvPicPr>
          <p:cNvPr id="35" name="Graphic 34" descr="Harvey Balls 100% with solid fill">
            <a:extLst>
              <a:ext uri="{FF2B5EF4-FFF2-40B4-BE49-F238E27FC236}">
                <a16:creationId xmlns:a16="http://schemas.microsoft.com/office/drawing/2014/main" id="{0F7147E2-8936-21AC-8E3C-7277A86BF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3401" y="5737066"/>
            <a:ext cx="197610" cy="19761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DDE0B50-3332-8EE0-2EB4-D3155840C14C}"/>
              </a:ext>
            </a:extLst>
          </p:cNvPr>
          <p:cNvSpPr txBox="1"/>
          <p:nvPr/>
        </p:nvSpPr>
        <p:spPr>
          <a:xfrm>
            <a:off x="426749" y="3547555"/>
            <a:ext cx="1996542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Bahnschrift" panose="020B0502040204020203" pitchFamily="34" charset="0"/>
                <a:cs typeface="Times New Roman" panose="02020603050405020304" pitchFamily="18" charset="0"/>
              </a:rPr>
              <a:t>Students that passed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71F8BC-DF41-E4D1-FB55-CE2567DBB98F}"/>
              </a:ext>
            </a:extLst>
          </p:cNvPr>
          <p:cNvSpPr txBox="1"/>
          <p:nvPr/>
        </p:nvSpPr>
        <p:spPr>
          <a:xfrm>
            <a:off x="426749" y="3899771"/>
            <a:ext cx="1996542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Bahnschrift" panose="020B0502040204020203" pitchFamily="34" charset="0"/>
                <a:cs typeface="Times New Roman" panose="02020603050405020304" pitchFamily="18" charset="0"/>
              </a:rPr>
              <a:t>Students that failed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38" name="Graphic 37" descr="Harvey Balls 100% with solid fill">
            <a:extLst>
              <a:ext uri="{FF2B5EF4-FFF2-40B4-BE49-F238E27FC236}">
                <a16:creationId xmlns:a16="http://schemas.microsoft.com/office/drawing/2014/main" id="{18E4C7A3-18A6-6C4B-1FF6-4E68703D7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227" y="3602639"/>
            <a:ext cx="197610" cy="197610"/>
          </a:xfrm>
          <a:prstGeom prst="rect">
            <a:avLst/>
          </a:prstGeom>
        </p:spPr>
      </p:pic>
      <p:pic>
        <p:nvPicPr>
          <p:cNvPr id="39" name="Graphic 38" descr="Harvey Balls 100% with solid fill">
            <a:extLst>
              <a:ext uri="{FF2B5EF4-FFF2-40B4-BE49-F238E27FC236}">
                <a16:creationId xmlns:a16="http://schemas.microsoft.com/office/drawing/2014/main" id="{F695E6B1-C919-7FA5-4C24-C37195D9F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260" y="3982791"/>
            <a:ext cx="197610" cy="19761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7F353F9-420F-5FA0-71BF-4AF96A19DA03}"/>
              </a:ext>
            </a:extLst>
          </p:cNvPr>
          <p:cNvSpPr txBox="1"/>
          <p:nvPr/>
        </p:nvSpPr>
        <p:spPr>
          <a:xfrm>
            <a:off x="4730837" y="1946451"/>
            <a:ext cx="27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Initial Entropy ≈ 0.97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8F3D78-9B89-539E-3578-5054F37782E7}"/>
              </a:ext>
            </a:extLst>
          </p:cNvPr>
          <p:cNvSpPr txBox="1"/>
          <p:nvPr/>
        </p:nvSpPr>
        <p:spPr>
          <a:xfrm>
            <a:off x="8410306" y="5304520"/>
            <a:ext cx="2429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Right Entropy ≈ 0.97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E387AB-57D2-9A54-5061-576F0A604F0E}"/>
              </a:ext>
            </a:extLst>
          </p:cNvPr>
          <p:cNvSpPr txBox="1"/>
          <p:nvPr/>
        </p:nvSpPr>
        <p:spPr>
          <a:xfrm>
            <a:off x="1444231" y="5286376"/>
            <a:ext cx="2334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Left Entropy ≈ 0.72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574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597B9-0D99-EFD2-6492-6B1A6F69A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2ADD-F443-3CDD-14F4-D356C8293E4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What is Information Gain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2268BB-27D5-FA1A-62D7-1A02FF803225}"/>
              </a:ext>
            </a:extLst>
          </p:cNvPr>
          <p:cNvSpPr txBox="1"/>
          <p:nvPr/>
        </p:nvSpPr>
        <p:spPr>
          <a:xfrm>
            <a:off x="4014132" y="1085343"/>
            <a:ext cx="4163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School Data Set: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83B0EC6-6083-2145-4EA6-117221359719}"/>
                  </a:ext>
                </a:extLst>
              </p:cNvPr>
              <p:cNvSpPr txBox="1"/>
              <p:nvPr/>
            </p:nvSpPr>
            <p:spPr>
              <a:xfrm>
                <a:off x="3029755" y="4281724"/>
                <a:ext cx="6132491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0" lang="de-CH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de-CH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kumimoji="0" lang="de-CH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𝑙</m:t>
                        </m:r>
                        <m:r>
                          <a:rPr kumimoji="0" lang="de-CH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0" lang="de-CH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A02B93">
                                <a:lumMod val="60000"/>
                                <a:lumOff val="4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0" lang="de-CH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 = share of elements in respective node</a:t>
                </a:r>
                <a:endParaRPr lang="en-GB" sz="2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83B0EC6-6083-2145-4EA6-117221359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755" y="4281724"/>
                <a:ext cx="6132491" cy="477888"/>
              </a:xfrm>
              <a:prstGeom prst="rect">
                <a:avLst/>
              </a:prstGeom>
              <a:blipFill>
                <a:blip r:embed="rId2"/>
                <a:stretch>
                  <a:fillRect t="-12658" r="-99" b="-215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29A24C-6E57-1D72-093D-AE545BE85323}"/>
                  </a:ext>
                </a:extLst>
              </p:cNvPr>
              <p:cNvSpPr txBox="1"/>
              <p:nvPr/>
            </p:nvSpPr>
            <p:spPr>
              <a:xfrm>
                <a:off x="681405" y="3059668"/>
                <a:ext cx="108933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𝐼𝑛𝑓𝑜𝑟𝑚𝑎𝑡𝑖𝑜𝑛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𝐼𝑛𝑖𝑡𝑖𝑎𝑙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de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𝐿𝑒𝑓𝑡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𝐸𝑛𝑡𝑟𝑜𝑝𝑦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de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𝑅𝑖𝑔h𝑡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𝐸𝑛𝑡𝑟𝑜𝑝𝑦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29A24C-6E57-1D72-093D-AE545BE85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05" y="3059668"/>
                <a:ext cx="10893303" cy="369332"/>
              </a:xfrm>
              <a:prstGeom prst="rect">
                <a:avLst/>
              </a:prstGeom>
              <a:blipFill>
                <a:blip r:embed="rId3"/>
                <a:stretch>
                  <a:fillRect l="-392" b="-360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540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46BFB-7BAF-4735-066B-5DC2DF9E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0B43-66A6-DE5D-8505-3EF3391270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4EA72E">
                    <a:lumMod val="50000"/>
                  </a:srgbClr>
                </a:solidFill>
                <a:latin typeface="Consolas" panose="020B0609020204030204"/>
              </a:rPr>
              <a:t>What is Information Gain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rgbClr val="4EA72E">
                  <a:lumMod val="50000"/>
                </a:srgbClr>
              </a:solidFill>
              <a:effectLst/>
              <a:uLnTx/>
              <a:uFillTx/>
              <a:latin typeface="Consolas" panose="020B0609020204030204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E6867-0E46-F891-1E8A-62D94814EBA6}"/>
              </a:ext>
            </a:extLst>
          </p:cNvPr>
          <p:cNvSpPr txBox="1"/>
          <p:nvPr/>
        </p:nvSpPr>
        <p:spPr>
          <a:xfrm>
            <a:off x="4014132" y="1085343"/>
            <a:ext cx="4163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School Data Set: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1CD2A4-86A4-8A58-9C80-AC5A3F237B23}"/>
                  </a:ext>
                </a:extLst>
              </p:cNvPr>
              <p:cNvSpPr txBox="1"/>
              <p:nvPr/>
            </p:nvSpPr>
            <p:spPr>
              <a:xfrm>
                <a:off x="2640242" y="4256032"/>
                <a:ext cx="6911510" cy="991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de-CH" sz="2400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2400" b="0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de-CH" sz="2400" b="0" i="0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kumimoji="0" lang="de-CH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 because the left and right nodes both</a:t>
                </a:r>
                <a:r>
                  <a:rPr lang="de-CH" sz="2400" dirty="0">
                    <a:solidFill>
                      <a:srgbClr val="A02B93">
                        <a:lumMod val="60000"/>
                        <a:lumOff val="40000"/>
                      </a:srgbClr>
                    </a:solidFill>
                    <a:latin typeface="Bahnschrift" panose="020B0502040204020203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de-CH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contain</a:t>
                </a:r>
                <a:r>
                  <a:rPr kumimoji="0" lang="de-CH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 5</a:t>
                </a:r>
                <a:r>
                  <a:rPr kumimoji="0" lang="de-CH" sz="2400" b="0" i="0" u="none" strike="noStrike" kern="1200" cap="none" spc="0" normalizeH="0" noProof="0" dirty="0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 out of 10 </a:t>
                </a:r>
                <a:r>
                  <a:rPr kumimoji="0" lang="de-CH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A02B93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Times New Roman" panose="02020603050405020304" pitchFamily="18" charset="0"/>
                  </a:rPr>
                  <a:t>students</a:t>
                </a:r>
                <a:endParaRPr lang="en-GB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1CD2A4-86A4-8A58-9C80-AC5A3F237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242" y="4256032"/>
                <a:ext cx="6911510" cy="991553"/>
              </a:xfrm>
              <a:prstGeom prst="rect">
                <a:avLst/>
              </a:prstGeom>
              <a:blipFill>
                <a:blip r:embed="rId2"/>
                <a:stretch>
                  <a:fillRect r="-882" b="-128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417F41-5572-7E07-AED8-F080010C8304}"/>
                  </a:ext>
                </a:extLst>
              </p:cNvPr>
              <p:cNvSpPr txBox="1"/>
              <p:nvPr/>
            </p:nvSpPr>
            <p:spPr>
              <a:xfrm>
                <a:off x="2066368" y="2743441"/>
                <a:ext cx="8059258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𝐼𝑛𝑓𝑜𝑟𝑚𝑎𝑡𝑖𝑜𝑛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=0.97−</m:t>
                      </m:r>
                      <m:d>
                        <m:dPr>
                          <m:ctrlPr>
                            <a:rPr lang="de-CH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de-CH" sz="24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de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0.72+</m:t>
                          </m:r>
                          <m:f>
                            <m:fPr>
                              <m:ctrlPr>
                                <a:rPr lang="de-CH" sz="240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24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de-CH" sz="24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de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·0.</m:t>
                          </m:r>
                          <m:r>
                            <a:rPr lang="de-CH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  <m:r>
                            <a:rPr lang="de-CH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de-CH" sz="2400" b="0" i="1" smtClean="0">
                          <a:latin typeface="Cambria Math" panose="02040503050406030204" pitchFamily="18" charset="0"/>
                        </a:rPr>
                        <m:t>=0.125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417F41-5572-7E07-AED8-F080010C8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368" y="2743441"/>
                <a:ext cx="8059258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66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F87A0E-2776-E46D-DF81-E1305EC0B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4" y="1674225"/>
            <a:ext cx="5295949" cy="3537249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69064AD0-9975-57EF-4E7C-62412D4BDA0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School Data Set: Calculations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AD9673-328E-3B00-13F7-A830754E7616}"/>
              </a:ext>
            </a:extLst>
          </p:cNvPr>
          <p:cNvSpPr txBox="1"/>
          <p:nvPr/>
        </p:nvSpPr>
        <p:spPr>
          <a:xfrm>
            <a:off x="1505183" y="1110581"/>
            <a:ext cx="9181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Calculate the information 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ain for the predefined best thresholds: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E068E2E-804B-BFCE-D2C3-563AE6B3807B}"/>
              </a:ext>
            </a:extLst>
          </p:cNvPr>
          <p:cNvGrpSpPr/>
          <p:nvPr/>
        </p:nvGrpSpPr>
        <p:grpSpPr>
          <a:xfrm>
            <a:off x="5629846" y="1690688"/>
            <a:ext cx="6047804" cy="3229738"/>
            <a:chOff x="6185298" y="1690688"/>
            <a:chExt cx="5492352" cy="293310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9BC33A0-0F71-592D-29DD-B11296B69CED}"/>
                </a:ext>
              </a:extLst>
            </p:cNvPr>
            <p:cNvGrpSpPr/>
            <p:nvPr/>
          </p:nvGrpSpPr>
          <p:grpSpPr>
            <a:xfrm>
              <a:off x="6185298" y="1690688"/>
              <a:ext cx="5492352" cy="2933107"/>
              <a:chOff x="1881931" y="1844380"/>
              <a:chExt cx="7836464" cy="4184945"/>
            </a:xfrm>
          </p:grpSpPr>
          <p:sp>
            <p:nvSpPr>
              <p:cNvPr id="11" name="Flowchart: Connector 10">
                <a:extLst>
                  <a:ext uri="{FF2B5EF4-FFF2-40B4-BE49-F238E27FC236}">
                    <a16:creationId xmlns:a16="http://schemas.microsoft.com/office/drawing/2014/main" id="{083015B2-2A1D-4127-2F10-9938F1BAF522}"/>
                  </a:ext>
                </a:extLst>
              </p:cNvPr>
              <p:cNvSpPr/>
              <p:nvPr/>
            </p:nvSpPr>
            <p:spPr>
              <a:xfrm>
                <a:off x="5743037" y="184438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779D7B87-F23C-5501-510F-E505688AAB4A}"/>
                  </a:ext>
                </a:extLst>
              </p:cNvPr>
              <p:cNvSpPr/>
              <p:nvPr/>
            </p:nvSpPr>
            <p:spPr>
              <a:xfrm>
                <a:off x="6788108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59E2138E-944B-76A4-1F6F-AD3056F7FD91}"/>
                  </a:ext>
                </a:extLst>
              </p:cNvPr>
              <p:cNvSpPr/>
              <p:nvPr/>
            </p:nvSpPr>
            <p:spPr>
              <a:xfrm>
                <a:off x="4697969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Flowchart: Connector 13">
                <a:extLst>
                  <a:ext uri="{FF2B5EF4-FFF2-40B4-BE49-F238E27FC236}">
                    <a16:creationId xmlns:a16="http://schemas.microsoft.com/office/drawing/2014/main" id="{D0650C9E-B257-E1AA-0F42-23445FDDEC9A}"/>
                  </a:ext>
                </a:extLst>
              </p:cNvPr>
              <p:cNvSpPr/>
              <p:nvPr/>
            </p:nvSpPr>
            <p:spPr>
              <a:xfrm>
                <a:off x="5743037" y="513355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74DA326C-52B7-E6CC-1F02-69F022B54685}"/>
                  </a:ext>
                </a:extLst>
              </p:cNvPr>
              <p:cNvSpPr/>
              <p:nvPr/>
            </p:nvSpPr>
            <p:spPr>
              <a:xfrm>
                <a:off x="3523077" y="5132638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6B40A60-7C33-16F5-8584-C2EA0F1DFD16}"/>
                  </a:ext>
                </a:extLst>
              </p:cNvPr>
              <p:cNvCxnSpPr>
                <a:cxnSpLocks/>
                <a:stCxn id="11" idx="3"/>
                <a:endCxn id="13" idx="0"/>
              </p:cNvCxnSpPr>
              <p:nvPr/>
            </p:nvCxnSpPr>
            <p:spPr>
              <a:xfrm flipH="1">
                <a:off x="5145856" y="2608971"/>
                <a:ext cx="728364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7E34E44-286E-39FE-39C5-1F736979D092}"/>
                  </a:ext>
                </a:extLst>
              </p:cNvPr>
              <p:cNvCxnSpPr>
                <a:cxnSpLocks/>
                <a:stCxn id="11" idx="5"/>
                <a:endCxn id="12" idx="0"/>
              </p:cNvCxnSpPr>
              <p:nvPr/>
            </p:nvCxnSpPr>
            <p:spPr>
              <a:xfrm>
                <a:off x="6507628" y="2608971"/>
                <a:ext cx="728367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D5A5698-519B-173C-1EF5-E8A024014CC8}"/>
                  </a:ext>
                </a:extLst>
              </p:cNvPr>
              <p:cNvCxnSpPr>
                <a:cxnSpLocks/>
                <a:stCxn id="13" idx="5"/>
                <a:endCxn id="14" idx="0"/>
              </p:cNvCxnSpPr>
              <p:nvPr/>
            </p:nvCxnSpPr>
            <p:spPr>
              <a:xfrm>
                <a:off x="5462560" y="4122313"/>
                <a:ext cx="728364" cy="10112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7A37D8A-D644-E69B-C35B-271ABAB52A40}"/>
                  </a:ext>
                </a:extLst>
              </p:cNvPr>
              <p:cNvCxnSpPr>
                <a:cxnSpLocks/>
                <a:stCxn id="13" idx="3"/>
                <a:endCxn id="15" idx="0"/>
              </p:cNvCxnSpPr>
              <p:nvPr/>
            </p:nvCxnSpPr>
            <p:spPr>
              <a:xfrm flipH="1">
                <a:off x="3970964" y="4122313"/>
                <a:ext cx="858189" cy="10103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8F4E602-03A5-03AF-E3A2-638690977F89}"/>
                  </a:ext>
                </a:extLst>
              </p:cNvPr>
              <p:cNvSpPr txBox="1"/>
              <p:nvPr/>
            </p:nvSpPr>
            <p:spPr>
              <a:xfrm>
                <a:off x="6043242" y="4426272"/>
                <a:ext cx="2076651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&gt;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D308DF-D87B-A518-1340-51BCF343791A}"/>
                  </a:ext>
                </a:extLst>
              </p:cNvPr>
              <p:cNvSpPr txBox="1"/>
              <p:nvPr/>
            </p:nvSpPr>
            <p:spPr>
              <a:xfrm>
                <a:off x="1881931" y="4426272"/>
                <a:ext cx="2378919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&lt;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F861A-5053-81A8-487D-B8186FA98563}"/>
                  </a:ext>
                </a:extLst>
              </p:cNvPr>
              <p:cNvSpPr txBox="1"/>
              <p:nvPr/>
            </p:nvSpPr>
            <p:spPr>
              <a:xfrm>
                <a:off x="6788107" y="2729105"/>
                <a:ext cx="2930288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</a:rPr>
                  <a:t>&gt; </a:t>
                </a: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7B0F6D0-66AB-6362-769F-D5C3B3675C99}"/>
                  </a:ext>
                </a:extLst>
              </p:cNvPr>
              <p:cNvSpPr txBox="1"/>
              <p:nvPr/>
            </p:nvSpPr>
            <p:spPr>
              <a:xfrm>
                <a:off x="2684097" y="2723857"/>
                <a:ext cx="2462857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&lt; 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8888D1A4-35E7-C106-E7D0-216E4A0A0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95021" y="1779348"/>
              <a:ext cx="75624" cy="75624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C7558A11-0D11-6014-9495-785F88602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98073" y="1890346"/>
              <a:ext cx="75624" cy="75624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1899084A-D09B-5954-3146-8DEA80CD5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05789" y="1985205"/>
              <a:ext cx="75624" cy="75624"/>
            </a:xfrm>
            <a:prstGeom prst="rect">
              <a:avLst/>
            </a:prstGeom>
          </p:spPr>
        </p:pic>
        <p:pic>
          <p:nvPicPr>
            <p:cNvPr id="30" name="Graphic 29" descr="Harvey Balls 100% with solid fill">
              <a:extLst>
                <a:ext uri="{FF2B5EF4-FFF2-40B4-BE49-F238E27FC236}">
                  <a16:creationId xmlns:a16="http://schemas.microsoft.com/office/drawing/2014/main" id="{7A2B20AA-AF1D-C232-5D8F-9FA4DCB47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96530" y="2052679"/>
              <a:ext cx="75624" cy="75624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3C3BFC56-72D1-2162-5EBE-7DE133915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5741" y="2045888"/>
              <a:ext cx="75624" cy="75624"/>
            </a:xfrm>
            <a:prstGeom prst="rect">
              <a:avLst/>
            </a:prstGeom>
          </p:spPr>
        </p:pic>
        <p:pic>
          <p:nvPicPr>
            <p:cNvPr id="32" name="Graphic 31" descr="Harvey Balls 100% with solid fill">
              <a:extLst>
                <a:ext uri="{FF2B5EF4-FFF2-40B4-BE49-F238E27FC236}">
                  <a16:creationId xmlns:a16="http://schemas.microsoft.com/office/drawing/2014/main" id="{CF27433B-CB55-3EBA-2F14-ABB85A702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61373" y="1888543"/>
              <a:ext cx="75624" cy="75624"/>
            </a:xfrm>
            <a:prstGeom prst="rect">
              <a:avLst/>
            </a:prstGeom>
          </p:spPr>
        </p:pic>
        <p:pic>
          <p:nvPicPr>
            <p:cNvPr id="33" name="Graphic 32" descr="Harvey Balls 100% with solid fill">
              <a:extLst>
                <a:ext uri="{FF2B5EF4-FFF2-40B4-BE49-F238E27FC236}">
                  <a16:creationId xmlns:a16="http://schemas.microsoft.com/office/drawing/2014/main" id="{D2A161F5-4AAB-645F-286A-90375D248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57209" y="2121511"/>
              <a:ext cx="75624" cy="75624"/>
            </a:xfrm>
            <a:prstGeom prst="rect">
              <a:avLst/>
            </a:prstGeom>
          </p:spPr>
        </p:pic>
        <p:pic>
          <p:nvPicPr>
            <p:cNvPr id="34" name="Graphic 33" descr="Harvey Balls 100% with solid fill">
              <a:extLst>
                <a:ext uri="{FF2B5EF4-FFF2-40B4-BE49-F238E27FC236}">
                  <a16:creationId xmlns:a16="http://schemas.microsoft.com/office/drawing/2014/main" id="{F48FFAFB-E239-D96E-296B-75D55BD63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36996" y="1947393"/>
              <a:ext cx="75624" cy="75624"/>
            </a:xfrm>
            <a:prstGeom prst="rect">
              <a:avLst/>
            </a:prstGeom>
          </p:spPr>
        </p:pic>
        <p:pic>
          <p:nvPicPr>
            <p:cNvPr id="35" name="Graphic 34" descr="Harvey Balls 100% with solid fill">
              <a:extLst>
                <a:ext uri="{FF2B5EF4-FFF2-40B4-BE49-F238E27FC236}">
                  <a16:creationId xmlns:a16="http://schemas.microsoft.com/office/drawing/2014/main" id="{D9AEEB6A-7504-5295-23A8-6EAF4A7E5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1911" y="1855246"/>
              <a:ext cx="75624" cy="75624"/>
            </a:xfrm>
            <a:prstGeom prst="rect">
              <a:avLst/>
            </a:prstGeom>
          </p:spPr>
        </p:pic>
        <p:pic>
          <p:nvPicPr>
            <p:cNvPr id="36" name="Graphic 35" descr="Harvey Balls 100% with solid fill">
              <a:extLst>
                <a:ext uri="{FF2B5EF4-FFF2-40B4-BE49-F238E27FC236}">
                  <a16:creationId xmlns:a16="http://schemas.microsoft.com/office/drawing/2014/main" id="{569A8356-E7A3-C293-E537-B8FBBDDD8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02326" y="2000453"/>
              <a:ext cx="75624" cy="75624"/>
            </a:xfrm>
            <a:prstGeom prst="rect">
              <a:avLst/>
            </a:prstGeom>
          </p:spPr>
        </p:pic>
        <p:pic>
          <p:nvPicPr>
            <p:cNvPr id="38" name="Graphic 37" descr="Harvey Balls 100% with solid fill">
              <a:extLst>
                <a:ext uri="{FF2B5EF4-FFF2-40B4-BE49-F238E27FC236}">
                  <a16:creationId xmlns:a16="http://schemas.microsoft.com/office/drawing/2014/main" id="{75DF7E48-15FB-E6A9-1410-099976E06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29573" y="2842198"/>
              <a:ext cx="75624" cy="75624"/>
            </a:xfrm>
            <a:prstGeom prst="rect">
              <a:avLst/>
            </a:prstGeom>
          </p:spPr>
        </p:pic>
        <p:pic>
          <p:nvPicPr>
            <p:cNvPr id="39" name="Graphic 38" descr="Harvey Balls 100% with solid fill">
              <a:extLst>
                <a:ext uri="{FF2B5EF4-FFF2-40B4-BE49-F238E27FC236}">
                  <a16:creationId xmlns:a16="http://schemas.microsoft.com/office/drawing/2014/main" id="{31C9BE8C-1563-12D3-C1A4-860F38BCD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07146" y="2902627"/>
              <a:ext cx="75624" cy="75624"/>
            </a:xfrm>
            <a:prstGeom prst="rect">
              <a:avLst/>
            </a:prstGeom>
          </p:spPr>
        </p:pic>
        <p:pic>
          <p:nvPicPr>
            <p:cNvPr id="40" name="Graphic 39" descr="Harvey Balls 100% with solid fill">
              <a:extLst>
                <a:ext uri="{FF2B5EF4-FFF2-40B4-BE49-F238E27FC236}">
                  <a16:creationId xmlns:a16="http://schemas.microsoft.com/office/drawing/2014/main" id="{3A78D4F7-E3DA-45F5-9035-78FCFA3CD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44958" y="3066067"/>
              <a:ext cx="75624" cy="75624"/>
            </a:xfrm>
            <a:prstGeom prst="rect">
              <a:avLst/>
            </a:prstGeom>
          </p:spPr>
        </p:pic>
        <p:pic>
          <p:nvPicPr>
            <p:cNvPr id="41" name="Graphic 40" descr="Harvey Balls 100% with solid fill">
              <a:extLst>
                <a:ext uri="{FF2B5EF4-FFF2-40B4-BE49-F238E27FC236}">
                  <a16:creationId xmlns:a16="http://schemas.microsoft.com/office/drawing/2014/main" id="{332EE0EA-41BF-A4F6-E268-7DEF73471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18864" y="3027445"/>
              <a:ext cx="75624" cy="75624"/>
            </a:xfrm>
            <a:prstGeom prst="rect">
              <a:avLst/>
            </a:prstGeom>
          </p:spPr>
        </p:pic>
        <p:pic>
          <p:nvPicPr>
            <p:cNvPr id="42" name="Graphic 41" descr="Harvey Balls 100% with solid fill">
              <a:extLst>
                <a:ext uri="{FF2B5EF4-FFF2-40B4-BE49-F238E27FC236}">
                  <a16:creationId xmlns:a16="http://schemas.microsoft.com/office/drawing/2014/main" id="{67E2A852-6D6A-1A7C-6334-521733B97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67385" y="3171230"/>
              <a:ext cx="75624" cy="75624"/>
            </a:xfrm>
            <a:prstGeom prst="rect">
              <a:avLst/>
            </a:prstGeom>
          </p:spPr>
        </p:pic>
        <p:pic>
          <p:nvPicPr>
            <p:cNvPr id="43" name="Graphic 42" descr="Harvey Balls 100% with solid fill">
              <a:extLst>
                <a:ext uri="{FF2B5EF4-FFF2-40B4-BE49-F238E27FC236}">
                  <a16:creationId xmlns:a16="http://schemas.microsoft.com/office/drawing/2014/main" id="{69CBE829-E154-1AEA-EB50-2E6D6E260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24827" y="3180122"/>
              <a:ext cx="75624" cy="75624"/>
            </a:xfrm>
            <a:prstGeom prst="rect">
              <a:avLst/>
            </a:prstGeom>
          </p:spPr>
        </p:pic>
        <p:pic>
          <p:nvPicPr>
            <p:cNvPr id="44" name="Graphic 43" descr="Harvey Balls 100% with solid fill">
              <a:extLst>
                <a:ext uri="{FF2B5EF4-FFF2-40B4-BE49-F238E27FC236}">
                  <a16:creationId xmlns:a16="http://schemas.microsoft.com/office/drawing/2014/main" id="{EB437DE2-68E1-51F7-4F75-936BD24CB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80580" y="2945993"/>
              <a:ext cx="75624" cy="75624"/>
            </a:xfrm>
            <a:prstGeom prst="rect">
              <a:avLst/>
            </a:prstGeom>
          </p:spPr>
        </p:pic>
        <p:pic>
          <p:nvPicPr>
            <p:cNvPr id="45" name="Graphic 44" descr="Harvey Balls 100% with solid fill">
              <a:extLst>
                <a:ext uri="{FF2B5EF4-FFF2-40B4-BE49-F238E27FC236}">
                  <a16:creationId xmlns:a16="http://schemas.microsoft.com/office/drawing/2014/main" id="{B7FB2F68-9158-8956-8206-ACE0B44E8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69779" y="2894648"/>
              <a:ext cx="75624" cy="75624"/>
            </a:xfrm>
            <a:prstGeom prst="rect">
              <a:avLst/>
            </a:prstGeom>
          </p:spPr>
        </p:pic>
        <p:pic>
          <p:nvPicPr>
            <p:cNvPr id="46" name="Graphic 45" descr="Harvey Balls 100% with solid fill">
              <a:extLst>
                <a:ext uri="{FF2B5EF4-FFF2-40B4-BE49-F238E27FC236}">
                  <a16:creationId xmlns:a16="http://schemas.microsoft.com/office/drawing/2014/main" id="{6C28FB15-6562-7BC9-233D-52C945016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8598" y="3079260"/>
              <a:ext cx="75624" cy="75624"/>
            </a:xfrm>
            <a:prstGeom prst="rect">
              <a:avLst/>
            </a:prstGeom>
          </p:spPr>
        </p:pic>
        <p:pic>
          <p:nvPicPr>
            <p:cNvPr id="47" name="Graphic 46" descr="Harvey Balls 100% with solid fill">
              <a:extLst>
                <a:ext uri="{FF2B5EF4-FFF2-40B4-BE49-F238E27FC236}">
                  <a16:creationId xmlns:a16="http://schemas.microsoft.com/office/drawing/2014/main" id="{72C62078-E34A-C31D-A079-7906F1B4F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13841" y="3052612"/>
              <a:ext cx="75624" cy="75624"/>
            </a:xfrm>
            <a:prstGeom prst="rect">
              <a:avLst/>
            </a:prstGeom>
          </p:spPr>
        </p:pic>
        <p:pic>
          <p:nvPicPr>
            <p:cNvPr id="48" name="Graphic 47" descr="Harvey Balls 100% with solid fill">
              <a:extLst>
                <a:ext uri="{FF2B5EF4-FFF2-40B4-BE49-F238E27FC236}">
                  <a16:creationId xmlns:a16="http://schemas.microsoft.com/office/drawing/2014/main" id="{3D91438F-C91C-9644-ED89-0908D7A7B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67535" y="4271432"/>
              <a:ext cx="75624" cy="75624"/>
            </a:xfrm>
            <a:prstGeom prst="rect">
              <a:avLst/>
            </a:prstGeom>
          </p:spPr>
        </p:pic>
        <p:pic>
          <p:nvPicPr>
            <p:cNvPr id="49" name="Graphic 48" descr="Harvey Balls 100% with solid fill">
              <a:extLst>
                <a:ext uri="{FF2B5EF4-FFF2-40B4-BE49-F238E27FC236}">
                  <a16:creationId xmlns:a16="http://schemas.microsoft.com/office/drawing/2014/main" id="{968E706B-F239-EB92-F42A-B6CF42681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80778" y="4271432"/>
              <a:ext cx="75624" cy="75624"/>
            </a:xfrm>
            <a:prstGeom prst="rect">
              <a:avLst/>
            </a:prstGeom>
          </p:spPr>
        </p:pic>
        <p:pic>
          <p:nvPicPr>
            <p:cNvPr id="50" name="Graphic 49" descr="Harvey Balls 100% with solid fill">
              <a:extLst>
                <a:ext uri="{FF2B5EF4-FFF2-40B4-BE49-F238E27FC236}">
                  <a16:creationId xmlns:a16="http://schemas.microsoft.com/office/drawing/2014/main" id="{95865327-23F7-A28B-B152-A4502D78D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23170" y="4106457"/>
              <a:ext cx="75624" cy="75624"/>
            </a:xfrm>
            <a:prstGeom prst="rect">
              <a:avLst/>
            </a:prstGeom>
          </p:spPr>
        </p:pic>
        <p:pic>
          <p:nvPicPr>
            <p:cNvPr id="51" name="Graphic 50" descr="Harvey Balls 100% with solid fill">
              <a:extLst>
                <a:ext uri="{FF2B5EF4-FFF2-40B4-BE49-F238E27FC236}">
                  <a16:creationId xmlns:a16="http://schemas.microsoft.com/office/drawing/2014/main" id="{0811C090-3E0D-8C71-17F9-F4A8C2B77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55398" y="4271432"/>
              <a:ext cx="75624" cy="75624"/>
            </a:xfrm>
            <a:prstGeom prst="rect">
              <a:avLst/>
            </a:prstGeom>
          </p:spPr>
        </p:pic>
        <p:pic>
          <p:nvPicPr>
            <p:cNvPr id="52" name="Graphic 51" descr="Harvey Balls 100% with solid fill">
              <a:extLst>
                <a:ext uri="{FF2B5EF4-FFF2-40B4-BE49-F238E27FC236}">
                  <a16:creationId xmlns:a16="http://schemas.microsoft.com/office/drawing/2014/main" id="{ABB8CCF3-E727-A076-7DA4-346AC4B4E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85358" y="4444453"/>
              <a:ext cx="75624" cy="7562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FE5DA89-7CEF-BFDD-9E29-20E477296222}"/>
                  </a:ext>
                </a:extLst>
              </p:cNvPr>
              <p:cNvSpPr txBox="1"/>
              <p:nvPr/>
            </p:nvSpPr>
            <p:spPr>
              <a:xfrm>
                <a:off x="1191214" y="5445120"/>
                <a:ext cx="3509108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·</m:t>
                          </m:r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1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FE5DA89-7CEF-BFDD-9E29-20E477296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214" y="5445120"/>
                <a:ext cx="3509108" cy="10433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Picture 88">
            <a:extLst>
              <a:ext uri="{FF2B5EF4-FFF2-40B4-BE49-F238E27FC236}">
                <a16:creationId xmlns:a16="http://schemas.microsoft.com/office/drawing/2014/main" id="{2F431436-3DE7-59DE-B3A0-2DB586B645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049672" y="5767719"/>
            <a:ext cx="6857737" cy="3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7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587B-D723-71FB-BD7E-631C083DB29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School Data Set: Calculations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ECB07F-8C36-7FC4-5F62-3BD5C4D85D2B}"/>
              </a:ext>
            </a:extLst>
          </p:cNvPr>
          <p:cNvGrpSpPr/>
          <p:nvPr/>
        </p:nvGrpSpPr>
        <p:grpSpPr>
          <a:xfrm>
            <a:off x="3072098" y="2455481"/>
            <a:ext cx="6047804" cy="3229738"/>
            <a:chOff x="6185298" y="1690688"/>
            <a:chExt cx="5492352" cy="293310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B89A1FA-0269-C7D0-E1A5-96A3431D136C}"/>
                </a:ext>
              </a:extLst>
            </p:cNvPr>
            <p:cNvGrpSpPr/>
            <p:nvPr/>
          </p:nvGrpSpPr>
          <p:grpSpPr>
            <a:xfrm>
              <a:off x="6185298" y="1690688"/>
              <a:ext cx="5492352" cy="2933107"/>
              <a:chOff x="1881931" y="1844380"/>
              <a:chExt cx="7836464" cy="4184945"/>
            </a:xfrm>
          </p:grpSpPr>
          <p:sp>
            <p:nvSpPr>
              <p:cNvPr id="30" name="Flowchart: Connector 29">
                <a:extLst>
                  <a:ext uri="{FF2B5EF4-FFF2-40B4-BE49-F238E27FC236}">
                    <a16:creationId xmlns:a16="http://schemas.microsoft.com/office/drawing/2014/main" id="{38875488-559D-855D-6858-F15AC45927A4}"/>
                  </a:ext>
                </a:extLst>
              </p:cNvPr>
              <p:cNvSpPr/>
              <p:nvPr/>
            </p:nvSpPr>
            <p:spPr>
              <a:xfrm>
                <a:off x="5743037" y="184438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Flowchart: Connector 30">
                <a:extLst>
                  <a:ext uri="{FF2B5EF4-FFF2-40B4-BE49-F238E27FC236}">
                    <a16:creationId xmlns:a16="http://schemas.microsoft.com/office/drawing/2014/main" id="{684B80B3-0FBE-5A55-E25B-C9E3238D6229}"/>
                  </a:ext>
                </a:extLst>
              </p:cNvPr>
              <p:cNvSpPr/>
              <p:nvPr/>
            </p:nvSpPr>
            <p:spPr>
              <a:xfrm>
                <a:off x="6788108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Flowchart: Connector 31">
                <a:extLst>
                  <a:ext uri="{FF2B5EF4-FFF2-40B4-BE49-F238E27FC236}">
                    <a16:creationId xmlns:a16="http://schemas.microsoft.com/office/drawing/2014/main" id="{CF4580BB-58E9-D584-345F-3B83D20CE60A}"/>
                  </a:ext>
                </a:extLst>
              </p:cNvPr>
              <p:cNvSpPr/>
              <p:nvPr/>
            </p:nvSpPr>
            <p:spPr>
              <a:xfrm>
                <a:off x="4697969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529B3914-2BE1-D0FB-3A0C-534E138118C4}"/>
                  </a:ext>
                </a:extLst>
              </p:cNvPr>
              <p:cNvSpPr/>
              <p:nvPr/>
            </p:nvSpPr>
            <p:spPr>
              <a:xfrm>
                <a:off x="5743037" y="513355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" name="Flowchart: Connector 33">
                <a:extLst>
                  <a:ext uri="{FF2B5EF4-FFF2-40B4-BE49-F238E27FC236}">
                    <a16:creationId xmlns:a16="http://schemas.microsoft.com/office/drawing/2014/main" id="{E58B499D-F5DA-BDEC-83E8-67F9D193B343}"/>
                  </a:ext>
                </a:extLst>
              </p:cNvPr>
              <p:cNvSpPr/>
              <p:nvPr/>
            </p:nvSpPr>
            <p:spPr>
              <a:xfrm>
                <a:off x="3523077" y="5132638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7631F847-F656-6CFD-00CD-311674E9867B}"/>
                  </a:ext>
                </a:extLst>
              </p:cNvPr>
              <p:cNvCxnSpPr>
                <a:cxnSpLocks/>
                <a:stCxn id="30" idx="3"/>
                <a:endCxn id="32" idx="0"/>
              </p:cNvCxnSpPr>
              <p:nvPr/>
            </p:nvCxnSpPr>
            <p:spPr>
              <a:xfrm flipH="1">
                <a:off x="5145856" y="2608971"/>
                <a:ext cx="728364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392EE4C7-25FE-1C2C-EFAF-7D4ECA73806E}"/>
                  </a:ext>
                </a:extLst>
              </p:cNvPr>
              <p:cNvCxnSpPr>
                <a:cxnSpLocks/>
                <a:stCxn id="30" idx="5"/>
                <a:endCxn id="31" idx="0"/>
              </p:cNvCxnSpPr>
              <p:nvPr/>
            </p:nvCxnSpPr>
            <p:spPr>
              <a:xfrm>
                <a:off x="6507628" y="2608971"/>
                <a:ext cx="728367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00A7479-24BE-B7D5-5218-76BB58E997C6}"/>
                  </a:ext>
                </a:extLst>
              </p:cNvPr>
              <p:cNvCxnSpPr>
                <a:cxnSpLocks/>
                <a:stCxn id="32" idx="5"/>
                <a:endCxn id="33" idx="0"/>
              </p:cNvCxnSpPr>
              <p:nvPr/>
            </p:nvCxnSpPr>
            <p:spPr>
              <a:xfrm>
                <a:off x="5462560" y="4122313"/>
                <a:ext cx="728364" cy="10112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543B582-BA5F-AE68-1439-7315CF8C26BF}"/>
                  </a:ext>
                </a:extLst>
              </p:cNvPr>
              <p:cNvCxnSpPr>
                <a:cxnSpLocks/>
                <a:stCxn id="32" idx="3"/>
                <a:endCxn id="34" idx="0"/>
              </p:cNvCxnSpPr>
              <p:nvPr/>
            </p:nvCxnSpPr>
            <p:spPr>
              <a:xfrm flipH="1">
                <a:off x="3970964" y="4122313"/>
                <a:ext cx="858189" cy="10103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A935566-0F2E-E8CF-C2A3-1FF0628EAC5A}"/>
                  </a:ext>
                </a:extLst>
              </p:cNvPr>
              <p:cNvSpPr txBox="1"/>
              <p:nvPr/>
            </p:nvSpPr>
            <p:spPr>
              <a:xfrm>
                <a:off x="6043242" y="4426272"/>
                <a:ext cx="2076651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&gt;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805A0C-7314-3BA1-A074-4932450CFD39}"/>
                  </a:ext>
                </a:extLst>
              </p:cNvPr>
              <p:cNvSpPr txBox="1"/>
              <p:nvPr/>
            </p:nvSpPr>
            <p:spPr>
              <a:xfrm>
                <a:off x="1881931" y="4426272"/>
                <a:ext cx="2378919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&lt;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DBFD97-0362-A3AF-277C-D5D894F36F9D}"/>
                  </a:ext>
                </a:extLst>
              </p:cNvPr>
              <p:cNvSpPr txBox="1"/>
              <p:nvPr/>
            </p:nvSpPr>
            <p:spPr>
              <a:xfrm>
                <a:off x="6788107" y="2729105"/>
                <a:ext cx="2930288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</a:rPr>
                  <a:t>&gt; </a:t>
                </a: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F6E52D6-16DF-1481-125A-C9259B492B03}"/>
                  </a:ext>
                </a:extLst>
              </p:cNvPr>
              <p:cNvSpPr txBox="1"/>
              <p:nvPr/>
            </p:nvSpPr>
            <p:spPr>
              <a:xfrm>
                <a:off x="2684097" y="2723857"/>
                <a:ext cx="2462857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&lt; 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BEF0F813-C415-86A9-598C-6F70BA053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95021" y="1779348"/>
              <a:ext cx="75624" cy="75624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261E3260-1137-1045-A9FF-786E27E7D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98073" y="1890346"/>
              <a:ext cx="75624" cy="75624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565C4A6E-1686-2AA2-1C14-A538C5F13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05789" y="1985205"/>
              <a:ext cx="75624" cy="75624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4BA81244-376D-3ACD-C030-E8549C094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96530" y="2052679"/>
              <a:ext cx="75624" cy="75624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CBD2C149-7022-6BB1-BC32-BABB46F46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5741" y="2045888"/>
              <a:ext cx="75624" cy="75624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0C3EA1B8-4BAD-F96C-B958-2B6B19AFE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1373" y="1888543"/>
              <a:ext cx="75624" cy="75624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D6EEA71A-7705-D5FF-AC1C-71CCD4EC2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57209" y="2121511"/>
              <a:ext cx="75624" cy="75624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1DFCAC20-FB82-942B-9E9D-10D86EA42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36996" y="1947393"/>
              <a:ext cx="75624" cy="75624"/>
            </a:xfrm>
            <a:prstGeom prst="rect">
              <a:avLst/>
            </a:prstGeom>
          </p:spPr>
        </p:pic>
        <p:pic>
          <p:nvPicPr>
            <p:cNvPr id="13" name="Graphic 12" descr="Harvey Balls 100% with solid fill">
              <a:extLst>
                <a:ext uri="{FF2B5EF4-FFF2-40B4-BE49-F238E27FC236}">
                  <a16:creationId xmlns:a16="http://schemas.microsoft.com/office/drawing/2014/main" id="{02B14834-E57D-5698-C063-451D54E72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91911" y="1855246"/>
              <a:ext cx="75624" cy="75624"/>
            </a:xfrm>
            <a:prstGeom prst="rect">
              <a:avLst/>
            </a:prstGeom>
          </p:spPr>
        </p:pic>
        <p:pic>
          <p:nvPicPr>
            <p:cNvPr id="14" name="Graphic 13" descr="Harvey Balls 100% with solid fill">
              <a:extLst>
                <a:ext uri="{FF2B5EF4-FFF2-40B4-BE49-F238E27FC236}">
                  <a16:creationId xmlns:a16="http://schemas.microsoft.com/office/drawing/2014/main" id="{7E0511E1-9336-B8D0-64CF-8FE7DCC45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2326" y="2000453"/>
              <a:ext cx="75624" cy="75624"/>
            </a:xfrm>
            <a:prstGeom prst="rect">
              <a:avLst/>
            </a:prstGeom>
          </p:spPr>
        </p:pic>
        <p:pic>
          <p:nvPicPr>
            <p:cNvPr id="15" name="Graphic 14" descr="Harvey Balls 100% with solid fill">
              <a:extLst>
                <a:ext uri="{FF2B5EF4-FFF2-40B4-BE49-F238E27FC236}">
                  <a16:creationId xmlns:a16="http://schemas.microsoft.com/office/drawing/2014/main" id="{F0FBE951-703B-D385-7A20-8237BDCC5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29573" y="2842198"/>
              <a:ext cx="75624" cy="75624"/>
            </a:xfrm>
            <a:prstGeom prst="rect">
              <a:avLst/>
            </a:prstGeom>
          </p:spPr>
        </p:pic>
        <p:pic>
          <p:nvPicPr>
            <p:cNvPr id="16" name="Graphic 15" descr="Harvey Balls 100% with solid fill">
              <a:extLst>
                <a:ext uri="{FF2B5EF4-FFF2-40B4-BE49-F238E27FC236}">
                  <a16:creationId xmlns:a16="http://schemas.microsoft.com/office/drawing/2014/main" id="{CE320FD0-F5FB-E1FA-740D-B306AB5E1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07146" y="2902627"/>
              <a:ext cx="75624" cy="75624"/>
            </a:xfrm>
            <a:prstGeom prst="rect">
              <a:avLst/>
            </a:prstGeom>
          </p:spPr>
        </p:pic>
        <p:pic>
          <p:nvPicPr>
            <p:cNvPr id="17" name="Graphic 16" descr="Harvey Balls 100% with solid fill">
              <a:extLst>
                <a:ext uri="{FF2B5EF4-FFF2-40B4-BE49-F238E27FC236}">
                  <a16:creationId xmlns:a16="http://schemas.microsoft.com/office/drawing/2014/main" id="{0AEF292F-FC68-50AF-4B11-93F0BEF6F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44958" y="3066067"/>
              <a:ext cx="75624" cy="75624"/>
            </a:xfrm>
            <a:prstGeom prst="rect">
              <a:avLst/>
            </a:prstGeom>
          </p:spPr>
        </p:pic>
        <p:pic>
          <p:nvPicPr>
            <p:cNvPr id="18" name="Graphic 17" descr="Harvey Balls 100% with solid fill">
              <a:extLst>
                <a:ext uri="{FF2B5EF4-FFF2-40B4-BE49-F238E27FC236}">
                  <a16:creationId xmlns:a16="http://schemas.microsoft.com/office/drawing/2014/main" id="{78C4E22E-16E5-3BCB-CDE3-0874CCFE6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18864" y="3027445"/>
              <a:ext cx="75624" cy="75624"/>
            </a:xfrm>
            <a:prstGeom prst="rect">
              <a:avLst/>
            </a:prstGeom>
          </p:spPr>
        </p:pic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98AD0AE5-38A7-ADAB-E9C9-E4380CB3E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7385" y="3171230"/>
              <a:ext cx="75624" cy="75624"/>
            </a:xfrm>
            <a:prstGeom prst="rect">
              <a:avLst/>
            </a:prstGeom>
          </p:spPr>
        </p:pic>
        <p:pic>
          <p:nvPicPr>
            <p:cNvPr id="20" name="Graphic 19" descr="Harvey Balls 100% with solid fill">
              <a:extLst>
                <a:ext uri="{FF2B5EF4-FFF2-40B4-BE49-F238E27FC236}">
                  <a16:creationId xmlns:a16="http://schemas.microsoft.com/office/drawing/2014/main" id="{779B3D97-6194-2275-6A1E-0A4CF1B45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4827" y="3180122"/>
              <a:ext cx="75624" cy="75624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DA5F4614-181E-54C9-4D44-08BE5E099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80580" y="2945993"/>
              <a:ext cx="75624" cy="75624"/>
            </a:xfrm>
            <a:prstGeom prst="rect">
              <a:avLst/>
            </a:prstGeom>
          </p:spPr>
        </p:pic>
        <p:pic>
          <p:nvPicPr>
            <p:cNvPr id="22" name="Graphic 21" descr="Harvey Balls 100% with solid fill">
              <a:extLst>
                <a:ext uri="{FF2B5EF4-FFF2-40B4-BE49-F238E27FC236}">
                  <a16:creationId xmlns:a16="http://schemas.microsoft.com/office/drawing/2014/main" id="{9E0860C5-1FEC-9434-6517-AB1C43AD0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69779" y="2894648"/>
              <a:ext cx="75624" cy="75624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279E4842-AF83-D364-5CEC-2FD268EE6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48598" y="3079260"/>
              <a:ext cx="75624" cy="75624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1D9082E1-614A-1ACA-DA08-A401BB358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3841" y="3052612"/>
              <a:ext cx="75624" cy="75624"/>
            </a:xfrm>
            <a:prstGeom prst="rect">
              <a:avLst/>
            </a:prstGeom>
          </p:spPr>
        </p:pic>
        <p:pic>
          <p:nvPicPr>
            <p:cNvPr id="25" name="Graphic 24" descr="Harvey Balls 100% with solid fill">
              <a:extLst>
                <a:ext uri="{FF2B5EF4-FFF2-40B4-BE49-F238E27FC236}">
                  <a16:creationId xmlns:a16="http://schemas.microsoft.com/office/drawing/2014/main" id="{9FBBFC1D-9C28-C89B-B1F6-53354D22C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67535" y="4271432"/>
              <a:ext cx="75624" cy="75624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A97D8891-47BE-D40E-BE6B-F428C0F35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0778" y="4271432"/>
              <a:ext cx="75624" cy="75624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4F6D63B5-1CFC-46DE-103F-69ACEEE1F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3170" y="4106457"/>
              <a:ext cx="75624" cy="75624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02F4CB23-53E7-61A4-9B92-73B15B7BC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55398" y="4271432"/>
              <a:ext cx="75624" cy="75624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C3F4230B-A01C-D018-91E0-D064A6701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85358" y="4444453"/>
              <a:ext cx="75624" cy="7562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C6F5999-0D07-D540-21DA-F1DDF3B20271}"/>
                  </a:ext>
                </a:extLst>
              </p:cNvPr>
              <p:cNvSpPr txBox="1"/>
              <p:nvPr/>
            </p:nvSpPr>
            <p:spPr>
              <a:xfrm>
                <a:off x="4591316" y="1942125"/>
                <a:ext cx="3612508" cy="330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4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4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1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4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GB" sz="14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4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GB" sz="14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func>
                              <m:funcPr>
                                <m:ctrlP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GB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14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CH" sz="14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en-GB" sz="14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≈0,</m:t>
                    </m:r>
                    <m:r>
                      <a:rPr lang="de-CH" sz="1400" b="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C6F5999-0D07-D540-21DA-F1DDF3B20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16" y="1942125"/>
                <a:ext cx="3612508" cy="330219"/>
              </a:xfrm>
              <a:prstGeom prst="rect">
                <a:avLst/>
              </a:prstGeom>
              <a:blipFill>
                <a:blip r:embed="rId6"/>
                <a:stretch>
                  <a:fillRect l="-1686" b="-92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AB71FF-29F3-08B7-E973-9290FC615CF7}"/>
                  </a:ext>
                </a:extLst>
              </p:cNvPr>
              <p:cNvSpPr txBox="1"/>
              <p:nvPr/>
            </p:nvSpPr>
            <p:spPr>
              <a:xfrm>
                <a:off x="7886256" y="3834892"/>
                <a:ext cx="2038794" cy="330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4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4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1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4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AB71FF-29F3-08B7-E973-9290FC615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256" y="3834892"/>
                <a:ext cx="2038794" cy="330219"/>
              </a:xfrm>
              <a:prstGeom prst="rect">
                <a:avLst/>
              </a:prstGeom>
              <a:blipFill>
                <a:blip r:embed="rId7"/>
                <a:stretch>
                  <a:fillRect l="-2994"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DBE22FA-8B63-709B-E594-631A6B18D58F}"/>
                  </a:ext>
                </a:extLst>
              </p:cNvPr>
              <p:cNvSpPr txBox="1"/>
              <p:nvPr/>
            </p:nvSpPr>
            <p:spPr>
              <a:xfrm>
                <a:off x="7168197" y="5167720"/>
                <a:ext cx="2038794" cy="330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4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4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1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4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DBE22FA-8B63-709B-E594-631A6B18D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197" y="5167720"/>
                <a:ext cx="2038794" cy="330219"/>
              </a:xfrm>
              <a:prstGeom prst="rect">
                <a:avLst/>
              </a:prstGeom>
              <a:blipFill>
                <a:blip r:embed="rId8"/>
                <a:stretch>
                  <a:fillRect l="-2994" b="-92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B2FE65-070C-7CFD-14EE-820885DA1F64}"/>
                  </a:ext>
                </a:extLst>
              </p:cNvPr>
              <p:cNvSpPr txBox="1"/>
              <p:nvPr/>
            </p:nvSpPr>
            <p:spPr>
              <a:xfrm>
                <a:off x="1871880" y="5174451"/>
                <a:ext cx="2038794" cy="330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4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4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de-CH" sz="1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1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40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sz="1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de-CH" sz="1400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2B2FE65-070C-7CFD-14EE-820885DA1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880" y="5174451"/>
                <a:ext cx="2038794" cy="330219"/>
              </a:xfrm>
              <a:prstGeom prst="rect">
                <a:avLst/>
              </a:prstGeom>
              <a:blipFill>
                <a:blip r:embed="rId9"/>
                <a:stretch>
                  <a:fillRect l="-2985" b="-92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6678659-163E-E645-0005-1113002C9BA4}"/>
                  </a:ext>
                </a:extLst>
              </p:cNvPr>
              <p:cNvSpPr txBox="1"/>
              <p:nvPr/>
            </p:nvSpPr>
            <p:spPr>
              <a:xfrm>
                <a:off x="1296591" y="3834017"/>
                <a:ext cx="3612508" cy="330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140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140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CH" sz="14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·</m:t>
                        </m:r>
                        <m:func>
                          <m:funcPr>
                            <m:ctrlPr>
                              <a:rPr lang="en-GB" sz="1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GB" sz="14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GB" sz="14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de-CH" sz="1400" b="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GB" sz="14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sz="140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CH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de-CH" sz="14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·</m:t>
                            </m:r>
                            <m:func>
                              <m:funcPr>
                                <m:ctrlPr>
                                  <a:rPr lang="en-GB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GB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GB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z="140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CH" sz="14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num>
                                      <m:den>
                                        <m:r>
                                          <a:rPr lang="de-CH" sz="1400" b="0" i="1" smtClean="0">
                                            <a:solidFill>
                                              <a:schemeClr val="accent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GB" sz="1400" dirty="0"/>
                  <a:t> </a:t>
                </a:r>
                <a14:m>
                  <m:oMath xmlns:m="http://schemas.openxmlformats.org/officeDocument/2006/math">
                    <m:r>
                      <a:rPr lang="en-GB" sz="140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≈0,</m:t>
                    </m:r>
                    <m:r>
                      <a:rPr lang="de-CH" sz="1400" b="0" i="0" dirty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6678659-163E-E645-0005-1113002C9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591" y="3834017"/>
                <a:ext cx="3612508" cy="330219"/>
              </a:xfrm>
              <a:prstGeom prst="rect">
                <a:avLst/>
              </a:prstGeom>
              <a:blipFill>
                <a:blip r:embed="rId10"/>
                <a:stretch>
                  <a:fillRect l="-1689" b="-92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981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0194-66BE-BD36-C741-2151B436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0692-4865-6EDD-68A0-961307973E4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School Data Set: Calculations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F6E5C8-002D-255B-6B09-012AE57CE0C8}"/>
              </a:ext>
            </a:extLst>
          </p:cNvPr>
          <p:cNvGrpSpPr/>
          <p:nvPr/>
        </p:nvGrpSpPr>
        <p:grpSpPr>
          <a:xfrm>
            <a:off x="3072098" y="2455481"/>
            <a:ext cx="6047804" cy="3229738"/>
            <a:chOff x="6185298" y="1690688"/>
            <a:chExt cx="5492352" cy="293310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FE4DBBA-041A-4B58-2E80-CA9A41799662}"/>
                </a:ext>
              </a:extLst>
            </p:cNvPr>
            <p:cNvGrpSpPr/>
            <p:nvPr/>
          </p:nvGrpSpPr>
          <p:grpSpPr>
            <a:xfrm>
              <a:off x="6185298" y="1690688"/>
              <a:ext cx="5492352" cy="2933107"/>
              <a:chOff x="1881931" y="1844380"/>
              <a:chExt cx="7836464" cy="4184945"/>
            </a:xfrm>
          </p:grpSpPr>
          <p:sp>
            <p:nvSpPr>
              <p:cNvPr id="30" name="Flowchart: Connector 29">
                <a:extLst>
                  <a:ext uri="{FF2B5EF4-FFF2-40B4-BE49-F238E27FC236}">
                    <a16:creationId xmlns:a16="http://schemas.microsoft.com/office/drawing/2014/main" id="{C5F31674-A8DE-DBA7-993F-E6FE0354E6AF}"/>
                  </a:ext>
                </a:extLst>
              </p:cNvPr>
              <p:cNvSpPr/>
              <p:nvPr/>
            </p:nvSpPr>
            <p:spPr>
              <a:xfrm>
                <a:off x="5743037" y="184438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Flowchart: Connector 30">
                <a:extLst>
                  <a:ext uri="{FF2B5EF4-FFF2-40B4-BE49-F238E27FC236}">
                    <a16:creationId xmlns:a16="http://schemas.microsoft.com/office/drawing/2014/main" id="{00DE719D-AE3B-A6B2-2848-A3BB0BCE521B}"/>
                  </a:ext>
                </a:extLst>
              </p:cNvPr>
              <p:cNvSpPr/>
              <p:nvPr/>
            </p:nvSpPr>
            <p:spPr>
              <a:xfrm>
                <a:off x="6788108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2" name="Flowchart: Connector 31">
                <a:extLst>
                  <a:ext uri="{FF2B5EF4-FFF2-40B4-BE49-F238E27FC236}">
                    <a16:creationId xmlns:a16="http://schemas.microsoft.com/office/drawing/2014/main" id="{646AF553-77F2-2F6F-1B75-4FFB8BBBDF72}"/>
                  </a:ext>
                </a:extLst>
              </p:cNvPr>
              <p:cNvSpPr/>
              <p:nvPr/>
            </p:nvSpPr>
            <p:spPr>
              <a:xfrm>
                <a:off x="4697969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C8CC0DD7-8672-A75C-7444-E8F57B704FCD}"/>
                  </a:ext>
                </a:extLst>
              </p:cNvPr>
              <p:cNvSpPr/>
              <p:nvPr/>
            </p:nvSpPr>
            <p:spPr>
              <a:xfrm>
                <a:off x="5743037" y="513355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" name="Flowchart: Connector 33">
                <a:extLst>
                  <a:ext uri="{FF2B5EF4-FFF2-40B4-BE49-F238E27FC236}">
                    <a16:creationId xmlns:a16="http://schemas.microsoft.com/office/drawing/2014/main" id="{D4C333F1-C65E-B998-A8DE-3994523B16F1}"/>
                  </a:ext>
                </a:extLst>
              </p:cNvPr>
              <p:cNvSpPr/>
              <p:nvPr/>
            </p:nvSpPr>
            <p:spPr>
              <a:xfrm>
                <a:off x="3523077" y="5132638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8FD2F29B-D359-E464-062A-C50D38D1DC79}"/>
                  </a:ext>
                </a:extLst>
              </p:cNvPr>
              <p:cNvCxnSpPr>
                <a:cxnSpLocks/>
                <a:stCxn id="30" idx="3"/>
                <a:endCxn id="32" idx="0"/>
              </p:cNvCxnSpPr>
              <p:nvPr/>
            </p:nvCxnSpPr>
            <p:spPr>
              <a:xfrm flipH="1">
                <a:off x="5145856" y="2608971"/>
                <a:ext cx="728364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3D327741-E479-A53C-E890-45B6BA04F94A}"/>
                  </a:ext>
                </a:extLst>
              </p:cNvPr>
              <p:cNvCxnSpPr>
                <a:cxnSpLocks/>
                <a:stCxn id="30" idx="5"/>
                <a:endCxn id="31" idx="0"/>
              </p:cNvCxnSpPr>
              <p:nvPr/>
            </p:nvCxnSpPr>
            <p:spPr>
              <a:xfrm>
                <a:off x="6507628" y="2608971"/>
                <a:ext cx="728367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4D6160FF-FD19-1496-FF55-3438125FE936}"/>
                  </a:ext>
                </a:extLst>
              </p:cNvPr>
              <p:cNvCxnSpPr>
                <a:cxnSpLocks/>
                <a:stCxn id="32" idx="5"/>
                <a:endCxn id="33" idx="0"/>
              </p:cNvCxnSpPr>
              <p:nvPr/>
            </p:nvCxnSpPr>
            <p:spPr>
              <a:xfrm>
                <a:off x="5462560" y="4122313"/>
                <a:ext cx="728364" cy="10112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323C09A-6126-17F8-5C93-C1D474A8044E}"/>
                  </a:ext>
                </a:extLst>
              </p:cNvPr>
              <p:cNvCxnSpPr>
                <a:cxnSpLocks/>
                <a:stCxn id="32" idx="3"/>
                <a:endCxn id="34" idx="0"/>
              </p:cNvCxnSpPr>
              <p:nvPr/>
            </p:nvCxnSpPr>
            <p:spPr>
              <a:xfrm flipH="1">
                <a:off x="3970964" y="4122313"/>
                <a:ext cx="858189" cy="10103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3C4D3B-E03C-41E7-A947-A0515AB88474}"/>
                  </a:ext>
                </a:extLst>
              </p:cNvPr>
              <p:cNvSpPr txBox="1"/>
              <p:nvPr/>
            </p:nvSpPr>
            <p:spPr>
              <a:xfrm>
                <a:off x="6043242" y="4426272"/>
                <a:ext cx="2076651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&gt;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CC3F95-BB99-4CCA-794A-7765A131CAAF}"/>
                  </a:ext>
                </a:extLst>
              </p:cNvPr>
              <p:cNvSpPr txBox="1"/>
              <p:nvPr/>
            </p:nvSpPr>
            <p:spPr>
              <a:xfrm>
                <a:off x="1881931" y="4426272"/>
                <a:ext cx="2378919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&lt;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3F1AF5-28E2-1BA2-28A8-82C83577213F}"/>
                  </a:ext>
                </a:extLst>
              </p:cNvPr>
              <p:cNvSpPr txBox="1"/>
              <p:nvPr/>
            </p:nvSpPr>
            <p:spPr>
              <a:xfrm>
                <a:off x="6788107" y="2729105"/>
                <a:ext cx="2930288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</a:rPr>
                  <a:t>&gt; </a:t>
                </a: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54DA151-BE18-40D4-21BB-A1EC3628E8A3}"/>
                  </a:ext>
                </a:extLst>
              </p:cNvPr>
              <p:cNvSpPr txBox="1"/>
              <p:nvPr/>
            </p:nvSpPr>
            <p:spPr>
              <a:xfrm>
                <a:off x="2684097" y="2723857"/>
                <a:ext cx="2462857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&lt; 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5" name="Graphic 4" descr="Harvey Balls 100% with solid fill">
              <a:extLst>
                <a:ext uri="{FF2B5EF4-FFF2-40B4-BE49-F238E27FC236}">
                  <a16:creationId xmlns:a16="http://schemas.microsoft.com/office/drawing/2014/main" id="{6AD063D9-5E13-7AA1-081F-1D9DF060D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95021" y="1779348"/>
              <a:ext cx="75624" cy="75624"/>
            </a:xfrm>
            <a:prstGeom prst="rect">
              <a:avLst/>
            </a:prstGeom>
          </p:spPr>
        </p:pic>
        <p:pic>
          <p:nvPicPr>
            <p:cNvPr id="6" name="Graphic 5" descr="Harvey Balls 100% with solid fill">
              <a:extLst>
                <a:ext uri="{FF2B5EF4-FFF2-40B4-BE49-F238E27FC236}">
                  <a16:creationId xmlns:a16="http://schemas.microsoft.com/office/drawing/2014/main" id="{F2EC7E88-287F-9AE4-7A91-8DEC8E2D3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98073" y="1890346"/>
              <a:ext cx="75624" cy="75624"/>
            </a:xfrm>
            <a:prstGeom prst="rect">
              <a:avLst/>
            </a:prstGeom>
          </p:spPr>
        </p:pic>
        <p:pic>
          <p:nvPicPr>
            <p:cNvPr id="7" name="Graphic 6" descr="Harvey Balls 100% with solid fill">
              <a:extLst>
                <a:ext uri="{FF2B5EF4-FFF2-40B4-BE49-F238E27FC236}">
                  <a16:creationId xmlns:a16="http://schemas.microsoft.com/office/drawing/2014/main" id="{1E070332-F48E-A3D0-59E1-1CAE4DD68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05789" y="1985205"/>
              <a:ext cx="75624" cy="75624"/>
            </a:xfrm>
            <a:prstGeom prst="rect">
              <a:avLst/>
            </a:prstGeom>
          </p:spPr>
        </p:pic>
        <p:pic>
          <p:nvPicPr>
            <p:cNvPr id="8" name="Graphic 7" descr="Harvey Balls 100% with solid fill">
              <a:extLst>
                <a:ext uri="{FF2B5EF4-FFF2-40B4-BE49-F238E27FC236}">
                  <a16:creationId xmlns:a16="http://schemas.microsoft.com/office/drawing/2014/main" id="{7D34FC38-2DB0-770D-EC3F-05059B304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96530" y="2052679"/>
              <a:ext cx="75624" cy="75624"/>
            </a:xfrm>
            <a:prstGeom prst="rect">
              <a:avLst/>
            </a:prstGeom>
          </p:spPr>
        </p:pic>
        <p:pic>
          <p:nvPicPr>
            <p:cNvPr id="9" name="Graphic 8" descr="Harvey Balls 100% with solid fill">
              <a:extLst>
                <a:ext uri="{FF2B5EF4-FFF2-40B4-BE49-F238E27FC236}">
                  <a16:creationId xmlns:a16="http://schemas.microsoft.com/office/drawing/2014/main" id="{E51BA2BC-9639-E7A9-FC3B-6E461451C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5741" y="2045888"/>
              <a:ext cx="75624" cy="75624"/>
            </a:xfrm>
            <a:prstGeom prst="rect">
              <a:avLst/>
            </a:prstGeom>
          </p:spPr>
        </p:pic>
        <p:pic>
          <p:nvPicPr>
            <p:cNvPr id="10" name="Graphic 9" descr="Harvey Balls 100% with solid fill">
              <a:extLst>
                <a:ext uri="{FF2B5EF4-FFF2-40B4-BE49-F238E27FC236}">
                  <a16:creationId xmlns:a16="http://schemas.microsoft.com/office/drawing/2014/main" id="{B8D0186B-B45E-90E2-44C3-E5B3BFE8A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61373" y="1888543"/>
              <a:ext cx="75624" cy="75624"/>
            </a:xfrm>
            <a:prstGeom prst="rect">
              <a:avLst/>
            </a:prstGeom>
          </p:spPr>
        </p:pic>
        <p:pic>
          <p:nvPicPr>
            <p:cNvPr id="11" name="Graphic 10" descr="Harvey Balls 100% with solid fill">
              <a:extLst>
                <a:ext uri="{FF2B5EF4-FFF2-40B4-BE49-F238E27FC236}">
                  <a16:creationId xmlns:a16="http://schemas.microsoft.com/office/drawing/2014/main" id="{FB8AE247-0C6B-470A-B894-155FF7A41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57209" y="2121511"/>
              <a:ext cx="75624" cy="75624"/>
            </a:xfrm>
            <a:prstGeom prst="rect">
              <a:avLst/>
            </a:prstGeom>
          </p:spPr>
        </p:pic>
        <p:pic>
          <p:nvPicPr>
            <p:cNvPr id="12" name="Graphic 11" descr="Harvey Balls 100% with solid fill">
              <a:extLst>
                <a:ext uri="{FF2B5EF4-FFF2-40B4-BE49-F238E27FC236}">
                  <a16:creationId xmlns:a16="http://schemas.microsoft.com/office/drawing/2014/main" id="{9A70F001-77D5-6A72-83B3-C3C580CB7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336996" y="1947393"/>
              <a:ext cx="75624" cy="75624"/>
            </a:xfrm>
            <a:prstGeom prst="rect">
              <a:avLst/>
            </a:prstGeom>
          </p:spPr>
        </p:pic>
        <p:pic>
          <p:nvPicPr>
            <p:cNvPr id="13" name="Graphic 12" descr="Harvey Balls 100% with solid fill">
              <a:extLst>
                <a:ext uri="{FF2B5EF4-FFF2-40B4-BE49-F238E27FC236}">
                  <a16:creationId xmlns:a16="http://schemas.microsoft.com/office/drawing/2014/main" id="{08729747-A97C-17BB-B533-67319364F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91911" y="1855246"/>
              <a:ext cx="75624" cy="75624"/>
            </a:xfrm>
            <a:prstGeom prst="rect">
              <a:avLst/>
            </a:prstGeom>
          </p:spPr>
        </p:pic>
        <p:pic>
          <p:nvPicPr>
            <p:cNvPr id="14" name="Graphic 13" descr="Harvey Balls 100% with solid fill">
              <a:extLst>
                <a:ext uri="{FF2B5EF4-FFF2-40B4-BE49-F238E27FC236}">
                  <a16:creationId xmlns:a16="http://schemas.microsoft.com/office/drawing/2014/main" id="{0AD908E4-D889-A1C0-7347-D059930CA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2326" y="2000453"/>
              <a:ext cx="75624" cy="75624"/>
            </a:xfrm>
            <a:prstGeom prst="rect">
              <a:avLst/>
            </a:prstGeom>
          </p:spPr>
        </p:pic>
        <p:pic>
          <p:nvPicPr>
            <p:cNvPr id="15" name="Graphic 14" descr="Harvey Balls 100% with solid fill">
              <a:extLst>
                <a:ext uri="{FF2B5EF4-FFF2-40B4-BE49-F238E27FC236}">
                  <a16:creationId xmlns:a16="http://schemas.microsoft.com/office/drawing/2014/main" id="{CFAB44D2-FB03-5C4B-C9D8-CBE3F46F6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29573" y="2842198"/>
              <a:ext cx="75624" cy="75624"/>
            </a:xfrm>
            <a:prstGeom prst="rect">
              <a:avLst/>
            </a:prstGeom>
          </p:spPr>
        </p:pic>
        <p:pic>
          <p:nvPicPr>
            <p:cNvPr id="16" name="Graphic 15" descr="Harvey Balls 100% with solid fill">
              <a:extLst>
                <a:ext uri="{FF2B5EF4-FFF2-40B4-BE49-F238E27FC236}">
                  <a16:creationId xmlns:a16="http://schemas.microsoft.com/office/drawing/2014/main" id="{B34B833A-B98A-5E49-420C-FC17CA14A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07146" y="2902627"/>
              <a:ext cx="75624" cy="75624"/>
            </a:xfrm>
            <a:prstGeom prst="rect">
              <a:avLst/>
            </a:prstGeom>
          </p:spPr>
        </p:pic>
        <p:pic>
          <p:nvPicPr>
            <p:cNvPr id="17" name="Graphic 16" descr="Harvey Balls 100% with solid fill">
              <a:extLst>
                <a:ext uri="{FF2B5EF4-FFF2-40B4-BE49-F238E27FC236}">
                  <a16:creationId xmlns:a16="http://schemas.microsoft.com/office/drawing/2014/main" id="{4CF87C36-36C4-CA09-97C2-D077202AF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44958" y="3066067"/>
              <a:ext cx="75624" cy="75624"/>
            </a:xfrm>
            <a:prstGeom prst="rect">
              <a:avLst/>
            </a:prstGeom>
          </p:spPr>
        </p:pic>
        <p:pic>
          <p:nvPicPr>
            <p:cNvPr id="18" name="Graphic 17" descr="Harvey Balls 100% with solid fill">
              <a:extLst>
                <a:ext uri="{FF2B5EF4-FFF2-40B4-BE49-F238E27FC236}">
                  <a16:creationId xmlns:a16="http://schemas.microsoft.com/office/drawing/2014/main" id="{2A566FF5-71A2-542A-DC04-3C33BF972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18864" y="3027445"/>
              <a:ext cx="75624" cy="75624"/>
            </a:xfrm>
            <a:prstGeom prst="rect">
              <a:avLst/>
            </a:prstGeom>
          </p:spPr>
        </p:pic>
        <p:pic>
          <p:nvPicPr>
            <p:cNvPr id="19" name="Graphic 18" descr="Harvey Balls 100% with solid fill">
              <a:extLst>
                <a:ext uri="{FF2B5EF4-FFF2-40B4-BE49-F238E27FC236}">
                  <a16:creationId xmlns:a16="http://schemas.microsoft.com/office/drawing/2014/main" id="{628DBAB3-976A-712C-2B66-C3296BD16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7385" y="3171230"/>
              <a:ext cx="75624" cy="75624"/>
            </a:xfrm>
            <a:prstGeom prst="rect">
              <a:avLst/>
            </a:prstGeom>
          </p:spPr>
        </p:pic>
        <p:pic>
          <p:nvPicPr>
            <p:cNvPr id="20" name="Graphic 19" descr="Harvey Balls 100% with solid fill">
              <a:extLst>
                <a:ext uri="{FF2B5EF4-FFF2-40B4-BE49-F238E27FC236}">
                  <a16:creationId xmlns:a16="http://schemas.microsoft.com/office/drawing/2014/main" id="{C8C3F2B6-5338-92E9-43FB-F1E503150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24827" y="3180122"/>
              <a:ext cx="75624" cy="75624"/>
            </a:xfrm>
            <a:prstGeom prst="rect">
              <a:avLst/>
            </a:prstGeom>
          </p:spPr>
        </p:pic>
        <p:pic>
          <p:nvPicPr>
            <p:cNvPr id="21" name="Graphic 20" descr="Harvey Balls 100% with solid fill">
              <a:extLst>
                <a:ext uri="{FF2B5EF4-FFF2-40B4-BE49-F238E27FC236}">
                  <a16:creationId xmlns:a16="http://schemas.microsoft.com/office/drawing/2014/main" id="{8EA87FDF-5712-B1AF-13EF-1B6094EC9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80580" y="2945993"/>
              <a:ext cx="75624" cy="75624"/>
            </a:xfrm>
            <a:prstGeom prst="rect">
              <a:avLst/>
            </a:prstGeom>
          </p:spPr>
        </p:pic>
        <p:pic>
          <p:nvPicPr>
            <p:cNvPr id="22" name="Graphic 21" descr="Harvey Balls 100% with solid fill">
              <a:extLst>
                <a:ext uri="{FF2B5EF4-FFF2-40B4-BE49-F238E27FC236}">
                  <a16:creationId xmlns:a16="http://schemas.microsoft.com/office/drawing/2014/main" id="{763926C7-0106-6E55-39D5-A240079B3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69779" y="2894648"/>
              <a:ext cx="75624" cy="75624"/>
            </a:xfrm>
            <a:prstGeom prst="rect">
              <a:avLst/>
            </a:prstGeom>
          </p:spPr>
        </p:pic>
        <p:pic>
          <p:nvPicPr>
            <p:cNvPr id="23" name="Graphic 22" descr="Harvey Balls 100% with solid fill">
              <a:extLst>
                <a:ext uri="{FF2B5EF4-FFF2-40B4-BE49-F238E27FC236}">
                  <a16:creationId xmlns:a16="http://schemas.microsoft.com/office/drawing/2014/main" id="{8BC46003-6E7C-0FD9-FF57-4D75BAC0C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48598" y="3079260"/>
              <a:ext cx="75624" cy="75624"/>
            </a:xfrm>
            <a:prstGeom prst="rect">
              <a:avLst/>
            </a:prstGeom>
          </p:spPr>
        </p:pic>
        <p:pic>
          <p:nvPicPr>
            <p:cNvPr id="24" name="Graphic 23" descr="Harvey Balls 100% with solid fill">
              <a:extLst>
                <a:ext uri="{FF2B5EF4-FFF2-40B4-BE49-F238E27FC236}">
                  <a16:creationId xmlns:a16="http://schemas.microsoft.com/office/drawing/2014/main" id="{D71E07BE-BD48-F875-9BD2-6D6EDC99F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13841" y="3052612"/>
              <a:ext cx="75624" cy="75624"/>
            </a:xfrm>
            <a:prstGeom prst="rect">
              <a:avLst/>
            </a:prstGeom>
          </p:spPr>
        </p:pic>
        <p:pic>
          <p:nvPicPr>
            <p:cNvPr id="25" name="Graphic 24" descr="Harvey Balls 100% with solid fill">
              <a:extLst>
                <a:ext uri="{FF2B5EF4-FFF2-40B4-BE49-F238E27FC236}">
                  <a16:creationId xmlns:a16="http://schemas.microsoft.com/office/drawing/2014/main" id="{17C12F8C-F3C2-2445-A39E-F0F3827C6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67535" y="4271432"/>
              <a:ext cx="75624" cy="75624"/>
            </a:xfrm>
            <a:prstGeom prst="rect">
              <a:avLst/>
            </a:prstGeom>
          </p:spPr>
        </p:pic>
        <p:pic>
          <p:nvPicPr>
            <p:cNvPr id="26" name="Graphic 25" descr="Harvey Balls 100% with solid fill">
              <a:extLst>
                <a:ext uri="{FF2B5EF4-FFF2-40B4-BE49-F238E27FC236}">
                  <a16:creationId xmlns:a16="http://schemas.microsoft.com/office/drawing/2014/main" id="{B1D84F0E-ADF6-169C-996B-30E7D4F57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0778" y="4271432"/>
              <a:ext cx="75624" cy="75624"/>
            </a:xfrm>
            <a:prstGeom prst="rect">
              <a:avLst/>
            </a:prstGeom>
          </p:spPr>
        </p:pic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727B4F5A-E0BF-7E70-CE00-7813ECCB5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3170" y="4106457"/>
              <a:ext cx="75624" cy="75624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03392104-D8E6-C26D-A8EA-4B74C4308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55398" y="4271432"/>
              <a:ext cx="75624" cy="75624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318CECCF-7B82-5EFE-2727-7CA992E0E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85358" y="4444453"/>
              <a:ext cx="75624" cy="7562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FD35600-8AED-9A3A-24D8-647E9DFD2330}"/>
                  </a:ext>
                </a:extLst>
              </p:cNvPr>
              <p:cNvSpPr txBox="1"/>
              <p:nvPr/>
            </p:nvSpPr>
            <p:spPr>
              <a:xfrm>
                <a:off x="4164683" y="1639662"/>
                <a:ext cx="4465773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𝐼𝐺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=0.97−</m:t>
                      </m:r>
                      <m:d>
                        <m:dPr>
                          <m:ctrlPr>
                            <a:rPr lang="de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de-CH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de-CH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0.72+</m:t>
                          </m:r>
                          <m:f>
                            <m:fPr>
                              <m:ctrlPr>
                                <a:rPr lang="de-CH" sz="200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de-CH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de-CH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·0</m:t>
                          </m:r>
                        </m:e>
                      </m:d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=0.61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FD35600-8AED-9A3A-24D8-647E9DFD2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683" y="1639662"/>
                <a:ext cx="4465773" cy="6915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17EA6D0-D16E-E4FD-6D68-8C0834155316}"/>
                  </a:ext>
                </a:extLst>
              </p:cNvPr>
              <p:cNvSpPr txBox="1"/>
              <p:nvPr/>
            </p:nvSpPr>
            <p:spPr>
              <a:xfrm>
                <a:off x="3669934" y="5806878"/>
                <a:ext cx="3842206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𝐼𝐺</m:t>
                      </m:r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=0.72−</m:t>
                      </m:r>
                      <m:d>
                        <m:dPr>
                          <m:ctrlPr>
                            <a:rPr lang="de-CH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de-CH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</m:t>
                          </m:r>
                          <m:r>
                            <a:rPr lang="de-CH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0+</m:t>
                          </m:r>
                          <m:f>
                            <m:fPr>
                              <m:ctrlPr>
                                <a:rPr lang="de-CH" sz="200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CH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de-CH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·0</m:t>
                          </m:r>
                        </m:e>
                      </m:d>
                      <m:r>
                        <a:rPr lang="de-CH" sz="2000" b="0" i="1" smtClean="0">
                          <a:latin typeface="Cambria Math" panose="02040503050406030204" pitchFamily="18" charset="0"/>
                        </a:rPr>
                        <m:t>=0.72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17EA6D0-D16E-E4FD-6D68-8C083415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934" y="5806878"/>
                <a:ext cx="3842206" cy="6915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683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5BFBF-004F-79CD-F702-96C8BBB3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71D3069-0015-FC8B-BBCC-C54469CEC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4" y="1674225"/>
            <a:ext cx="5295949" cy="3537249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8A3DE7CA-CEEE-BCA5-358C-F8EA4921A37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School Data Set: Calculations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8FEE01-E044-FDDB-D4BA-1CF7D3CB1761}"/>
              </a:ext>
            </a:extLst>
          </p:cNvPr>
          <p:cNvSpPr txBox="1"/>
          <p:nvPr/>
        </p:nvSpPr>
        <p:spPr>
          <a:xfrm>
            <a:off x="1505183" y="1110581"/>
            <a:ext cx="9181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Calculate the information </a:t>
            </a: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Times New Roman" panose="02020603050405020304" pitchFamily="18" charset="0"/>
              </a:rPr>
              <a:t>ain for the predefined best thresholds: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8A07CAD-FE56-1B74-0F4C-FD3579256A41}"/>
              </a:ext>
            </a:extLst>
          </p:cNvPr>
          <p:cNvGrpSpPr/>
          <p:nvPr/>
        </p:nvGrpSpPr>
        <p:grpSpPr>
          <a:xfrm>
            <a:off x="5629846" y="1690688"/>
            <a:ext cx="6047804" cy="3229738"/>
            <a:chOff x="6185298" y="1690688"/>
            <a:chExt cx="5492352" cy="293310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35CAD87-79E0-1929-A6AD-11C826F63BE8}"/>
                </a:ext>
              </a:extLst>
            </p:cNvPr>
            <p:cNvGrpSpPr/>
            <p:nvPr/>
          </p:nvGrpSpPr>
          <p:grpSpPr>
            <a:xfrm>
              <a:off x="6185298" y="1690688"/>
              <a:ext cx="5492352" cy="2933107"/>
              <a:chOff x="1881931" y="1844380"/>
              <a:chExt cx="7836464" cy="4184945"/>
            </a:xfrm>
          </p:grpSpPr>
          <p:sp>
            <p:nvSpPr>
              <p:cNvPr id="11" name="Flowchart: Connector 10">
                <a:extLst>
                  <a:ext uri="{FF2B5EF4-FFF2-40B4-BE49-F238E27FC236}">
                    <a16:creationId xmlns:a16="http://schemas.microsoft.com/office/drawing/2014/main" id="{600A20A1-8A9A-EF0B-7937-E32C6536A39E}"/>
                  </a:ext>
                </a:extLst>
              </p:cNvPr>
              <p:cNvSpPr/>
              <p:nvPr/>
            </p:nvSpPr>
            <p:spPr>
              <a:xfrm>
                <a:off x="5743037" y="184438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0A84D285-8D26-3EB6-6038-F5C5026837DE}"/>
                  </a:ext>
                </a:extLst>
              </p:cNvPr>
              <p:cNvSpPr/>
              <p:nvPr/>
            </p:nvSpPr>
            <p:spPr>
              <a:xfrm>
                <a:off x="6788108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86045812-5430-D103-BD84-F6CB4013F789}"/>
                  </a:ext>
                </a:extLst>
              </p:cNvPr>
              <p:cNvSpPr/>
              <p:nvPr/>
            </p:nvSpPr>
            <p:spPr>
              <a:xfrm>
                <a:off x="4697969" y="3357723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Flowchart: Connector 13">
                <a:extLst>
                  <a:ext uri="{FF2B5EF4-FFF2-40B4-BE49-F238E27FC236}">
                    <a16:creationId xmlns:a16="http://schemas.microsoft.com/office/drawing/2014/main" id="{AB9D4856-51AD-1C44-6CF1-6E4841D91BE7}"/>
                  </a:ext>
                </a:extLst>
              </p:cNvPr>
              <p:cNvSpPr/>
              <p:nvPr/>
            </p:nvSpPr>
            <p:spPr>
              <a:xfrm>
                <a:off x="5743037" y="5133550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Flowchart: Connector 14">
                <a:extLst>
                  <a:ext uri="{FF2B5EF4-FFF2-40B4-BE49-F238E27FC236}">
                    <a16:creationId xmlns:a16="http://schemas.microsoft.com/office/drawing/2014/main" id="{A998A653-6E22-AF12-0AFE-D31FCE2189D9}"/>
                  </a:ext>
                </a:extLst>
              </p:cNvPr>
              <p:cNvSpPr/>
              <p:nvPr/>
            </p:nvSpPr>
            <p:spPr>
              <a:xfrm>
                <a:off x="3523077" y="5132638"/>
                <a:ext cx="895775" cy="89577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7DF5D59-1630-3BF7-690C-A7191AC20DBA}"/>
                  </a:ext>
                </a:extLst>
              </p:cNvPr>
              <p:cNvCxnSpPr>
                <a:cxnSpLocks/>
                <a:stCxn id="11" idx="3"/>
                <a:endCxn id="13" idx="0"/>
              </p:cNvCxnSpPr>
              <p:nvPr/>
            </p:nvCxnSpPr>
            <p:spPr>
              <a:xfrm flipH="1">
                <a:off x="5145856" y="2608971"/>
                <a:ext cx="728364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CBB5134-6016-1758-AC27-29BB027230A6}"/>
                  </a:ext>
                </a:extLst>
              </p:cNvPr>
              <p:cNvCxnSpPr>
                <a:cxnSpLocks/>
                <a:stCxn id="11" idx="5"/>
                <a:endCxn id="12" idx="0"/>
              </p:cNvCxnSpPr>
              <p:nvPr/>
            </p:nvCxnSpPr>
            <p:spPr>
              <a:xfrm>
                <a:off x="6507628" y="2608971"/>
                <a:ext cx="728367" cy="7487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84BE27DB-C8B6-07DC-47B4-2E0DFA970084}"/>
                  </a:ext>
                </a:extLst>
              </p:cNvPr>
              <p:cNvCxnSpPr>
                <a:cxnSpLocks/>
                <a:stCxn id="13" idx="5"/>
                <a:endCxn id="14" idx="0"/>
              </p:cNvCxnSpPr>
              <p:nvPr/>
            </p:nvCxnSpPr>
            <p:spPr>
              <a:xfrm>
                <a:off x="5462560" y="4122313"/>
                <a:ext cx="728364" cy="10112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DA13110-F2A6-AC21-D473-9635CCFA6085}"/>
                  </a:ext>
                </a:extLst>
              </p:cNvPr>
              <p:cNvCxnSpPr>
                <a:cxnSpLocks/>
                <a:stCxn id="13" idx="3"/>
                <a:endCxn id="15" idx="0"/>
              </p:cNvCxnSpPr>
              <p:nvPr/>
            </p:nvCxnSpPr>
            <p:spPr>
              <a:xfrm flipH="1">
                <a:off x="3970964" y="4122313"/>
                <a:ext cx="858189" cy="10103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ED795A1-06F9-1A33-7AAC-8C1E60232BBA}"/>
                  </a:ext>
                </a:extLst>
              </p:cNvPr>
              <p:cNvSpPr txBox="1"/>
              <p:nvPr/>
            </p:nvSpPr>
            <p:spPr>
              <a:xfrm>
                <a:off x="6043242" y="4426272"/>
                <a:ext cx="2076651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&gt;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0D37C44-41FE-60C1-D7F9-E1347536B7D3}"/>
                  </a:ext>
                </a:extLst>
              </p:cNvPr>
              <p:cNvSpPr txBox="1"/>
              <p:nvPr/>
            </p:nvSpPr>
            <p:spPr>
              <a:xfrm>
                <a:off x="1881931" y="4426272"/>
                <a:ext cx="2378919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&lt; 3.5 hours studied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905C4B9-1989-67D6-D0AE-D489F8139BCD}"/>
                  </a:ext>
                </a:extLst>
              </p:cNvPr>
              <p:cNvSpPr txBox="1"/>
              <p:nvPr/>
            </p:nvSpPr>
            <p:spPr>
              <a:xfrm>
                <a:off x="6788107" y="2729105"/>
                <a:ext cx="2930288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ahnschrift" panose="020B0502040204020203" pitchFamily="34" charset="0"/>
                  </a:rPr>
                  <a:t>&gt; </a:t>
                </a: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B075F7-F8EC-D24B-99AD-2355E700882D}"/>
                  </a:ext>
                </a:extLst>
              </p:cNvPr>
              <p:cNvSpPr txBox="1"/>
              <p:nvPr/>
            </p:nvSpPr>
            <p:spPr>
              <a:xfrm>
                <a:off x="2684097" y="2723857"/>
                <a:ext cx="2462857" cy="391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dirty="0">
                    <a:solidFill>
                      <a:prstClr val="black"/>
                    </a:solidFill>
                    <a:latin typeface="Bahnschrift" panose="020B0502040204020203" pitchFamily="34" charset="0"/>
                  </a:rPr>
                  <a:t>&lt; 68.5 for average score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27" name="Graphic 26" descr="Harvey Balls 100% with solid fill">
              <a:extLst>
                <a:ext uri="{FF2B5EF4-FFF2-40B4-BE49-F238E27FC236}">
                  <a16:creationId xmlns:a16="http://schemas.microsoft.com/office/drawing/2014/main" id="{5BA42818-2B87-928D-2EDC-84A40C5D1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95021" y="1779348"/>
              <a:ext cx="75624" cy="75624"/>
            </a:xfrm>
            <a:prstGeom prst="rect">
              <a:avLst/>
            </a:prstGeom>
          </p:spPr>
        </p:pic>
        <p:pic>
          <p:nvPicPr>
            <p:cNvPr id="28" name="Graphic 27" descr="Harvey Balls 100% with solid fill">
              <a:extLst>
                <a:ext uri="{FF2B5EF4-FFF2-40B4-BE49-F238E27FC236}">
                  <a16:creationId xmlns:a16="http://schemas.microsoft.com/office/drawing/2014/main" id="{504099B1-4E57-E545-A4D2-8EF4F2226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98073" y="1890346"/>
              <a:ext cx="75624" cy="75624"/>
            </a:xfrm>
            <a:prstGeom prst="rect">
              <a:avLst/>
            </a:prstGeom>
          </p:spPr>
        </p:pic>
        <p:pic>
          <p:nvPicPr>
            <p:cNvPr id="29" name="Graphic 28" descr="Harvey Balls 100% with solid fill">
              <a:extLst>
                <a:ext uri="{FF2B5EF4-FFF2-40B4-BE49-F238E27FC236}">
                  <a16:creationId xmlns:a16="http://schemas.microsoft.com/office/drawing/2014/main" id="{D82D1CAC-CCA9-1D9C-AD69-A5F4697C2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05789" y="1985205"/>
              <a:ext cx="75624" cy="75624"/>
            </a:xfrm>
            <a:prstGeom prst="rect">
              <a:avLst/>
            </a:prstGeom>
          </p:spPr>
        </p:pic>
        <p:pic>
          <p:nvPicPr>
            <p:cNvPr id="30" name="Graphic 29" descr="Harvey Balls 100% with solid fill">
              <a:extLst>
                <a:ext uri="{FF2B5EF4-FFF2-40B4-BE49-F238E27FC236}">
                  <a16:creationId xmlns:a16="http://schemas.microsoft.com/office/drawing/2014/main" id="{ECB513CD-C4DA-324F-CD25-44EB5051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96530" y="2052679"/>
              <a:ext cx="75624" cy="75624"/>
            </a:xfrm>
            <a:prstGeom prst="rect">
              <a:avLst/>
            </a:prstGeom>
          </p:spPr>
        </p:pic>
        <p:pic>
          <p:nvPicPr>
            <p:cNvPr id="31" name="Graphic 30" descr="Harvey Balls 100% with solid fill">
              <a:extLst>
                <a:ext uri="{FF2B5EF4-FFF2-40B4-BE49-F238E27FC236}">
                  <a16:creationId xmlns:a16="http://schemas.microsoft.com/office/drawing/2014/main" id="{1B9F8819-5582-24F7-F2C5-35F170EA3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5741" y="2045888"/>
              <a:ext cx="75624" cy="75624"/>
            </a:xfrm>
            <a:prstGeom prst="rect">
              <a:avLst/>
            </a:prstGeom>
          </p:spPr>
        </p:pic>
        <p:pic>
          <p:nvPicPr>
            <p:cNvPr id="32" name="Graphic 31" descr="Harvey Balls 100% with solid fill">
              <a:extLst>
                <a:ext uri="{FF2B5EF4-FFF2-40B4-BE49-F238E27FC236}">
                  <a16:creationId xmlns:a16="http://schemas.microsoft.com/office/drawing/2014/main" id="{AD4476E2-1814-3581-CA50-730BE8BFD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261373" y="1888543"/>
              <a:ext cx="75624" cy="75624"/>
            </a:xfrm>
            <a:prstGeom prst="rect">
              <a:avLst/>
            </a:prstGeom>
          </p:spPr>
        </p:pic>
        <p:pic>
          <p:nvPicPr>
            <p:cNvPr id="33" name="Graphic 32" descr="Harvey Balls 100% with solid fill">
              <a:extLst>
                <a:ext uri="{FF2B5EF4-FFF2-40B4-BE49-F238E27FC236}">
                  <a16:creationId xmlns:a16="http://schemas.microsoft.com/office/drawing/2014/main" id="{3CCF5BCA-9B91-18B6-793F-CC35D57FC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57209" y="2121511"/>
              <a:ext cx="75624" cy="75624"/>
            </a:xfrm>
            <a:prstGeom prst="rect">
              <a:avLst/>
            </a:prstGeom>
          </p:spPr>
        </p:pic>
        <p:pic>
          <p:nvPicPr>
            <p:cNvPr id="34" name="Graphic 33" descr="Harvey Balls 100% with solid fill">
              <a:extLst>
                <a:ext uri="{FF2B5EF4-FFF2-40B4-BE49-F238E27FC236}">
                  <a16:creationId xmlns:a16="http://schemas.microsoft.com/office/drawing/2014/main" id="{30A91400-6F96-E067-BAD2-AB1B00E79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36996" y="1947393"/>
              <a:ext cx="75624" cy="75624"/>
            </a:xfrm>
            <a:prstGeom prst="rect">
              <a:avLst/>
            </a:prstGeom>
          </p:spPr>
        </p:pic>
        <p:pic>
          <p:nvPicPr>
            <p:cNvPr id="35" name="Graphic 34" descr="Harvey Balls 100% with solid fill">
              <a:extLst>
                <a:ext uri="{FF2B5EF4-FFF2-40B4-BE49-F238E27FC236}">
                  <a16:creationId xmlns:a16="http://schemas.microsoft.com/office/drawing/2014/main" id="{98351A11-ECDA-C3E8-1406-86FF45F4D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91911" y="1855246"/>
              <a:ext cx="75624" cy="75624"/>
            </a:xfrm>
            <a:prstGeom prst="rect">
              <a:avLst/>
            </a:prstGeom>
          </p:spPr>
        </p:pic>
        <p:pic>
          <p:nvPicPr>
            <p:cNvPr id="36" name="Graphic 35" descr="Harvey Balls 100% with solid fill">
              <a:extLst>
                <a:ext uri="{FF2B5EF4-FFF2-40B4-BE49-F238E27FC236}">
                  <a16:creationId xmlns:a16="http://schemas.microsoft.com/office/drawing/2014/main" id="{96BCFF1A-0C97-EFA2-708A-047170472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02326" y="2000453"/>
              <a:ext cx="75624" cy="75624"/>
            </a:xfrm>
            <a:prstGeom prst="rect">
              <a:avLst/>
            </a:prstGeom>
          </p:spPr>
        </p:pic>
        <p:pic>
          <p:nvPicPr>
            <p:cNvPr id="38" name="Graphic 37" descr="Harvey Balls 100% with solid fill">
              <a:extLst>
                <a:ext uri="{FF2B5EF4-FFF2-40B4-BE49-F238E27FC236}">
                  <a16:creationId xmlns:a16="http://schemas.microsoft.com/office/drawing/2014/main" id="{7EA1FCA6-AC9A-BAC6-CCC7-57CC890B5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29573" y="2842198"/>
              <a:ext cx="75624" cy="75624"/>
            </a:xfrm>
            <a:prstGeom prst="rect">
              <a:avLst/>
            </a:prstGeom>
          </p:spPr>
        </p:pic>
        <p:pic>
          <p:nvPicPr>
            <p:cNvPr id="39" name="Graphic 38" descr="Harvey Balls 100% with solid fill">
              <a:extLst>
                <a:ext uri="{FF2B5EF4-FFF2-40B4-BE49-F238E27FC236}">
                  <a16:creationId xmlns:a16="http://schemas.microsoft.com/office/drawing/2014/main" id="{F67E08F3-1892-B370-0F5D-CD357D6DD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07146" y="2902627"/>
              <a:ext cx="75624" cy="75624"/>
            </a:xfrm>
            <a:prstGeom prst="rect">
              <a:avLst/>
            </a:prstGeom>
          </p:spPr>
        </p:pic>
        <p:pic>
          <p:nvPicPr>
            <p:cNvPr id="40" name="Graphic 39" descr="Harvey Balls 100% with solid fill">
              <a:extLst>
                <a:ext uri="{FF2B5EF4-FFF2-40B4-BE49-F238E27FC236}">
                  <a16:creationId xmlns:a16="http://schemas.microsoft.com/office/drawing/2014/main" id="{75566E79-2B24-AA8C-9FBF-45A4E9D11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44958" y="3066067"/>
              <a:ext cx="75624" cy="75624"/>
            </a:xfrm>
            <a:prstGeom prst="rect">
              <a:avLst/>
            </a:prstGeom>
          </p:spPr>
        </p:pic>
        <p:pic>
          <p:nvPicPr>
            <p:cNvPr id="41" name="Graphic 40" descr="Harvey Balls 100% with solid fill">
              <a:extLst>
                <a:ext uri="{FF2B5EF4-FFF2-40B4-BE49-F238E27FC236}">
                  <a16:creationId xmlns:a16="http://schemas.microsoft.com/office/drawing/2014/main" id="{0298C5F4-693F-C41E-9568-79D73270F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18864" y="3027445"/>
              <a:ext cx="75624" cy="75624"/>
            </a:xfrm>
            <a:prstGeom prst="rect">
              <a:avLst/>
            </a:prstGeom>
          </p:spPr>
        </p:pic>
        <p:pic>
          <p:nvPicPr>
            <p:cNvPr id="42" name="Graphic 41" descr="Harvey Balls 100% with solid fill">
              <a:extLst>
                <a:ext uri="{FF2B5EF4-FFF2-40B4-BE49-F238E27FC236}">
                  <a16:creationId xmlns:a16="http://schemas.microsoft.com/office/drawing/2014/main" id="{21AE6985-782B-4393-B43D-873BCA01F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67385" y="3171230"/>
              <a:ext cx="75624" cy="75624"/>
            </a:xfrm>
            <a:prstGeom prst="rect">
              <a:avLst/>
            </a:prstGeom>
          </p:spPr>
        </p:pic>
        <p:pic>
          <p:nvPicPr>
            <p:cNvPr id="43" name="Graphic 42" descr="Harvey Balls 100% with solid fill">
              <a:extLst>
                <a:ext uri="{FF2B5EF4-FFF2-40B4-BE49-F238E27FC236}">
                  <a16:creationId xmlns:a16="http://schemas.microsoft.com/office/drawing/2014/main" id="{6E8D211C-1D48-2B46-ABD3-819E1C143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24827" y="3180122"/>
              <a:ext cx="75624" cy="75624"/>
            </a:xfrm>
            <a:prstGeom prst="rect">
              <a:avLst/>
            </a:prstGeom>
          </p:spPr>
        </p:pic>
        <p:pic>
          <p:nvPicPr>
            <p:cNvPr id="44" name="Graphic 43" descr="Harvey Balls 100% with solid fill">
              <a:extLst>
                <a:ext uri="{FF2B5EF4-FFF2-40B4-BE49-F238E27FC236}">
                  <a16:creationId xmlns:a16="http://schemas.microsoft.com/office/drawing/2014/main" id="{72825CF0-C2CE-8F52-B9AE-C87604DA3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80580" y="2945993"/>
              <a:ext cx="75624" cy="75624"/>
            </a:xfrm>
            <a:prstGeom prst="rect">
              <a:avLst/>
            </a:prstGeom>
          </p:spPr>
        </p:pic>
        <p:pic>
          <p:nvPicPr>
            <p:cNvPr id="45" name="Graphic 44" descr="Harvey Balls 100% with solid fill">
              <a:extLst>
                <a:ext uri="{FF2B5EF4-FFF2-40B4-BE49-F238E27FC236}">
                  <a16:creationId xmlns:a16="http://schemas.microsoft.com/office/drawing/2014/main" id="{31A4371A-CFD4-3541-FF97-A50DE0B83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69779" y="2894648"/>
              <a:ext cx="75624" cy="75624"/>
            </a:xfrm>
            <a:prstGeom prst="rect">
              <a:avLst/>
            </a:prstGeom>
          </p:spPr>
        </p:pic>
        <p:pic>
          <p:nvPicPr>
            <p:cNvPr id="46" name="Graphic 45" descr="Harvey Balls 100% with solid fill">
              <a:extLst>
                <a:ext uri="{FF2B5EF4-FFF2-40B4-BE49-F238E27FC236}">
                  <a16:creationId xmlns:a16="http://schemas.microsoft.com/office/drawing/2014/main" id="{B57DDA62-003F-3577-4A11-0EFAF688E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8598" y="3079260"/>
              <a:ext cx="75624" cy="75624"/>
            </a:xfrm>
            <a:prstGeom prst="rect">
              <a:avLst/>
            </a:prstGeom>
          </p:spPr>
        </p:pic>
        <p:pic>
          <p:nvPicPr>
            <p:cNvPr id="47" name="Graphic 46" descr="Harvey Balls 100% with solid fill">
              <a:extLst>
                <a:ext uri="{FF2B5EF4-FFF2-40B4-BE49-F238E27FC236}">
                  <a16:creationId xmlns:a16="http://schemas.microsoft.com/office/drawing/2014/main" id="{2E23FF5E-AC06-76F0-6C15-D21FEE5E3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13841" y="3052612"/>
              <a:ext cx="75624" cy="75624"/>
            </a:xfrm>
            <a:prstGeom prst="rect">
              <a:avLst/>
            </a:prstGeom>
          </p:spPr>
        </p:pic>
        <p:pic>
          <p:nvPicPr>
            <p:cNvPr id="48" name="Graphic 47" descr="Harvey Balls 100% with solid fill">
              <a:extLst>
                <a:ext uri="{FF2B5EF4-FFF2-40B4-BE49-F238E27FC236}">
                  <a16:creationId xmlns:a16="http://schemas.microsoft.com/office/drawing/2014/main" id="{C03BDA72-5E1B-2478-25C6-FE3AFCB24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67535" y="4271432"/>
              <a:ext cx="75624" cy="75624"/>
            </a:xfrm>
            <a:prstGeom prst="rect">
              <a:avLst/>
            </a:prstGeom>
          </p:spPr>
        </p:pic>
        <p:pic>
          <p:nvPicPr>
            <p:cNvPr id="49" name="Graphic 48" descr="Harvey Balls 100% with solid fill">
              <a:extLst>
                <a:ext uri="{FF2B5EF4-FFF2-40B4-BE49-F238E27FC236}">
                  <a16:creationId xmlns:a16="http://schemas.microsoft.com/office/drawing/2014/main" id="{0C3AC482-5AC1-5E9C-6FD2-C6741AFA0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80778" y="4271432"/>
              <a:ext cx="75624" cy="75624"/>
            </a:xfrm>
            <a:prstGeom prst="rect">
              <a:avLst/>
            </a:prstGeom>
          </p:spPr>
        </p:pic>
        <p:pic>
          <p:nvPicPr>
            <p:cNvPr id="50" name="Graphic 49" descr="Harvey Balls 100% with solid fill">
              <a:extLst>
                <a:ext uri="{FF2B5EF4-FFF2-40B4-BE49-F238E27FC236}">
                  <a16:creationId xmlns:a16="http://schemas.microsoft.com/office/drawing/2014/main" id="{CD6ABFAF-88B8-8B1C-1C7D-6FFCED483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23170" y="4106457"/>
              <a:ext cx="75624" cy="75624"/>
            </a:xfrm>
            <a:prstGeom prst="rect">
              <a:avLst/>
            </a:prstGeom>
          </p:spPr>
        </p:pic>
        <p:pic>
          <p:nvPicPr>
            <p:cNvPr id="51" name="Graphic 50" descr="Harvey Balls 100% with solid fill">
              <a:extLst>
                <a:ext uri="{FF2B5EF4-FFF2-40B4-BE49-F238E27FC236}">
                  <a16:creationId xmlns:a16="http://schemas.microsoft.com/office/drawing/2014/main" id="{41D330C8-5C33-942C-567B-54B8665F4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55398" y="4271432"/>
              <a:ext cx="75624" cy="75624"/>
            </a:xfrm>
            <a:prstGeom prst="rect">
              <a:avLst/>
            </a:prstGeom>
          </p:spPr>
        </p:pic>
        <p:pic>
          <p:nvPicPr>
            <p:cNvPr id="52" name="Graphic 51" descr="Harvey Balls 100% with solid fill">
              <a:extLst>
                <a:ext uri="{FF2B5EF4-FFF2-40B4-BE49-F238E27FC236}">
                  <a16:creationId xmlns:a16="http://schemas.microsoft.com/office/drawing/2014/main" id="{ED3EEE54-3A3D-47C6-2B9C-70B543FA7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85358" y="4444453"/>
              <a:ext cx="75624" cy="7562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B4CFFB-0E46-5FA0-3A48-BB63484AA4BB}"/>
                  </a:ext>
                </a:extLst>
              </p:cNvPr>
              <p:cNvSpPr txBox="1"/>
              <p:nvPr/>
            </p:nvSpPr>
            <p:spPr>
              <a:xfrm>
                <a:off x="1191214" y="5445120"/>
                <a:ext cx="3509108" cy="10433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sz="280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·</m:t>
                          </m:r>
                          <m:func>
                            <m:func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GB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GB" sz="28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de-CH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e-CH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de-CH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1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B4CFFB-0E46-5FA0-3A48-BB63484A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214" y="5445120"/>
                <a:ext cx="3509108" cy="10433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88">
            <a:extLst>
              <a:ext uri="{FF2B5EF4-FFF2-40B4-BE49-F238E27FC236}">
                <a16:creationId xmlns:a16="http://schemas.microsoft.com/office/drawing/2014/main" id="{7C040D65-8B1E-7B37-0F88-F97AFC36DC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049672" y="5767719"/>
            <a:ext cx="6857737" cy="37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35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671A29-C103-716B-1FCB-062716B07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131" y="2255614"/>
            <a:ext cx="6389736" cy="426780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04C2071-3B4F-F880-984D-EEC7B56442F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6CDCE-516E-5832-EF8C-511BE48A9151}"/>
              </a:ext>
            </a:extLst>
          </p:cNvPr>
          <p:cNvSpPr txBox="1"/>
          <p:nvPr/>
        </p:nvSpPr>
        <p:spPr>
          <a:xfrm>
            <a:off x="2234521" y="1229023"/>
            <a:ext cx="7722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These thresholds provide the highest information gain.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D645FA-4015-0D5D-35B9-D29FEB1CB8EC}"/>
              </a:ext>
            </a:extLst>
          </p:cNvPr>
          <p:cNvSpPr txBox="1"/>
          <p:nvPr/>
        </p:nvSpPr>
        <p:spPr>
          <a:xfrm>
            <a:off x="2234521" y="1793949"/>
            <a:ext cx="7722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A02B93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But how does the computer know?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3456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4EA9-0467-8862-0832-6B688AA5CF0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1AA3A-02AE-986B-163D-2603C08B3ED3}"/>
              </a:ext>
            </a:extLst>
          </p:cNvPr>
          <p:cNvSpPr txBox="1"/>
          <p:nvPr/>
        </p:nvSpPr>
        <p:spPr>
          <a:xfrm>
            <a:off x="1987831" y="2459504"/>
            <a:ext cx="821633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computer </a:t>
            </a:r>
            <a:r>
              <a:rPr lang="en-GB" sz="4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recursively</a:t>
            </a:r>
            <a:r>
              <a:rPr lang="en-GB" sz="40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 iterates through every combination of features and thresholds and calculates the information gain to find the optimal pair.</a:t>
            </a:r>
            <a:endParaRPr kumimoji="0" lang="en-GB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747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3CF5-82C2-4A83-28D6-9757ECDC1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CC621B-9E95-8B6E-756F-2595279CBE13}"/>
              </a:ext>
            </a:extLst>
          </p:cNvPr>
          <p:cNvCxnSpPr>
            <a:cxnSpLocks/>
          </p:cNvCxnSpPr>
          <p:nvPr/>
        </p:nvCxnSpPr>
        <p:spPr>
          <a:xfrm flipV="1">
            <a:off x="602036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F6A4C8-66BB-970A-B6E8-0F7DC282F6B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5905898-B492-37E6-C280-8273786BBF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306862"/>
              </p:ext>
            </p:extLst>
          </p:nvPr>
        </p:nvGraphicFramePr>
        <p:xfrm>
          <a:off x="2032000" y="102790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FE7774-4D03-1C16-D853-A5CBA2CB9C90}"/>
              </a:ext>
            </a:extLst>
          </p:cNvPr>
          <p:cNvCxnSpPr>
            <a:cxnSpLocks/>
          </p:cNvCxnSpPr>
          <p:nvPr/>
        </p:nvCxnSpPr>
        <p:spPr>
          <a:xfrm>
            <a:off x="2622876" y="3109870"/>
            <a:ext cx="7333924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41B0F3-B68B-0305-CAFE-92CC892139F7}"/>
              </a:ext>
            </a:extLst>
          </p:cNvPr>
          <p:cNvCxnSpPr>
            <a:cxnSpLocks/>
          </p:cNvCxnSpPr>
          <p:nvPr/>
        </p:nvCxnSpPr>
        <p:spPr>
          <a:xfrm flipV="1">
            <a:off x="7607861" y="1027906"/>
            <a:ext cx="0" cy="478155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DEA30C7-9A3D-1E2C-588E-F97334423D4D}"/>
              </a:ext>
            </a:extLst>
          </p:cNvPr>
          <p:cNvCxnSpPr>
            <a:cxnSpLocks/>
          </p:cNvCxnSpPr>
          <p:nvPr/>
        </p:nvCxnSpPr>
        <p:spPr>
          <a:xfrm flipV="1">
            <a:off x="789996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1E2DDD-2CDA-4733-00EC-04E6715A4BBB}"/>
              </a:ext>
            </a:extLst>
          </p:cNvPr>
          <p:cNvCxnSpPr>
            <a:cxnSpLocks/>
          </p:cNvCxnSpPr>
          <p:nvPr/>
        </p:nvCxnSpPr>
        <p:spPr>
          <a:xfrm flipV="1">
            <a:off x="832541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5F4619-C551-23F0-8810-36F7BCD93DAF}"/>
              </a:ext>
            </a:extLst>
          </p:cNvPr>
          <p:cNvCxnSpPr>
            <a:cxnSpLocks/>
          </p:cNvCxnSpPr>
          <p:nvPr/>
        </p:nvCxnSpPr>
        <p:spPr>
          <a:xfrm flipV="1">
            <a:off x="893501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BAEE78-76C5-8798-A8CC-E27383EE9FFC}"/>
              </a:ext>
            </a:extLst>
          </p:cNvPr>
          <p:cNvCxnSpPr>
            <a:cxnSpLocks/>
          </p:cNvCxnSpPr>
          <p:nvPr/>
        </p:nvCxnSpPr>
        <p:spPr>
          <a:xfrm flipV="1">
            <a:off x="944936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EEFBF3-C541-9CC1-D070-DC36093161A9}"/>
              </a:ext>
            </a:extLst>
          </p:cNvPr>
          <p:cNvCxnSpPr>
            <a:cxnSpLocks/>
          </p:cNvCxnSpPr>
          <p:nvPr/>
        </p:nvCxnSpPr>
        <p:spPr>
          <a:xfrm flipV="1">
            <a:off x="741736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2FD45C-656E-1111-7677-A2A0C61CDCA5}"/>
              </a:ext>
            </a:extLst>
          </p:cNvPr>
          <p:cNvCxnSpPr>
            <a:cxnSpLocks/>
          </p:cNvCxnSpPr>
          <p:nvPr/>
        </p:nvCxnSpPr>
        <p:spPr>
          <a:xfrm flipV="1">
            <a:off x="675696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B694A1-EFC1-D8F2-2869-93342F3C66F6}"/>
              </a:ext>
            </a:extLst>
          </p:cNvPr>
          <p:cNvCxnSpPr>
            <a:cxnSpLocks/>
          </p:cNvCxnSpPr>
          <p:nvPr/>
        </p:nvCxnSpPr>
        <p:spPr>
          <a:xfrm flipV="1">
            <a:off x="5175811" y="1038225"/>
            <a:ext cx="0" cy="478155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CDC46E-402B-887B-6F70-8732313EA71C}"/>
              </a:ext>
            </a:extLst>
          </p:cNvPr>
          <p:cNvCxnSpPr>
            <a:cxnSpLocks/>
          </p:cNvCxnSpPr>
          <p:nvPr/>
        </p:nvCxnSpPr>
        <p:spPr>
          <a:xfrm>
            <a:off x="2622876" y="2335170"/>
            <a:ext cx="7333924" cy="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D44741-2869-1884-E189-195352C0B14A}"/>
              </a:ext>
            </a:extLst>
          </p:cNvPr>
          <p:cNvCxnSpPr>
            <a:cxnSpLocks/>
          </p:cNvCxnSpPr>
          <p:nvPr/>
        </p:nvCxnSpPr>
        <p:spPr>
          <a:xfrm>
            <a:off x="2622876" y="3852820"/>
            <a:ext cx="7333924" cy="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E22548A-F104-62F4-3434-FBE0BBF03A3A}"/>
              </a:ext>
            </a:extLst>
          </p:cNvPr>
          <p:cNvCxnSpPr>
            <a:cxnSpLocks/>
          </p:cNvCxnSpPr>
          <p:nvPr/>
        </p:nvCxnSpPr>
        <p:spPr>
          <a:xfrm>
            <a:off x="2622876" y="4646570"/>
            <a:ext cx="7333924" cy="0"/>
          </a:xfrm>
          <a:prstGeom prst="line">
            <a:avLst/>
          </a:prstGeom>
          <a:ln w="28575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029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D7E91A7F-E6F0-D6D8-BD31-549479D36C0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CE33528-A363-935E-5336-F804423F3D48}"/>
                  </a:ext>
                </a:extLst>
              </p:cNvPr>
              <p:cNvSpPr txBox="1"/>
              <p:nvPr/>
            </p:nvSpPr>
            <p:spPr>
              <a:xfrm>
                <a:off x="7782333" y="3789306"/>
                <a:ext cx="3246185" cy="10026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36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36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sz="36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CH" sz="36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CH" sz="36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36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CE33528-A363-935E-5336-F804423F3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33" y="3789306"/>
                <a:ext cx="3246185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Picture 62">
            <a:extLst>
              <a:ext uri="{FF2B5EF4-FFF2-40B4-BE49-F238E27FC236}">
                <a16:creationId xmlns:a16="http://schemas.microsoft.com/office/drawing/2014/main" id="{0AE57220-CBD5-27C6-8D3E-DEED498F8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5900" y="1723132"/>
            <a:ext cx="6191275" cy="4132349"/>
          </a:xfrm>
          <a:prstGeom prst="rect">
            <a:avLst/>
          </a:prstGeom>
        </p:spPr>
      </p:pic>
      <p:pic>
        <p:nvPicPr>
          <p:cNvPr id="64" name="Graphic 63" descr="Harvey Balls 100% with solid fill">
            <a:extLst>
              <a:ext uri="{FF2B5EF4-FFF2-40B4-BE49-F238E27FC236}">
                <a16:creationId xmlns:a16="http://schemas.microsoft.com/office/drawing/2014/main" id="{A20656F0-AD31-772C-485B-BF8BD08C83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4551" y="4591933"/>
            <a:ext cx="299726" cy="299726"/>
          </a:xfrm>
          <a:prstGeom prst="rect">
            <a:avLst/>
          </a:prstGeom>
        </p:spPr>
      </p:pic>
      <p:pic>
        <p:nvPicPr>
          <p:cNvPr id="65" name="Graphic 64" descr="Harvey Balls 100% with solid fill">
            <a:extLst>
              <a:ext uri="{FF2B5EF4-FFF2-40B4-BE49-F238E27FC236}">
                <a16:creationId xmlns:a16="http://schemas.microsoft.com/office/drawing/2014/main" id="{6C6AED34-99CD-FFE3-B549-3B07241EB0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1997" y="4587104"/>
            <a:ext cx="299726" cy="299726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AF42E55-D5D5-0BAA-24C6-700781856825}"/>
              </a:ext>
            </a:extLst>
          </p:cNvPr>
          <p:cNvCxnSpPr>
            <a:cxnSpLocks/>
          </p:cNvCxnSpPr>
          <p:nvPr/>
        </p:nvCxnSpPr>
        <p:spPr>
          <a:xfrm flipV="1">
            <a:off x="2993586" y="1809750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C0F3069-1B96-E6E7-11B8-B48775ACE33E}"/>
              </a:ext>
            </a:extLst>
          </p:cNvPr>
          <p:cNvSpPr txBox="1"/>
          <p:nvPr/>
        </p:nvSpPr>
        <p:spPr>
          <a:xfrm>
            <a:off x="6787175" y="1723132"/>
            <a:ext cx="523650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1. Calculate all possible thresholds</a:t>
            </a:r>
          </a:p>
          <a:p>
            <a:pPr marL="457200" lvl="0" indent="-457200" algn="ctr">
              <a:buAutoNum type="arabicPeriod"/>
              <a:defRPr/>
            </a:pPr>
            <a:endParaRPr lang="en-GB" sz="2000" noProof="0" dirty="0">
              <a:solidFill>
                <a:prstClr val="black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the two features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Hours Studied 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&amp;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Average Score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we calculate all the midpoints between consecutive sorted values:</a:t>
            </a:r>
          </a:p>
        </p:txBody>
      </p:sp>
    </p:spTree>
    <p:extLst>
      <p:ext uri="{BB962C8B-B14F-4D97-AF65-F5344CB8AC3E}">
        <p14:creationId xmlns:p14="http://schemas.microsoft.com/office/powerpoint/2010/main" val="3647131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3273F-2E35-7E7B-E9A2-24462435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6A72BDE0-2BD0-C6C9-66C9-941270254A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  <p:pic>
        <p:nvPicPr>
          <p:cNvPr id="4" name="Picture 62">
            <a:extLst>
              <a:ext uri="{FF2B5EF4-FFF2-40B4-BE49-F238E27FC236}">
                <a16:creationId xmlns:a16="http://schemas.microsoft.com/office/drawing/2014/main" id="{E4CCB66F-E793-D314-6CA2-01FEEC3B2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5900" y="1723132"/>
            <a:ext cx="6191275" cy="4132349"/>
          </a:xfrm>
          <a:prstGeom prst="rect">
            <a:avLst/>
          </a:prstGeom>
        </p:spPr>
      </p:pic>
      <p:pic>
        <p:nvPicPr>
          <p:cNvPr id="5" name="Graphic 4" descr="Harvey Balls 100% with solid fill">
            <a:extLst>
              <a:ext uri="{FF2B5EF4-FFF2-40B4-BE49-F238E27FC236}">
                <a16:creationId xmlns:a16="http://schemas.microsoft.com/office/drawing/2014/main" id="{26FD2463-1255-826C-54EC-C4F00A18F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551" y="4591933"/>
            <a:ext cx="299726" cy="299726"/>
          </a:xfrm>
          <a:prstGeom prst="rect">
            <a:avLst/>
          </a:prstGeom>
        </p:spPr>
      </p:pic>
      <p:pic>
        <p:nvPicPr>
          <p:cNvPr id="6" name="Graphic 5" descr="Harvey Balls 100% with solid fill">
            <a:extLst>
              <a:ext uri="{FF2B5EF4-FFF2-40B4-BE49-F238E27FC236}">
                <a16:creationId xmlns:a16="http://schemas.microsoft.com/office/drawing/2014/main" id="{4FE0F9D3-C8BC-70F7-6FD4-5EB8F67FF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1997" y="4587104"/>
            <a:ext cx="299726" cy="29972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626694-AE02-806E-0B9A-E51C1B1A1FED}"/>
              </a:ext>
            </a:extLst>
          </p:cNvPr>
          <p:cNvCxnSpPr>
            <a:cxnSpLocks/>
          </p:cNvCxnSpPr>
          <p:nvPr/>
        </p:nvCxnSpPr>
        <p:spPr>
          <a:xfrm flipV="1">
            <a:off x="2993586" y="1809750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734FFD-7B68-754E-9327-1164FC01E42F}"/>
              </a:ext>
            </a:extLst>
          </p:cNvPr>
          <p:cNvSpPr txBox="1"/>
          <p:nvPr/>
        </p:nvSpPr>
        <p:spPr>
          <a:xfrm>
            <a:off x="6787175" y="1723132"/>
            <a:ext cx="523650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1. Calculate all possible thresholds</a:t>
            </a:r>
          </a:p>
          <a:p>
            <a:pPr marL="457200" lvl="0" indent="-457200" algn="ctr">
              <a:buAutoNum type="arabicPeriod"/>
              <a:defRPr/>
            </a:pPr>
            <a:endParaRPr lang="en-GB" sz="2000" noProof="0" dirty="0">
              <a:solidFill>
                <a:prstClr val="black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the two features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Hours Studied 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&amp;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Average Score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we calculate all the midpoints between consecutive sorted values: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E965F3-18D6-786E-2670-D678CEC13981}"/>
                  </a:ext>
                </a:extLst>
              </p:cNvPr>
              <p:cNvSpPr txBox="1"/>
              <p:nvPr/>
            </p:nvSpPr>
            <p:spPr>
              <a:xfrm>
                <a:off x="7782333" y="3789306"/>
                <a:ext cx="3246185" cy="10371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34.5</m:t>
                      </m:r>
                      <m:r>
                        <a:rPr lang="de-CH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  <m:r>
                            <a:rPr lang="de-CH" sz="3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sz="3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E965F3-18D6-786E-2670-D678CEC13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33" y="3789306"/>
                <a:ext cx="3246185" cy="1037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08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E0E7-1394-742C-9813-73D9B615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A22238-5C2B-3476-15F4-1BF4136EFB56}"/>
                  </a:ext>
                </a:extLst>
              </p:cNvPr>
              <p:cNvSpPr txBox="1"/>
              <p:nvPr/>
            </p:nvSpPr>
            <p:spPr>
              <a:xfrm>
                <a:off x="7782333" y="3789306"/>
                <a:ext cx="3246185" cy="10026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36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36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sz="36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CH" sz="36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CH" sz="3600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36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CH" sz="3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360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sz="3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CH" sz="36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A22238-5C2B-3476-15F4-1BF4136EF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33" y="3789306"/>
                <a:ext cx="3246185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62">
            <a:extLst>
              <a:ext uri="{FF2B5EF4-FFF2-40B4-BE49-F238E27FC236}">
                <a16:creationId xmlns:a16="http://schemas.microsoft.com/office/drawing/2014/main" id="{B9246A55-D4E7-20DC-63AC-E13B9F084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5900" y="1723132"/>
            <a:ext cx="6191275" cy="4132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C797F7-D0ED-B493-471B-B71DB8E21F88}"/>
              </a:ext>
            </a:extLst>
          </p:cNvPr>
          <p:cNvSpPr txBox="1"/>
          <p:nvPr/>
        </p:nvSpPr>
        <p:spPr>
          <a:xfrm>
            <a:off x="6787175" y="1723132"/>
            <a:ext cx="523650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1. Calculate all possible thresholds</a:t>
            </a:r>
          </a:p>
          <a:p>
            <a:pPr marL="457200" lvl="0" indent="-457200" algn="ctr">
              <a:buAutoNum type="arabicPeriod"/>
              <a:defRPr/>
            </a:pPr>
            <a:endParaRPr lang="en-GB" sz="2000" noProof="0" dirty="0">
              <a:solidFill>
                <a:prstClr val="black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the two features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Hours Studied 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&amp;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Average Score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we calculate all the midpoints between consecutive sorted values:</a:t>
            </a:r>
          </a:p>
        </p:txBody>
      </p:sp>
      <p:pic>
        <p:nvPicPr>
          <p:cNvPr id="6" name="Graphic 5" descr="Harvey Balls 100% with solid fill">
            <a:extLst>
              <a:ext uri="{FF2B5EF4-FFF2-40B4-BE49-F238E27FC236}">
                <a16:creationId xmlns:a16="http://schemas.microsoft.com/office/drawing/2014/main" id="{339C1B23-5274-60BE-5773-98F12603DC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1674" y="2835207"/>
            <a:ext cx="299726" cy="29972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700159-25E2-C267-A212-8B279AFB43FA}"/>
              </a:ext>
            </a:extLst>
          </p:cNvPr>
          <p:cNvCxnSpPr>
            <a:cxnSpLocks/>
          </p:cNvCxnSpPr>
          <p:nvPr/>
        </p:nvCxnSpPr>
        <p:spPr>
          <a:xfrm flipH="1">
            <a:off x="1029755" y="3315235"/>
            <a:ext cx="566791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Harvey Balls 100% with solid fill">
            <a:extLst>
              <a:ext uri="{FF2B5EF4-FFF2-40B4-BE49-F238E27FC236}">
                <a16:creationId xmlns:a16="http://schemas.microsoft.com/office/drawing/2014/main" id="{EAD39349-4255-40B5-5A6D-B84F3A4846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2313" y="3429000"/>
            <a:ext cx="299726" cy="29972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20F20B8-4CBF-B0B6-1E21-71D3BE51A93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</p:spTree>
    <p:extLst>
      <p:ext uri="{BB962C8B-B14F-4D97-AF65-F5344CB8AC3E}">
        <p14:creationId xmlns:p14="http://schemas.microsoft.com/office/powerpoint/2010/main" val="3538982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92C62-A43B-0C04-A7C7-2087DD84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27AAEF-1E6F-08A8-B858-5C2A900EA934}"/>
                  </a:ext>
                </a:extLst>
              </p:cNvPr>
              <p:cNvSpPr txBox="1"/>
              <p:nvPr/>
            </p:nvSpPr>
            <p:spPr>
              <a:xfrm>
                <a:off x="7782333" y="3789306"/>
                <a:ext cx="3246185" cy="10371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360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CH" sz="36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de-CH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36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e-CH" sz="3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CH" sz="36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de-CH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B27AAEF-1E6F-08A8-B858-5C2A900EA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33" y="3789306"/>
                <a:ext cx="3246185" cy="1037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62">
            <a:extLst>
              <a:ext uri="{FF2B5EF4-FFF2-40B4-BE49-F238E27FC236}">
                <a16:creationId xmlns:a16="http://schemas.microsoft.com/office/drawing/2014/main" id="{A8E1FF7F-FC68-0611-D43A-8621A7225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95900" y="1723132"/>
            <a:ext cx="6191275" cy="4132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A21000-2A36-17CC-D9F0-6B63872A7A58}"/>
              </a:ext>
            </a:extLst>
          </p:cNvPr>
          <p:cNvSpPr txBox="1"/>
          <p:nvPr/>
        </p:nvSpPr>
        <p:spPr>
          <a:xfrm>
            <a:off x="6787175" y="1723132"/>
            <a:ext cx="523650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1. Calculate all possible thresholds</a:t>
            </a:r>
          </a:p>
          <a:p>
            <a:pPr marL="457200" lvl="0" indent="-457200" algn="ctr">
              <a:buAutoNum type="arabicPeriod"/>
              <a:defRPr/>
            </a:pPr>
            <a:endParaRPr lang="en-GB" sz="2000" noProof="0" dirty="0">
              <a:solidFill>
                <a:prstClr val="black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the two features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Hours Studied 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&amp; </a:t>
            </a:r>
            <a:r>
              <a:rPr lang="en-GB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Average Score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we calculate all the midpoints between consecutive sorted values:</a:t>
            </a:r>
          </a:p>
        </p:txBody>
      </p:sp>
      <p:pic>
        <p:nvPicPr>
          <p:cNvPr id="5" name="Graphic 4" descr="Harvey Balls 100% with solid fill">
            <a:extLst>
              <a:ext uri="{FF2B5EF4-FFF2-40B4-BE49-F238E27FC236}">
                <a16:creationId xmlns:a16="http://schemas.microsoft.com/office/drawing/2014/main" id="{E79D54AB-226E-FBE5-C877-A8D06741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1674" y="2835207"/>
            <a:ext cx="299726" cy="29972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283081-AC4E-7265-9A39-DF7C38C46248}"/>
              </a:ext>
            </a:extLst>
          </p:cNvPr>
          <p:cNvCxnSpPr>
            <a:cxnSpLocks/>
          </p:cNvCxnSpPr>
          <p:nvPr/>
        </p:nvCxnSpPr>
        <p:spPr>
          <a:xfrm flipH="1">
            <a:off x="1029755" y="3315235"/>
            <a:ext cx="566791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Harvey Balls 100% with solid fill">
            <a:extLst>
              <a:ext uri="{FF2B5EF4-FFF2-40B4-BE49-F238E27FC236}">
                <a16:creationId xmlns:a16="http://schemas.microsoft.com/office/drawing/2014/main" id="{6DE004CC-C94D-00A1-22B6-E0B77B8E5D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2313" y="3429000"/>
            <a:ext cx="299726" cy="29972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EC9F7F4-C9ED-A31B-0430-AE5DAF2EDDF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</p:spTree>
    <p:extLst>
      <p:ext uri="{BB962C8B-B14F-4D97-AF65-F5344CB8AC3E}">
        <p14:creationId xmlns:p14="http://schemas.microsoft.com/office/powerpoint/2010/main" val="2599295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6083-6D63-E1DB-BE30-8F702925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2">
            <a:extLst>
              <a:ext uri="{FF2B5EF4-FFF2-40B4-BE49-F238E27FC236}">
                <a16:creationId xmlns:a16="http://schemas.microsoft.com/office/drawing/2014/main" id="{6694ACAD-60BB-FB9D-D7A6-C2E2085B1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5900" y="1723132"/>
            <a:ext cx="6191275" cy="413234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C996C-F94B-D14B-09CB-3452E1BD984A}"/>
              </a:ext>
            </a:extLst>
          </p:cNvPr>
          <p:cNvSpPr txBox="1"/>
          <p:nvPr/>
        </p:nvSpPr>
        <p:spPr>
          <a:xfrm>
            <a:off x="7187503" y="1716918"/>
            <a:ext cx="45896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2. Information gain for every split </a:t>
            </a:r>
          </a:p>
          <a:p>
            <a:pPr marL="457200" lvl="0" indent="-457200" algn="ctr">
              <a:buAutoNum type="arabicPeriod"/>
              <a:defRPr/>
            </a:pPr>
            <a:endParaRPr lang="en-GB" sz="2000" noProof="0" dirty="0">
              <a:solidFill>
                <a:prstClr val="black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For each threshold compute the information </a:t>
            </a:r>
            <a:r>
              <a:rPr lang="en-GB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g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ain: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F1B939-89CB-F1F9-CA44-893104F38815}"/>
                  </a:ext>
                </a:extLst>
              </p:cNvPr>
              <p:cNvSpPr txBox="1"/>
              <p:nvPr/>
            </p:nvSpPr>
            <p:spPr>
              <a:xfrm>
                <a:off x="8137071" y="3043477"/>
                <a:ext cx="2750497" cy="7710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4800" b="0" i="0" smtClean="0">
                              <a:latin typeface="Cambria Math" panose="02040503050406030204" pitchFamily="18" charset="0"/>
                            </a:rPr>
                            <m:t>IG</m:t>
                          </m:r>
                        </m:e>
                        <m:sub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CH" sz="4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F1B939-89CB-F1F9-CA44-893104F38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071" y="3043477"/>
                <a:ext cx="2750497" cy="7710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721631-62A5-AF4C-9A9A-861F8DBAFD54}"/>
                  </a:ext>
                </a:extLst>
              </p:cNvPr>
              <p:cNvSpPr txBox="1"/>
              <p:nvPr/>
            </p:nvSpPr>
            <p:spPr>
              <a:xfrm>
                <a:off x="8118925" y="4392579"/>
                <a:ext cx="2726836" cy="7969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4800" b="0" i="0" smtClean="0">
                              <a:latin typeface="Cambria Math" panose="02040503050406030204" pitchFamily="18" charset="0"/>
                            </a:rPr>
                            <m:t>IG</m:t>
                          </m:r>
                        </m:e>
                        <m:sub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de-CH" sz="4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CH" sz="4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CH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721631-62A5-AF4C-9A9A-861F8DBAF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925" y="4392579"/>
                <a:ext cx="2726836" cy="7969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7839ED-0F90-AC3C-4845-BADE1454FA07}"/>
                  </a:ext>
                </a:extLst>
              </p:cNvPr>
              <p:cNvSpPr txBox="1"/>
              <p:nvPr/>
            </p:nvSpPr>
            <p:spPr>
              <a:xfrm>
                <a:off x="9215443" y="3814522"/>
                <a:ext cx="533800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sz="4000" i="1" smtClean="0">
                          <a:latin typeface="Cambria Math" panose="02040503050406030204" pitchFamily="18" charset="0"/>
                        </a:rPr>
                        <m:t>&amp;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7839ED-0F90-AC3C-4845-BADE1454F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443" y="3814522"/>
                <a:ext cx="533800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7132B9B-C97B-0892-92F3-8C391EF575D4}"/>
              </a:ext>
            </a:extLst>
          </p:cNvPr>
          <p:cNvCxnSpPr>
            <a:cxnSpLocks/>
          </p:cNvCxnSpPr>
          <p:nvPr/>
        </p:nvCxnSpPr>
        <p:spPr>
          <a:xfrm flipH="1">
            <a:off x="1010238" y="3309937"/>
            <a:ext cx="566791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13D4A0-BF78-2C72-0D76-830A8C5E82CB}"/>
              </a:ext>
            </a:extLst>
          </p:cNvPr>
          <p:cNvCxnSpPr>
            <a:cxnSpLocks/>
          </p:cNvCxnSpPr>
          <p:nvPr/>
        </p:nvCxnSpPr>
        <p:spPr>
          <a:xfrm flipH="1">
            <a:off x="1019221" y="3878915"/>
            <a:ext cx="566791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F28846-B37B-FE95-A140-AB96D62E5FA0}"/>
              </a:ext>
            </a:extLst>
          </p:cNvPr>
          <p:cNvCxnSpPr>
            <a:cxnSpLocks/>
          </p:cNvCxnSpPr>
          <p:nvPr/>
        </p:nvCxnSpPr>
        <p:spPr>
          <a:xfrm flipH="1">
            <a:off x="1019221" y="4489186"/>
            <a:ext cx="566791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556455-31E9-C442-8849-986EAB9D5DD0}"/>
              </a:ext>
            </a:extLst>
          </p:cNvPr>
          <p:cNvCxnSpPr>
            <a:cxnSpLocks/>
          </p:cNvCxnSpPr>
          <p:nvPr/>
        </p:nvCxnSpPr>
        <p:spPr>
          <a:xfrm flipH="1">
            <a:off x="1010238" y="2728912"/>
            <a:ext cx="566791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40D538-E3ED-F1CF-2D33-8FF40064E6F4}"/>
              </a:ext>
            </a:extLst>
          </p:cNvPr>
          <p:cNvCxnSpPr>
            <a:cxnSpLocks/>
          </p:cNvCxnSpPr>
          <p:nvPr/>
        </p:nvCxnSpPr>
        <p:spPr>
          <a:xfrm flipV="1">
            <a:off x="2988824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A55B1D-83AD-D2BA-BD6E-428D35480BF0}"/>
              </a:ext>
            </a:extLst>
          </p:cNvPr>
          <p:cNvCxnSpPr>
            <a:cxnSpLocks/>
          </p:cNvCxnSpPr>
          <p:nvPr/>
        </p:nvCxnSpPr>
        <p:spPr>
          <a:xfrm flipV="1">
            <a:off x="3636524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1C6FC5-DAB8-4674-A78B-0B57FA400133}"/>
              </a:ext>
            </a:extLst>
          </p:cNvPr>
          <p:cNvCxnSpPr>
            <a:cxnSpLocks/>
          </p:cNvCxnSpPr>
          <p:nvPr/>
        </p:nvCxnSpPr>
        <p:spPr>
          <a:xfrm flipV="1">
            <a:off x="4193736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49843B-768A-74FF-0F6B-D5819C871585}"/>
              </a:ext>
            </a:extLst>
          </p:cNvPr>
          <p:cNvCxnSpPr>
            <a:cxnSpLocks/>
          </p:cNvCxnSpPr>
          <p:nvPr/>
        </p:nvCxnSpPr>
        <p:spPr>
          <a:xfrm flipV="1">
            <a:off x="4698562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828B9F-415D-86E2-AA50-3257A0352567}"/>
              </a:ext>
            </a:extLst>
          </p:cNvPr>
          <p:cNvCxnSpPr>
            <a:cxnSpLocks/>
          </p:cNvCxnSpPr>
          <p:nvPr/>
        </p:nvCxnSpPr>
        <p:spPr>
          <a:xfrm flipV="1">
            <a:off x="4841437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068187-A272-814E-D905-1ABDB1074D8F}"/>
              </a:ext>
            </a:extLst>
          </p:cNvPr>
          <p:cNvCxnSpPr>
            <a:cxnSpLocks/>
          </p:cNvCxnSpPr>
          <p:nvPr/>
        </p:nvCxnSpPr>
        <p:spPr>
          <a:xfrm flipV="1">
            <a:off x="5062417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3088D4-2405-267B-2DC3-00D86157468A}"/>
              </a:ext>
            </a:extLst>
          </p:cNvPr>
          <p:cNvCxnSpPr>
            <a:cxnSpLocks/>
          </p:cNvCxnSpPr>
          <p:nvPr/>
        </p:nvCxnSpPr>
        <p:spPr>
          <a:xfrm flipV="1">
            <a:off x="5393887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E1AB6C-D8B8-307C-8B6E-EA4C1AB05891}"/>
              </a:ext>
            </a:extLst>
          </p:cNvPr>
          <p:cNvCxnSpPr>
            <a:cxnSpLocks/>
          </p:cNvCxnSpPr>
          <p:nvPr/>
        </p:nvCxnSpPr>
        <p:spPr>
          <a:xfrm flipV="1">
            <a:off x="5855850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15BB62-AB57-4338-D3A9-DF964A454C13}"/>
              </a:ext>
            </a:extLst>
          </p:cNvPr>
          <p:cNvCxnSpPr>
            <a:cxnSpLocks/>
          </p:cNvCxnSpPr>
          <p:nvPr/>
        </p:nvCxnSpPr>
        <p:spPr>
          <a:xfrm flipV="1">
            <a:off x="6246375" y="1716918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86D81A18-C047-ED3F-99E8-829ABCD29BC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</p:spTree>
    <p:extLst>
      <p:ext uri="{BB962C8B-B14F-4D97-AF65-F5344CB8AC3E}">
        <p14:creationId xmlns:p14="http://schemas.microsoft.com/office/powerpoint/2010/main" val="2531843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9563-92C7-5949-1B0E-B9C376DE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2">
            <a:extLst>
              <a:ext uri="{FF2B5EF4-FFF2-40B4-BE49-F238E27FC236}">
                <a16:creationId xmlns:a16="http://schemas.microsoft.com/office/drawing/2014/main" id="{D85DAAC9-137C-2F29-3356-D271A24AC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5900" y="1723132"/>
            <a:ext cx="6191275" cy="413234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00E9CB2-CCAB-7C68-7D87-3F683432B491}"/>
              </a:ext>
            </a:extLst>
          </p:cNvPr>
          <p:cNvSpPr txBox="1"/>
          <p:nvPr/>
        </p:nvSpPr>
        <p:spPr>
          <a:xfrm>
            <a:off x="6787175" y="1721681"/>
            <a:ext cx="518461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3. Split on the optimal pair</a:t>
            </a:r>
          </a:p>
          <a:p>
            <a:pPr marL="457200" lvl="0" indent="-457200" algn="ctr">
              <a:buAutoNum type="arabicPeriod"/>
              <a:defRPr/>
            </a:pPr>
            <a:endParaRPr lang="en-GB" sz="2000" noProof="0" dirty="0">
              <a:solidFill>
                <a:prstClr val="black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Choose the feature-threshold pairs, that give the highest information </a:t>
            </a:r>
            <a:r>
              <a:rPr lang="en-GB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g</a:t>
            </a:r>
            <a:r>
              <a:rPr lang="en-GB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ain and finally compare them to determine the optimal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814836-1F4E-00E3-86B7-C72A30549B51}"/>
                  </a:ext>
                </a:extLst>
              </p:cNvPr>
              <p:cNvSpPr txBox="1"/>
              <p:nvPr/>
            </p:nvSpPr>
            <p:spPr>
              <a:xfrm>
                <a:off x="6863311" y="3597437"/>
                <a:ext cx="5032340" cy="664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4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de-CH" sz="40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sz="4000" b="0" i="0" smtClean="0">
                              <a:latin typeface="Cambria Math" panose="02040503050406030204" pitchFamily="18" charset="0"/>
                            </a:rPr>
                            <m:t>IG</m:t>
                          </m:r>
                        </m:e>
                        <m:sub>
                          <m:r>
                            <a:rPr lang="de-CH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de-CH" sz="4000" b="0" i="1" smtClean="0">
                          <a:latin typeface="Cambria Math" panose="02040503050406030204" pitchFamily="18" charset="0"/>
                        </a:rPr>
                        <m:t>)&lt;</m:t>
                      </m:r>
                      <m:sSub>
                        <m:sSubPr>
                          <m:ctrlPr>
                            <a:rPr lang="en-GB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40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de-CH" sz="40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de-CH" sz="4000">
                              <a:latin typeface="Cambria Math" panose="02040503050406030204" pitchFamily="18" charset="0"/>
                            </a:rPr>
                            <m:t>IG</m:t>
                          </m:r>
                        </m:e>
                        <m:sub>
                          <m:r>
                            <a:rPr lang="de-CH" sz="4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de-CH" sz="4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814836-1F4E-00E3-86B7-C72A3054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311" y="3597437"/>
                <a:ext cx="5032340" cy="664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8693150-FFC6-D9F3-9BA9-092D4B67F0AE}"/>
              </a:ext>
            </a:extLst>
          </p:cNvPr>
          <p:cNvSpPr txBox="1"/>
          <p:nvPr/>
        </p:nvSpPr>
        <p:spPr>
          <a:xfrm>
            <a:off x="7375580" y="4548284"/>
            <a:ext cx="40078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 information </a:t>
            </a:r>
            <a:r>
              <a:rPr lang="en-GB" sz="16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g</a:t>
            </a:r>
            <a:r>
              <a:rPr lang="en-GB" sz="1600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ain for the y-component </a:t>
            </a:r>
            <a:r>
              <a:rPr lang="en-GB" sz="1600" i="1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Hours Studied </a:t>
            </a:r>
            <a:r>
              <a:rPr lang="en-GB" sz="1600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is larger. </a:t>
            </a:r>
            <a:r>
              <a:rPr lang="en-GB" sz="160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Therefore</a:t>
            </a:r>
            <a:r>
              <a:rPr lang="en-GB" sz="1600" noProof="0" dirty="0">
                <a:solidFill>
                  <a:prstClr val="black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, split there first!</a:t>
            </a:r>
            <a:endParaRPr lang="en-GB" sz="16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5087B85-43BC-16F9-E027-D20CD6B287F0}"/>
              </a:ext>
            </a:extLst>
          </p:cNvPr>
          <p:cNvCxnSpPr>
            <a:cxnSpLocks/>
          </p:cNvCxnSpPr>
          <p:nvPr/>
        </p:nvCxnSpPr>
        <p:spPr>
          <a:xfrm flipH="1">
            <a:off x="1015004" y="3314700"/>
            <a:ext cx="566791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72BF8B-559C-B1A2-1C00-B18BE004C635}"/>
              </a:ext>
            </a:extLst>
          </p:cNvPr>
          <p:cNvCxnSpPr>
            <a:cxnSpLocks/>
          </p:cNvCxnSpPr>
          <p:nvPr/>
        </p:nvCxnSpPr>
        <p:spPr>
          <a:xfrm flipV="1">
            <a:off x="4846203" y="1721681"/>
            <a:ext cx="0" cy="365760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8107A62-5835-0E8D-6F86-6C1FFD31125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How to Find the Best Thresholds</a:t>
            </a:r>
          </a:p>
        </p:txBody>
      </p:sp>
    </p:spTree>
    <p:extLst>
      <p:ext uri="{BB962C8B-B14F-4D97-AF65-F5344CB8AC3E}">
        <p14:creationId xmlns:p14="http://schemas.microsoft.com/office/powerpoint/2010/main" val="4216628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476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56D7-618E-5686-DD96-C1DEFAD8BA5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004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50000"/>
                  </a:srgbClr>
                </a:solidFill>
                <a:effectLst/>
                <a:uLnTx/>
                <a:uFillTx/>
                <a:latin typeface="Consolas" panose="020B0609020204030204"/>
                <a:ea typeface="+mj-ea"/>
                <a:cs typeface="+mj-cs"/>
              </a:rPr>
              <a:t>Resource Hub</a:t>
            </a:r>
          </a:p>
        </p:txBody>
      </p:sp>
      <p:pic>
        <p:nvPicPr>
          <p:cNvPr id="3" name="Picture 2" descr="A qr code with a few black squares">
            <a:extLst>
              <a:ext uri="{FF2B5EF4-FFF2-40B4-BE49-F238E27FC236}">
                <a16:creationId xmlns:a16="http://schemas.microsoft.com/office/drawing/2014/main" id="{606A90EB-7FE6-B85B-1F3F-FF71D3E00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561" y="1475136"/>
            <a:ext cx="4726877" cy="47268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7298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" id="{DD52D3C7-22D8-46F1-9CBF-9B4182E5791E}" vid="{02FF40C6-0289-4C7B-843B-AEF2E3CD0B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253459A1E422469C8D7F1ADF1CD7BB" ma:contentTypeVersion="18" ma:contentTypeDescription="Ein neues Dokument erstellen." ma:contentTypeScope="" ma:versionID="f6df8f96d2f6ecba27adbb414ad8ce07">
  <xsd:schema xmlns:xsd="http://www.w3.org/2001/XMLSchema" xmlns:xs="http://www.w3.org/2001/XMLSchema" xmlns:p="http://schemas.microsoft.com/office/2006/metadata/properties" xmlns:ns3="b87f2f2b-4dbc-45cd-97a3-4818aa9395f7" xmlns:ns4="b79d572c-1446-45d3-a8dd-2fd591970d34" targetNamespace="http://schemas.microsoft.com/office/2006/metadata/properties" ma:root="true" ma:fieldsID="11f48239de33e1d3c1fdab2dfb91daea" ns3:_="" ns4:_="">
    <xsd:import namespace="b87f2f2b-4dbc-45cd-97a3-4818aa9395f7"/>
    <xsd:import namespace="b79d572c-1446-45d3-a8dd-2fd591970d3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AutoTag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7f2f2b-4dbc-45cd-97a3-4818aa9395f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d572c-1446-45d3-a8dd-2fd591970d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9d572c-1446-45d3-a8dd-2fd591970d3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33D14E-D21B-4DD2-9BE0-4F58634F354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87f2f2b-4dbc-45cd-97a3-4818aa9395f7"/>
    <ds:schemaRef ds:uri="b79d572c-1446-45d3-a8dd-2fd591970d3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977380-B347-4DFF-A4A6-4C7A0625E6D3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b87f2f2b-4dbc-45cd-97a3-4818aa9395f7"/>
    <ds:schemaRef ds:uri="http://schemas.microsoft.com/office/infopath/2007/PartnerControls"/>
    <ds:schemaRef ds:uri="http://schemas.openxmlformats.org/package/2006/metadata/core-properties"/>
    <ds:schemaRef ds:uri="b79d572c-1446-45d3-a8dd-2fd591970d3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079BC58-3AA7-4E0A-BB1A-439D3D7FE1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</Template>
  <TotalTime>0</TotalTime>
  <Words>1736</Words>
  <Application>Microsoft Office PowerPoint</Application>
  <PresentationFormat>Widescreen</PresentationFormat>
  <Paragraphs>413</Paragraphs>
  <Slides>70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Aptos</vt:lpstr>
      <vt:lpstr>Arial</vt:lpstr>
      <vt:lpstr>Bahnschrift</vt:lpstr>
      <vt:lpstr>Cambria Math</vt:lpstr>
      <vt:lpstr>Consolas</vt:lpstr>
      <vt:lpstr>Verdana</vt:lpstr>
      <vt:lpstr>1_MA</vt:lpstr>
      <vt:lpstr>Supervised Learning</vt:lpstr>
      <vt:lpstr>PowerPoint Presentation</vt:lpstr>
      <vt:lpstr>PowerPoint Presentation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Decision Tree Classification</vt:lpstr>
      <vt:lpstr>PowerPoint Presentation</vt:lpstr>
      <vt:lpstr>What Are Decision Trees</vt:lpstr>
      <vt:lpstr>What Are Decision Trees</vt:lpstr>
      <vt:lpstr>What Are Decision Trees</vt:lpstr>
      <vt:lpstr>What Are Decision Trees</vt:lpstr>
      <vt:lpstr>PowerPoint Presentation</vt:lpstr>
      <vt:lpstr>Are You Allowed to Drive</vt:lpstr>
      <vt:lpstr>Are You Allowed to Drive</vt:lpstr>
      <vt:lpstr>Are You Allowed to Drive</vt:lpstr>
      <vt:lpstr>PowerPoint Presentation</vt:lpstr>
      <vt:lpstr>School Data Set: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</dc:title>
  <dc:creator>Mattia Erné</dc:creator>
  <cp:lastModifiedBy>Mattia Erné</cp:lastModifiedBy>
  <cp:revision>4</cp:revision>
  <cp:lastPrinted>2024-12-23T21:52:26Z</cp:lastPrinted>
  <dcterms:created xsi:type="dcterms:W3CDTF">2024-07-28T14:33:35Z</dcterms:created>
  <dcterms:modified xsi:type="dcterms:W3CDTF">2025-02-03T07:50:33Z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0x0101005B253459A1E422469C8D7F1ADF1CD7BB</vt:lpwstr>
  </property>
</Properties>
</file>